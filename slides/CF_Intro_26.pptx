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65" r:id="rId12"/>
    <p:sldId id="266" r:id="rId13"/>
    <p:sldId id="267" r:id="rId14"/>
    <p:sldId id="268" r:id="rId15"/>
    <p:sldId id="271" r:id="rId16"/>
    <p:sldId id="272" r:id="rId17"/>
    <p:sldId id="273" r:id="rId18"/>
    <p:sldId id="275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0E24FC-B946-F84B-9566-7B23B3C59C79}" v="134" dt="2026-08-01T01:44:59.0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7850"/>
    <p:restoredTop sz="97335"/>
  </p:normalViewPr>
  <p:slideViewPr>
    <p:cSldViewPr snapToGrid="0" snapToObjects="1">
      <p:cViewPr varScale="1">
        <p:scale>
          <a:sx n="78" d="100"/>
          <a:sy n="78" d="100"/>
        </p:scale>
        <p:origin x="200" y="30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45" d="100"/>
          <a:sy n="145" d="100"/>
        </p:scale>
        <p:origin x="2512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on, Jeffrey M." userId="615143b1-cdee-493d-9a9d-1565ce8666d9" providerId="ADAL" clId="{DC1DB158-BAB1-5930-B714-AEF472873853}"/>
    <pc:docChg chg="undo custSel addSld modSld modMainMaster">
      <pc:chgData name="Colon, Jeffrey M." userId="615143b1-cdee-493d-9a9d-1565ce8666d9" providerId="ADAL" clId="{DC1DB158-BAB1-5930-B714-AEF472873853}" dt="2026-08-18T14:08:26.859" v="531" actId="20577"/>
      <pc:docMkLst>
        <pc:docMk/>
      </pc:docMkLst>
      <pc:sldChg chg="modSp mod">
        <pc:chgData name="Colon, Jeffrey M." userId="615143b1-cdee-493d-9a9d-1565ce8666d9" providerId="ADAL" clId="{DC1DB158-BAB1-5930-B714-AEF472873853}" dt="2026-07-31T20:54:40.468" v="1" actId="20577"/>
        <pc:sldMkLst>
          <pc:docMk/>
          <pc:sldMk cId="827564266" sldId="256"/>
        </pc:sldMkLst>
        <pc:spChg chg="mod">
          <ac:chgData name="Colon, Jeffrey M." userId="615143b1-cdee-493d-9a9d-1565ce8666d9" providerId="ADAL" clId="{DC1DB158-BAB1-5930-B714-AEF472873853}" dt="2026-07-31T20:54:40.468" v="1" actId="20577"/>
          <ac:spMkLst>
            <pc:docMk/>
            <pc:sldMk cId="827564266" sldId="256"/>
            <ac:spMk id="15365" creationId="{00000000-0000-0000-0000-000000000000}"/>
          </ac:spMkLst>
        </pc:spChg>
      </pc:sldChg>
      <pc:sldChg chg="modSp modAnim">
        <pc:chgData name="Colon, Jeffrey M." userId="615143b1-cdee-493d-9a9d-1565ce8666d9" providerId="ADAL" clId="{DC1DB158-BAB1-5930-B714-AEF472873853}" dt="2026-08-18T13:49:14.203" v="409" actId="20577"/>
        <pc:sldMkLst>
          <pc:docMk/>
          <pc:sldMk cId="206078703" sldId="257"/>
        </pc:sldMkLst>
        <pc:spChg chg="mod">
          <ac:chgData name="Colon, Jeffrey M." userId="615143b1-cdee-493d-9a9d-1565ce8666d9" providerId="ADAL" clId="{DC1DB158-BAB1-5930-B714-AEF472873853}" dt="2026-08-18T13:49:14.203" v="409" actId="20577"/>
          <ac:spMkLst>
            <pc:docMk/>
            <pc:sldMk cId="206078703" sldId="257"/>
            <ac:spMk id="19461" creationId="{00000000-0000-0000-0000-000000000000}"/>
          </ac:spMkLst>
        </pc:spChg>
      </pc:sldChg>
      <pc:sldChg chg="modSp mod modAnim">
        <pc:chgData name="Colon, Jeffrey M." userId="615143b1-cdee-493d-9a9d-1565ce8666d9" providerId="ADAL" clId="{DC1DB158-BAB1-5930-B714-AEF472873853}" dt="2026-07-31T21:01:30.954" v="104" actId="20577"/>
        <pc:sldMkLst>
          <pc:docMk/>
          <pc:sldMk cId="1666517055" sldId="258"/>
        </pc:sldMkLst>
        <pc:spChg chg="mod">
          <ac:chgData name="Colon, Jeffrey M." userId="615143b1-cdee-493d-9a9d-1565ce8666d9" providerId="ADAL" clId="{DC1DB158-BAB1-5930-B714-AEF472873853}" dt="2026-07-31T21:01:30.954" v="104" actId="20577"/>
          <ac:spMkLst>
            <pc:docMk/>
            <pc:sldMk cId="1666517055" sldId="258"/>
            <ac:spMk id="17413" creationId="{00000000-0000-0000-0000-000000000000}"/>
          </ac:spMkLst>
        </pc:spChg>
      </pc:sldChg>
      <pc:sldChg chg="modSp">
        <pc:chgData name="Colon, Jeffrey M." userId="615143b1-cdee-493d-9a9d-1565ce8666d9" providerId="ADAL" clId="{DC1DB158-BAB1-5930-B714-AEF472873853}" dt="2026-08-18T13:50:21.755" v="418" actId="20577"/>
        <pc:sldMkLst>
          <pc:docMk/>
          <pc:sldMk cId="1057880661" sldId="261"/>
        </pc:sldMkLst>
        <pc:spChg chg="mod">
          <ac:chgData name="Colon, Jeffrey M." userId="615143b1-cdee-493d-9a9d-1565ce8666d9" providerId="ADAL" clId="{DC1DB158-BAB1-5930-B714-AEF472873853}" dt="2026-08-18T13:50:21.755" v="418" actId="20577"/>
          <ac:spMkLst>
            <pc:docMk/>
            <pc:sldMk cId="1057880661" sldId="261"/>
            <ac:spMk id="3" creationId="{00000000-0000-0000-0000-000000000000}"/>
          </ac:spMkLst>
        </pc:spChg>
      </pc:sldChg>
      <pc:sldChg chg="addSp delSp modSp mod">
        <pc:chgData name="Colon, Jeffrey M." userId="615143b1-cdee-493d-9a9d-1565ce8666d9" providerId="ADAL" clId="{DC1DB158-BAB1-5930-B714-AEF472873853}" dt="2026-08-18T13:57:48.051" v="452" actId="20577"/>
        <pc:sldMkLst>
          <pc:docMk/>
          <pc:sldMk cId="880973173" sldId="266"/>
        </pc:sldMkLst>
        <pc:spChg chg="mod">
          <ac:chgData name="Colon, Jeffrey M." userId="615143b1-cdee-493d-9a9d-1565ce8666d9" providerId="ADAL" clId="{DC1DB158-BAB1-5930-B714-AEF472873853}" dt="2026-08-18T13:52:19.238" v="426" actId="20577"/>
          <ac:spMkLst>
            <pc:docMk/>
            <pc:sldMk cId="880973173" sldId="266"/>
            <ac:spMk id="32770" creationId="{00000000-0000-0000-0000-000000000000}"/>
          </ac:spMkLst>
        </pc:spChg>
        <pc:graphicFrameChg chg="modGraphic">
          <ac:chgData name="Colon, Jeffrey M." userId="615143b1-cdee-493d-9a9d-1565ce8666d9" providerId="ADAL" clId="{DC1DB158-BAB1-5930-B714-AEF472873853}" dt="2026-08-18T13:57:48.051" v="452" actId="20577"/>
          <ac:graphicFrameMkLst>
            <pc:docMk/>
            <pc:sldMk cId="880973173" sldId="266"/>
            <ac:graphicFrameMk id="4" creationId="{00000000-0000-0000-0000-000000000000}"/>
          </ac:graphicFrameMkLst>
        </pc:graphicFrameChg>
        <pc:picChg chg="del">
          <ac:chgData name="Colon, Jeffrey M." userId="615143b1-cdee-493d-9a9d-1565ce8666d9" providerId="ADAL" clId="{DC1DB158-BAB1-5930-B714-AEF472873853}" dt="2026-08-18T13:52:09.410" v="422" actId="478"/>
          <ac:picMkLst>
            <pc:docMk/>
            <pc:sldMk cId="880973173" sldId="266"/>
            <ac:picMk id="6" creationId="{4869232C-7B8F-E908-EF88-48381DC6F608}"/>
          </ac:picMkLst>
        </pc:picChg>
        <pc:picChg chg="add mod">
          <ac:chgData name="Colon, Jeffrey M." userId="615143b1-cdee-493d-9a9d-1565ce8666d9" providerId="ADAL" clId="{DC1DB158-BAB1-5930-B714-AEF472873853}" dt="2026-08-18T13:52:15.896" v="424" actId="14100"/>
          <ac:picMkLst>
            <pc:docMk/>
            <pc:sldMk cId="880973173" sldId="266"/>
            <ac:picMk id="7" creationId="{9F2B859A-55CC-9D0D-9BBD-9C1274758273}"/>
          </ac:picMkLst>
        </pc:picChg>
      </pc:sldChg>
      <pc:sldChg chg="modSp mod">
        <pc:chgData name="Colon, Jeffrey M." userId="615143b1-cdee-493d-9a9d-1565ce8666d9" providerId="ADAL" clId="{DC1DB158-BAB1-5930-B714-AEF472873853}" dt="2026-07-31T21:04:52.435" v="115" actId="20577"/>
        <pc:sldMkLst>
          <pc:docMk/>
          <pc:sldMk cId="1763856193" sldId="267"/>
        </pc:sldMkLst>
        <pc:spChg chg="mod">
          <ac:chgData name="Colon, Jeffrey M." userId="615143b1-cdee-493d-9a9d-1565ce8666d9" providerId="ADAL" clId="{DC1DB158-BAB1-5930-B714-AEF472873853}" dt="2026-07-31T21:04:52.435" v="115" actId="20577"/>
          <ac:spMkLst>
            <pc:docMk/>
            <pc:sldMk cId="1763856193" sldId="267"/>
            <ac:spMk id="3" creationId="{00000000-0000-0000-0000-000000000000}"/>
          </ac:spMkLst>
        </pc:spChg>
      </pc:sldChg>
      <pc:sldChg chg="addSp delSp modSp mod delAnim">
        <pc:chgData name="Colon, Jeffrey M." userId="615143b1-cdee-493d-9a9d-1565ce8666d9" providerId="ADAL" clId="{DC1DB158-BAB1-5930-B714-AEF472873853}" dt="2026-07-31T23:08:08.791" v="239" actId="20577"/>
        <pc:sldMkLst>
          <pc:docMk/>
          <pc:sldMk cId="4101668687" sldId="273"/>
        </pc:sldMkLst>
        <pc:spChg chg="mod">
          <ac:chgData name="Colon, Jeffrey M." userId="615143b1-cdee-493d-9a9d-1565ce8666d9" providerId="ADAL" clId="{DC1DB158-BAB1-5930-B714-AEF472873853}" dt="2026-07-31T22:53:03.115" v="152" actId="1076"/>
          <ac:spMkLst>
            <pc:docMk/>
            <pc:sldMk cId="4101668687" sldId="273"/>
            <ac:spMk id="2" creationId="{D85AF175-4519-EBFC-4858-50D7A58B9792}"/>
          </ac:spMkLst>
        </pc:spChg>
        <pc:spChg chg="mod">
          <ac:chgData name="Colon, Jeffrey M." userId="615143b1-cdee-493d-9a9d-1565ce8666d9" providerId="ADAL" clId="{DC1DB158-BAB1-5930-B714-AEF472873853}" dt="2026-07-31T23:08:08.791" v="239" actId="20577"/>
          <ac:spMkLst>
            <pc:docMk/>
            <pc:sldMk cId="4101668687" sldId="273"/>
            <ac:spMk id="15" creationId="{8EA75C17-C76C-0FD5-84F0-E21652198380}"/>
          </ac:spMkLst>
        </pc:spChg>
        <pc:picChg chg="add mod ord">
          <ac:chgData name="Colon, Jeffrey M." userId="615143b1-cdee-493d-9a9d-1565ce8666d9" providerId="ADAL" clId="{DC1DB158-BAB1-5930-B714-AEF472873853}" dt="2026-07-31T23:01:53.392" v="219" actId="14100"/>
          <ac:picMkLst>
            <pc:docMk/>
            <pc:sldMk cId="4101668687" sldId="273"/>
            <ac:picMk id="10" creationId="{4BE4BC96-5427-0811-3B61-8AD398C58622}"/>
          </ac:picMkLst>
        </pc:picChg>
      </pc:sldChg>
      <pc:sldChg chg="modSp mod modAnim">
        <pc:chgData name="Colon, Jeffrey M." userId="615143b1-cdee-493d-9a9d-1565ce8666d9" providerId="ADAL" clId="{DC1DB158-BAB1-5930-B714-AEF472873853}" dt="2026-08-18T14:08:26.859" v="531" actId="20577"/>
        <pc:sldMkLst>
          <pc:docMk/>
          <pc:sldMk cId="1996805538" sldId="274"/>
        </pc:sldMkLst>
        <pc:spChg chg="mod">
          <ac:chgData name="Colon, Jeffrey M." userId="615143b1-cdee-493d-9a9d-1565ce8666d9" providerId="ADAL" clId="{DC1DB158-BAB1-5930-B714-AEF472873853}" dt="2026-07-31T21:05:25.306" v="118" actId="20577"/>
          <ac:spMkLst>
            <pc:docMk/>
            <pc:sldMk cId="1996805538" sldId="274"/>
            <ac:spMk id="9" creationId="{6AE40006-C6FB-2231-EF70-0574161FDE30}"/>
          </ac:spMkLst>
        </pc:spChg>
        <pc:spChg chg="mod">
          <ac:chgData name="Colon, Jeffrey M." userId="615143b1-cdee-493d-9a9d-1565ce8666d9" providerId="ADAL" clId="{DC1DB158-BAB1-5930-B714-AEF472873853}" dt="2026-08-18T14:03:40.818" v="520" actId="14100"/>
          <ac:spMkLst>
            <pc:docMk/>
            <pc:sldMk cId="1996805538" sldId="274"/>
            <ac:spMk id="23" creationId="{3AC10145-CB64-799B-6CFD-3427DE28ACB9}"/>
          </ac:spMkLst>
        </pc:spChg>
        <pc:spChg chg="mod">
          <ac:chgData name="Colon, Jeffrey M." userId="615143b1-cdee-493d-9a9d-1565ce8666d9" providerId="ADAL" clId="{DC1DB158-BAB1-5930-B714-AEF472873853}" dt="2026-08-18T14:08:26.859" v="531" actId="20577"/>
          <ac:spMkLst>
            <pc:docMk/>
            <pc:sldMk cId="1996805538" sldId="274"/>
            <ac:spMk id="25" creationId="{654C983B-8D60-0CC2-8624-56F314A5CB6A}"/>
          </ac:spMkLst>
        </pc:spChg>
        <pc:spChg chg="mod">
          <ac:chgData name="Colon, Jeffrey M." userId="615143b1-cdee-493d-9a9d-1565ce8666d9" providerId="ADAL" clId="{DC1DB158-BAB1-5930-B714-AEF472873853}" dt="2026-08-18T14:01:42.840" v="503" actId="20577"/>
          <ac:spMkLst>
            <pc:docMk/>
            <pc:sldMk cId="1996805538" sldId="274"/>
            <ac:spMk id="26" creationId="{77BC0DD4-E22C-7ADA-E069-49683FCEEC29}"/>
          </ac:spMkLst>
        </pc:spChg>
        <pc:cxnChg chg="mod">
          <ac:chgData name="Colon, Jeffrey M." userId="615143b1-cdee-493d-9a9d-1565ce8666d9" providerId="ADAL" clId="{DC1DB158-BAB1-5930-B714-AEF472873853}" dt="2026-08-18T14:01:20.551" v="496" actId="1076"/>
          <ac:cxnSpMkLst>
            <pc:docMk/>
            <pc:sldMk cId="1996805538" sldId="274"/>
            <ac:cxnSpMk id="30" creationId="{4E46C995-5219-899B-27E5-8166B8640998}"/>
          </ac:cxnSpMkLst>
        </pc:cxnChg>
      </pc:sldChg>
      <pc:sldChg chg="addSp delSp modSp new mod chgLayout">
        <pc:chgData name="Colon, Jeffrey M." userId="615143b1-cdee-493d-9a9d-1565ce8666d9" providerId="ADAL" clId="{DC1DB158-BAB1-5930-B714-AEF472873853}" dt="2026-08-01T01:45:15.212" v="361" actId="1076"/>
        <pc:sldMkLst>
          <pc:docMk/>
          <pc:sldMk cId="1058971239" sldId="275"/>
        </pc:sldMkLst>
        <pc:spChg chg="mod ord">
          <ac:chgData name="Colon, Jeffrey M." userId="615143b1-cdee-493d-9a9d-1565ce8666d9" providerId="ADAL" clId="{DC1DB158-BAB1-5930-B714-AEF472873853}" dt="2026-08-01T01:17:37.261" v="241" actId="700"/>
          <ac:spMkLst>
            <pc:docMk/>
            <pc:sldMk cId="1058971239" sldId="275"/>
            <ac:spMk id="6" creationId="{898C4620-E92E-F4D6-0681-843A74AE4403}"/>
          </ac:spMkLst>
        </pc:spChg>
        <pc:spChg chg="mod ord">
          <ac:chgData name="Colon, Jeffrey M." userId="615143b1-cdee-493d-9a9d-1565ce8666d9" providerId="ADAL" clId="{DC1DB158-BAB1-5930-B714-AEF472873853}" dt="2026-08-01T01:17:37.261" v="241" actId="700"/>
          <ac:spMkLst>
            <pc:docMk/>
            <pc:sldMk cId="1058971239" sldId="275"/>
            <ac:spMk id="7" creationId="{2935E199-BA2F-7B2E-D45D-C292E65F792D}"/>
          </ac:spMkLst>
        </pc:spChg>
        <pc:spChg chg="add mod ord">
          <ac:chgData name="Colon, Jeffrey M." userId="615143b1-cdee-493d-9a9d-1565ce8666d9" providerId="ADAL" clId="{DC1DB158-BAB1-5930-B714-AEF472873853}" dt="2026-08-01T01:18:18.606" v="347" actId="20577"/>
          <ac:spMkLst>
            <pc:docMk/>
            <pc:sldMk cId="1058971239" sldId="275"/>
            <ac:spMk id="9" creationId="{9013A7E0-CAAB-FE0C-AE46-5F0C4A89F090}"/>
          </ac:spMkLst>
        </pc:spChg>
        <pc:spChg chg="add mod">
          <ac:chgData name="Colon, Jeffrey M." userId="615143b1-cdee-493d-9a9d-1565ce8666d9" providerId="ADAL" clId="{DC1DB158-BAB1-5930-B714-AEF472873853}" dt="2026-08-01T01:45:15.212" v="361" actId="1076"/>
          <ac:spMkLst>
            <pc:docMk/>
            <pc:sldMk cId="1058971239" sldId="275"/>
            <ac:spMk id="14" creationId="{0A3157DE-771A-46BC-8E97-50DC1E1D9AC2}"/>
          </ac:spMkLst>
        </pc:spChg>
        <pc:picChg chg="add mod ord">
          <ac:chgData name="Colon, Jeffrey M." userId="615143b1-cdee-493d-9a9d-1565ce8666d9" providerId="ADAL" clId="{DC1DB158-BAB1-5930-B714-AEF472873853}" dt="2026-08-01T01:45:10.107" v="360" actId="14100"/>
          <ac:picMkLst>
            <pc:docMk/>
            <pc:sldMk cId="1058971239" sldId="275"/>
            <ac:picMk id="13" creationId="{2F8DBD65-6A67-BD02-073E-A90354BEE2A6}"/>
          </ac:picMkLst>
        </pc:picChg>
      </pc:sldChg>
      <pc:sldMasterChg chg="modSp mod">
        <pc:chgData name="Colon, Jeffrey M." userId="615143b1-cdee-493d-9a9d-1565ce8666d9" providerId="ADAL" clId="{DC1DB158-BAB1-5930-B714-AEF472873853}" dt="2026-07-31T21:02:03.400" v="106" actId="20577"/>
        <pc:sldMasterMkLst>
          <pc:docMk/>
          <pc:sldMasterMk cId="371776349" sldId="2147483660"/>
        </pc:sldMasterMkLst>
        <pc:spChg chg="mod">
          <ac:chgData name="Colon, Jeffrey M." userId="615143b1-cdee-493d-9a9d-1565ce8666d9" providerId="ADAL" clId="{DC1DB158-BAB1-5930-B714-AEF472873853}" dt="2026-07-31T21:02:03.400" v="106" actId="20577"/>
          <ac:spMkLst>
            <pc:docMk/>
            <pc:sldMasterMk cId="371776349" sldId="2147483660"/>
            <ac:spMk id="9" creationId="{00000000-0000-0000-0000-000000000000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90230CD-600F-3B6E-3C1F-6FE23519C9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335815-78BA-DBB1-D07D-1B0600C1076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216FD1-DE7C-C245-9A32-06F294529DB7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713D3B-D97C-501D-D0F2-91DA0D0061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570A75-43CC-41E7-FBCB-011067D69EA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D4354-CEB3-DB4A-A2E4-364830779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3970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BC67FA-3E26-304D-BDBD-530C6272A0E0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72E6F7-09F5-B04E-8141-9A414430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690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5F3165-117D-C343-9F08-6166C611E228}" type="slidenum">
              <a:rPr lang="en-US" sz="1200">
                <a:latin typeface="Calibri"/>
              </a:rPr>
              <a:pPr eaLnBrk="1" hangingPunct="1"/>
              <a:t>1</a:t>
            </a:fld>
            <a:endParaRPr lang="en-US" sz="1200">
              <a:latin typeface="Calibri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5206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46859CE5-3969-BD45-AD84-81875FEC0E5F}" type="slidenum">
              <a:rPr lang="en-US" sz="1200">
                <a:latin typeface="Calibri"/>
              </a:rPr>
              <a:pPr eaLnBrk="1" hangingPunct="1"/>
              <a:t>2</a:t>
            </a:fld>
            <a:endParaRPr lang="en-US" sz="1200">
              <a:latin typeface="Calibri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122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AF24013-C996-6649-B263-AB7B6E946483}" type="slidenum">
              <a:rPr lang="en-US" sz="1200">
                <a:latin typeface="Calibri"/>
              </a:rPr>
              <a:pPr eaLnBrk="1" hangingPunct="1"/>
              <a:t>3</a:t>
            </a:fld>
            <a:endParaRPr lang="en-US" sz="1200">
              <a:latin typeface="Calibri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4192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02AE70E-9B7B-E148-8ED1-E02D7F90715A}" type="slidenum">
              <a:rPr lang="en-US" sz="1200">
                <a:latin typeface="Calibri"/>
              </a:rPr>
              <a:pPr eaLnBrk="1" hangingPunct="1"/>
              <a:t>4</a:t>
            </a:fld>
            <a:endParaRPr lang="en-US" sz="1200">
              <a:latin typeface="Calibri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8830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2E6F7-09F5-B04E-8141-9A4144300CC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73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036AB19F-590C-8748-B115-B6E02B46B3E6}" type="slidenum">
              <a:rPr lang="en-US" sz="1200">
                <a:latin typeface="Calibri"/>
              </a:rPr>
              <a:pPr eaLnBrk="1" hangingPunct="1"/>
              <a:t>7</a:t>
            </a:fld>
            <a:endParaRPr lang="en-US" sz="1200">
              <a:latin typeface="Calibri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41741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BED8F07-6316-E74A-8610-C61645FB90F6}" type="slidenum">
              <a:rPr lang="en-US" sz="1200">
                <a:latin typeface="Calibri"/>
              </a:rPr>
              <a:pPr eaLnBrk="1" hangingPunct="1"/>
              <a:t>8</a:t>
            </a:fld>
            <a:endParaRPr lang="en-US" sz="1200">
              <a:latin typeface="Calibri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0396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030B416B-09A3-8A42-827A-435784E80D42}" type="slidenum">
              <a:rPr lang="en-US" sz="1200">
                <a:latin typeface="Calibri"/>
              </a:rPr>
              <a:pPr eaLnBrk="1" hangingPunct="1"/>
              <a:t>9</a:t>
            </a:fld>
            <a:endParaRPr lang="en-US" sz="1200">
              <a:latin typeface="Calibri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3576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2E6F7-09F5-B04E-8141-9A4144300CC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185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0" y="914400"/>
            <a:ext cx="12192000" cy="36988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alpha val="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22D706CB-156B-8643-9A07-D8448DABBCB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474733"/>
            <a:ext cx="3860800" cy="2889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C21DD4-41B5-334E-93AA-1CAF293570EE}"/>
              </a:ext>
            </a:extLst>
          </p:cNvPr>
          <p:cNvSpPr txBox="1"/>
          <p:nvPr userDrawn="1"/>
        </p:nvSpPr>
        <p:spPr>
          <a:xfrm>
            <a:off x="635000" y="65870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9251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12064" y="533400"/>
            <a:ext cx="11277600" cy="5812064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spcBef>
                <a:spcPct val="20000"/>
              </a:spcBef>
              <a:buClr>
                <a:srgbClr val="B01C2E"/>
              </a:buClr>
              <a:buSzPct val="60000"/>
              <a:buFont typeface="Wingdings 2" pitchFamily="18" charset="2"/>
              <a:buChar char=""/>
              <a:defRPr lang="en-US" sz="2400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-228600" algn="just">
              <a:buClr>
                <a:srgbClr val="B01C2E"/>
              </a:buClr>
              <a:buSzPct val="60000"/>
              <a:buFont typeface="Wingdings" charset="2"/>
              <a:buChar char="Ø"/>
              <a:defRPr lang="en-US" sz="22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 algn="just">
              <a:buClr>
                <a:srgbClr val="B01C2E"/>
              </a:buClr>
              <a:buSzPct val="60000"/>
              <a:buFont typeface="Courier New" charset="0"/>
              <a:buChar char="o"/>
              <a:defRPr lang="en-US" sz="22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914400" indent="-228600" algn="just">
              <a:buClr>
                <a:srgbClr val="B01C2E"/>
              </a:buClr>
              <a:buSzPct val="60000"/>
              <a:buFont typeface="Arial" charset="0"/>
              <a:buChar char="•"/>
              <a:defRPr lang="en-US" sz="20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143000" algn="just">
              <a:buClr>
                <a:srgbClr val="B01C2E"/>
              </a:buClr>
              <a:buSzPct val="60000"/>
              <a:buFont typeface="Calibri" pitchFamily="34" charset="0"/>
              <a:buChar char="–"/>
              <a:defRPr lang="en-US" sz="20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41933"/>
            <a:ext cx="11277600" cy="365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marL="0" indent="0" algn="l">
              <a:tabLst>
                <a:tab pos="395288" algn="l"/>
              </a:tabLst>
              <a:defRPr sz="22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0"/>
          </p:nvPr>
        </p:nvSpPr>
        <p:spPr>
          <a:xfrm>
            <a:off x="11180064" y="6471105"/>
            <a:ext cx="609600" cy="365125"/>
          </a:xfrm>
        </p:spPr>
        <p:txBody>
          <a:bodyPr/>
          <a:lstStyle>
            <a:lvl1pPr algn="r">
              <a:defRPr/>
            </a:lvl1pPr>
          </a:lstStyle>
          <a:p>
            <a:fld id="{7B3E355C-57B9-BC4B-95D8-406A1F834537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50" b="1" smtClean="0"/>
            </a:lvl1pPr>
          </a:lstStyle>
          <a:p>
            <a:pPr>
              <a:defRPr/>
            </a:pPr>
            <a:r>
              <a:rPr lang="en-US" dirty="0"/>
              <a:t>Introduction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512064" y="407060"/>
            <a:ext cx="112776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DEF978-C1CD-9C44-81B7-9308DB31E6DA}"/>
              </a:ext>
            </a:extLst>
          </p:cNvPr>
          <p:cNvSpPr txBox="1"/>
          <p:nvPr userDrawn="1"/>
        </p:nvSpPr>
        <p:spPr>
          <a:xfrm>
            <a:off x="474133" y="65870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6713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1417320"/>
            <a:ext cx="5486400" cy="45720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600">
                <a:latin typeface="Calibri" charset="0"/>
                <a:ea typeface="Calibri" charset="0"/>
                <a:cs typeface="Calibri" charset="0"/>
              </a:defRPr>
            </a:lvl1pPr>
            <a:lvl2pPr marL="457200" indent="-228600">
              <a:buClr>
                <a:schemeClr val="accent1"/>
              </a:buClr>
              <a:buSzPct val="60000"/>
              <a:buFont typeface="Wingdings" charset="2"/>
              <a:buChar char="Ø"/>
              <a:defRPr lang="en-US" sz="16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>
              <a:buClr>
                <a:schemeClr val="accent1"/>
              </a:buClr>
              <a:buSzPct val="60000"/>
              <a:buFont typeface="Courier New" charset="0"/>
              <a:buChar char="o"/>
              <a:defRPr sz="1600">
                <a:latin typeface="Calibri" charset="0"/>
                <a:ea typeface="Calibri" charset="0"/>
                <a:cs typeface="Calibri" charset="0"/>
              </a:defRPr>
            </a:lvl3pPr>
            <a:lvl4pPr marL="914400" indent="-228600">
              <a:buClr>
                <a:schemeClr val="accent1"/>
              </a:buClr>
              <a:buSzPct val="60000"/>
              <a:buFont typeface="Arial" charset="0"/>
              <a:buChar char="•"/>
              <a:defRPr sz="1600">
                <a:latin typeface="Calibri" charset="0"/>
                <a:ea typeface="Calibri" charset="0"/>
                <a:cs typeface="Calibri" charset="0"/>
              </a:defRPr>
            </a:lvl4pPr>
            <a:lvl5pPr marL="1143000">
              <a:buClr>
                <a:schemeClr val="accent1"/>
              </a:buClr>
              <a:buSzPct val="60000"/>
              <a:buFont typeface="Arial" pitchFamily="34" charset="0"/>
              <a:buChar char="–"/>
              <a:defRPr sz="16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45720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600">
                <a:latin typeface="Calibri" charset="0"/>
                <a:ea typeface="Calibri" charset="0"/>
                <a:cs typeface="Calibri" charset="0"/>
              </a:defRPr>
            </a:lvl1pPr>
            <a:lvl2pPr marL="457200" indent="-228600">
              <a:buClr>
                <a:schemeClr val="accent1"/>
              </a:buClr>
              <a:buSzPct val="60000"/>
              <a:buFont typeface="Wingdings" charset="2"/>
              <a:buChar char="Ø"/>
              <a:defRPr lang="en-US" sz="16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>
              <a:buClr>
                <a:schemeClr val="accent1"/>
              </a:buClr>
              <a:buSzPct val="60000"/>
              <a:buFont typeface="Courier New" charset="0"/>
              <a:buChar char="o"/>
              <a:defRPr sz="1600">
                <a:latin typeface="Calibri" charset="0"/>
                <a:ea typeface="Calibri" charset="0"/>
                <a:cs typeface="Calibri" charset="0"/>
              </a:defRPr>
            </a:lvl3pPr>
            <a:lvl4pPr marL="914400" indent="-228600">
              <a:buClr>
                <a:schemeClr val="accent1"/>
              </a:buClr>
              <a:buSzPct val="60000"/>
              <a:buFont typeface="Arial" charset="0"/>
              <a:buChar char="•"/>
              <a:defRPr sz="1600">
                <a:latin typeface="Calibri" charset="0"/>
                <a:ea typeface="Calibri" charset="0"/>
                <a:cs typeface="Calibri" charset="0"/>
              </a:defRPr>
            </a:lvl4pPr>
            <a:lvl5pPr marL="1143000">
              <a:buClr>
                <a:schemeClr val="accent1"/>
              </a:buClr>
              <a:buSzPct val="60000"/>
              <a:buFont typeface="Arial" pitchFamily="34" charset="0"/>
              <a:buChar char="–"/>
              <a:defRPr sz="16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463EAD6B-1B79-144E-A805-1CA6FF1F03FA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748039" y="5370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C32519-80A0-E84A-BED3-7F4062F22069}"/>
              </a:ext>
            </a:extLst>
          </p:cNvPr>
          <p:cNvSpPr txBox="1"/>
          <p:nvPr userDrawn="1"/>
        </p:nvSpPr>
        <p:spPr>
          <a:xfrm>
            <a:off x="592667" y="65616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899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/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508000" y="3886200"/>
            <a:ext cx="111760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DBDD9035-58B9-F243-8D2E-5AB7C4167337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93750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Left / On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4800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8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2"/>
          <p:cNvSpPr>
            <a:spLocks noGrp="1"/>
          </p:cNvSpPr>
          <p:nvPr>
            <p:ph sz="quarter" idx="19"/>
          </p:nvPr>
        </p:nvSpPr>
        <p:spPr>
          <a:xfrm>
            <a:off x="508000" y="39319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fld id="{6C93E8D5-2692-0D44-9EA4-C6015F0C54D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620875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5527EB-3756-C241-BFD3-DBB1E111190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898184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2064" y="805002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814835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12064" y="407060"/>
            <a:ext cx="112776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2"/>
            <a:ext cx="11277600" cy="389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70938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62543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Arrow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>
            <a:off x="5384800" y="3046413"/>
            <a:ext cx="1320800" cy="1009650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28800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652385A1-7A9F-1D44-AA51-16856D64E5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9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024520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Double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 userDrawn="1"/>
        </p:nvSpPr>
        <p:spPr bwMode="auto">
          <a:xfrm>
            <a:off x="5359125" y="2692959"/>
            <a:ext cx="1326383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2" name="Right Arrow 11"/>
          <p:cNvSpPr/>
          <p:nvPr userDrawn="1"/>
        </p:nvSpPr>
        <p:spPr bwMode="auto">
          <a:xfrm rot="10800000">
            <a:off x="5427337" y="3778176"/>
            <a:ext cx="1353183" cy="102228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0A6B8188-A85F-5349-B14D-08361E6A724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210112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op Arrow to Two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5768941" y="3106216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180753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141732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7C6F7C23-5FF9-2A4B-BF08-C1294322DB5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50769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Arrow to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5768941" y="3106216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50501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411480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06494A95-A7E5-E34F-8DB1-F10A4839B0B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276061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Six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61912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5016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5016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61912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61912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5016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016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501651" y="3302419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5016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61912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6191251" y="3302418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61912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>
              <a:defRPr/>
            </a:lvl1pPr>
          </a:lstStyle>
          <a:p>
            <a:fld id="{A23329EE-AB34-E748-89A3-8E74FFF398F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2"/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993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Five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601565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513036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7"/>
          </p:nvPr>
        </p:nvSpPr>
        <p:spPr>
          <a:xfrm>
            <a:off x="7408972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38"/>
          </p:nvPr>
        </p:nvSpPr>
        <p:spPr>
          <a:xfrm>
            <a:off x="9747251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9"/>
          </p:nvPr>
        </p:nvSpPr>
        <p:spPr>
          <a:xfrm>
            <a:off x="601565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40"/>
          </p:nvPr>
        </p:nvSpPr>
        <p:spPr>
          <a:xfrm>
            <a:off x="284480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41"/>
          </p:nvPr>
        </p:nvSpPr>
        <p:spPr>
          <a:xfrm>
            <a:off x="513036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42"/>
          </p:nvPr>
        </p:nvSpPr>
        <p:spPr>
          <a:xfrm>
            <a:off x="7408972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43"/>
          </p:nvPr>
        </p:nvSpPr>
        <p:spPr>
          <a:xfrm>
            <a:off x="9747251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1EB3DA79-8920-3645-A529-9AD16B41E65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44854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jor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609600" y="1417320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09600" y="3065544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609600" y="4713767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417320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3065543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4713767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055F7767-1EA1-1B4C-AF44-6A3FCE36527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1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7416052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563034" y="1397000"/>
            <a:ext cx="2317751" cy="1155700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747434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114120" y="1397000"/>
            <a:ext cx="2317749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931834" y="1397000"/>
            <a:ext cx="2315633" cy="1155700"/>
          </a:xfrm>
          <a:prstGeom prst="chevron">
            <a:avLst>
              <a:gd name="adj" fmla="val 1868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9298521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18"/>
          </p:nvPr>
        </p:nvSpPr>
        <p:spPr>
          <a:xfrm>
            <a:off x="563033" y="2954338"/>
            <a:ext cx="2863851" cy="1155700"/>
          </a:xfrm>
          <a:prstGeom prst="homePlate">
            <a:avLst>
              <a:gd name="adj" fmla="val 1955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291418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8748186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6019802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1"/>
          <p:cNvSpPr>
            <a:spLocks noGrp="1"/>
          </p:cNvSpPr>
          <p:nvPr>
            <p:ph type="body" sz="quarter" idx="22"/>
          </p:nvPr>
        </p:nvSpPr>
        <p:spPr>
          <a:xfrm>
            <a:off x="575734" y="4497388"/>
            <a:ext cx="3754967" cy="1154112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23"/>
          </p:nvPr>
        </p:nvSpPr>
        <p:spPr>
          <a:xfrm>
            <a:off x="4226985" y="4497388"/>
            <a:ext cx="3754967" cy="1154112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3"/>
          <p:cNvSpPr>
            <a:spLocks noGrp="1"/>
          </p:cNvSpPr>
          <p:nvPr>
            <p:ph type="body" sz="quarter" idx="25"/>
          </p:nvPr>
        </p:nvSpPr>
        <p:spPr>
          <a:xfrm>
            <a:off x="7878234" y="4497388"/>
            <a:ext cx="3754967" cy="1154112"/>
          </a:xfrm>
          <a:prstGeom prst="chevron">
            <a:avLst>
              <a:gd name="adj" fmla="val 1871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fld id="{48E524AC-D0C7-2340-84EA-A4DF70E8214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34481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 Blocks - Major Points -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344304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2360778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3377252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2844800" y="4393726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5410200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609600" y="1344304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09600" y="2357366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4"/>
          </p:nvPr>
        </p:nvSpPr>
        <p:spPr>
          <a:xfrm>
            <a:off x="609600" y="3370428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26"/>
          </p:nvPr>
        </p:nvSpPr>
        <p:spPr>
          <a:xfrm>
            <a:off x="609600" y="4383490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8"/>
          </p:nvPr>
        </p:nvSpPr>
        <p:spPr>
          <a:xfrm>
            <a:off x="609600" y="5396552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19846C2F-D19C-FA45-A159-B087F18BCD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8787942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ne 105"/>
          <p:cNvSpPr>
            <a:spLocks noChangeShapeType="1"/>
          </p:cNvSpPr>
          <p:nvPr/>
        </p:nvSpPr>
        <p:spPr bwMode="gray">
          <a:xfrm>
            <a:off x="58928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16" name="Line 115"/>
          <p:cNvSpPr>
            <a:spLocks noChangeShapeType="1"/>
          </p:cNvSpPr>
          <p:nvPr userDrawn="1"/>
        </p:nvSpPr>
        <p:spPr bwMode="gray">
          <a:xfrm>
            <a:off x="30480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17" name="Line 118"/>
          <p:cNvSpPr>
            <a:spLocks noChangeShapeType="1"/>
          </p:cNvSpPr>
          <p:nvPr/>
        </p:nvSpPr>
        <p:spPr bwMode="gray">
          <a:xfrm>
            <a:off x="90043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grpSp>
        <p:nvGrpSpPr>
          <p:cNvPr id="18" name="Group 123"/>
          <p:cNvGrpSpPr>
            <a:grpSpLocks/>
          </p:cNvGrpSpPr>
          <p:nvPr userDrawn="1"/>
        </p:nvGrpSpPr>
        <p:grpSpPr bwMode="auto">
          <a:xfrm>
            <a:off x="611718" y="3478213"/>
            <a:ext cx="10358967" cy="182562"/>
            <a:chOff x="289" y="2191"/>
            <a:chExt cx="4894" cy="115"/>
          </a:xfrm>
        </p:grpSpPr>
        <p:grpSp>
          <p:nvGrpSpPr>
            <p:cNvPr id="19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53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4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5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6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7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8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9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0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1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2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3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4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5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20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40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1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2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3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4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5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6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7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8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9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0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1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2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21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27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28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29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0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1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2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3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4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5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6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7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8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9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sp>
          <p:nvSpPr>
            <p:cNvPr id="22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3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4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5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6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66" name="Line 125"/>
          <p:cNvSpPr>
            <a:spLocks noChangeShapeType="1"/>
          </p:cNvSpPr>
          <p:nvPr userDrawn="1"/>
        </p:nvSpPr>
        <p:spPr bwMode="gray">
          <a:xfrm>
            <a:off x="4572000" y="3651251"/>
            <a:ext cx="0" cy="175736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67" name="Line 4"/>
          <p:cNvSpPr>
            <a:spLocks noChangeShapeType="1"/>
          </p:cNvSpPr>
          <p:nvPr userDrawn="1"/>
        </p:nvSpPr>
        <p:spPr bwMode="gray">
          <a:xfrm>
            <a:off x="22352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68" name="Line 108"/>
          <p:cNvSpPr>
            <a:spLocks noChangeShapeType="1"/>
          </p:cNvSpPr>
          <p:nvPr userDrawn="1"/>
        </p:nvSpPr>
        <p:spPr bwMode="gray">
          <a:xfrm>
            <a:off x="74168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69" name="Line 111"/>
          <p:cNvSpPr>
            <a:spLocks noChangeShapeType="1"/>
          </p:cNvSpPr>
          <p:nvPr userDrawn="1"/>
        </p:nvSpPr>
        <p:spPr bwMode="gray">
          <a:xfrm>
            <a:off x="102616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70" name="Line 139"/>
          <p:cNvSpPr>
            <a:spLocks noChangeShapeType="1"/>
          </p:cNvSpPr>
          <p:nvPr userDrawn="1"/>
        </p:nvSpPr>
        <p:spPr bwMode="gray">
          <a:xfrm>
            <a:off x="4375151" y="2074863"/>
            <a:ext cx="0" cy="14144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71" name="AutoShape 3"/>
          <p:cNvSpPr>
            <a:spLocks noChangeArrowheads="1"/>
          </p:cNvSpPr>
          <p:nvPr userDrawn="1"/>
        </p:nvSpPr>
        <p:spPr bwMode="gray">
          <a:xfrm>
            <a:off x="603251" y="3413125"/>
            <a:ext cx="10985500" cy="311150"/>
          </a:xfrm>
          <a:prstGeom prst="rightArrow">
            <a:avLst>
              <a:gd name="adj1" fmla="val 52037"/>
              <a:gd name="adj2" fmla="val 96479"/>
            </a:avLst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91440" bIns="91440" anchor="ctr"/>
          <a:lstStyle>
            <a:lvl1pPr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nl-NL" altLang="en-US" sz="1000" b="1">
              <a:solidFill>
                <a:srgbClr val="4D4D4D"/>
              </a:solidFill>
              <a:latin typeface="Arial" charset="0"/>
            </a:endParaRPr>
          </a:p>
        </p:txBody>
      </p:sp>
      <p:grpSp>
        <p:nvGrpSpPr>
          <p:cNvPr id="72" name="Group 123"/>
          <p:cNvGrpSpPr>
            <a:grpSpLocks/>
          </p:cNvGrpSpPr>
          <p:nvPr userDrawn="1"/>
        </p:nvGrpSpPr>
        <p:grpSpPr bwMode="auto">
          <a:xfrm>
            <a:off x="814918" y="3460751"/>
            <a:ext cx="10358967" cy="182563"/>
            <a:chOff x="289" y="2191"/>
            <a:chExt cx="4894" cy="115"/>
          </a:xfrm>
        </p:grpSpPr>
        <p:grpSp>
          <p:nvGrpSpPr>
            <p:cNvPr id="73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107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8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9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0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1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2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3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4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5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6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7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8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9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74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94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5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6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7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8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9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0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1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2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3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4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5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6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75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81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2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3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4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5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6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7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8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9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0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1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2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3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sp>
          <p:nvSpPr>
            <p:cNvPr id="76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77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78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79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80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248" name="Text Placeholder 246"/>
          <p:cNvSpPr>
            <a:spLocks noGrp="1"/>
          </p:cNvSpPr>
          <p:nvPr>
            <p:ph type="body" sz="quarter" idx="11"/>
          </p:nvPr>
        </p:nvSpPr>
        <p:spPr>
          <a:xfrm>
            <a:off x="3381155" y="12954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3" name="Text Placeholder 142"/>
          <p:cNvSpPr>
            <a:spLocks noGrp="1"/>
          </p:cNvSpPr>
          <p:nvPr>
            <p:ph type="body" sz="quarter" idx="19"/>
          </p:nvPr>
        </p:nvSpPr>
        <p:spPr>
          <a:xfrm>
            <a:off x="14224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4" name="Text Placeholder 142"/>
          <p:cNvSpPr>
            <a:spLocks noGrp="1"/>
          </p:cNvSpPr>
          <p:nvPr>
            <p:ph type="body" sz="quarter" idx="20"/>
          </p:nvPr>
        </p:nvSpPr>
        <p:spPr>
          <a:xfrm>
            <a:off x="47752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6" name="Text Placeholder 142"/>
          <p:cNvSpPr>
            <a:spLocks noGrp="1"/>
          </p:cNvSpPr>
          <p:nvPr>
            <p:ph type="body" sz="quarter" idx="21"/>
          </p:nvPr>
        </p:nvSpPr>
        <p:spPr>
          <a:xfrm>
            <a:off x="707136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7" name="Text Placeholder 142"/>
          <p:cNvSpPr>
            <a:spLocks noGrp="1"/>
          </p:cNvSpPr>
          <p:nvPr>
            <p:ph type="body" sz="quarter" idx="22"/>
          </p:nvPr>
        </p:nvSpPr>
        <p:spPr>
          <a:xfrm>
            <a:off x="963168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2" name="Text Placeholder 246"/>
          <p:cNvSpPr>
            <a:spLocks noGrp="1"/>
          </p:cNvSpPr>
          <p:nvPr>
            <p:ph type="body" sz="quarter" idx="23"/>
          </p:nvPr>
        </p:nvSpPr>
        <p:spPr>
          <a:xfrm>
            <a:off x="12192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8" name="Text Placeholder 246"/>
          <p:cNvSpPr>
            <a:spLocks noGrp="1"/>
          </p:cNvSpPr>
          <p:nvPr>
            <p:ph type="body" sz="quarter" idx="24"/>
          </p:nvPr>
        </p:nvSpPr>
        <p:spPr>
          <a:xfrm>
            <a:off x="92456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9" name="Text Placeholder 246"/>
          <p:cNvSpPr>
            <a:spLocks noGrp="1"/>
          </p:cNvSpPr>
          <p:nvPr>
            <p:ph type="body" sz="quarter" idx="25"/>
          </p:nvPr>
        </p:nvSpPr>
        <p:spPr>
          <a:xfrm>
            <a:off x="20320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0" name="Text Placeholder 246"/>
          <p:cNvSpPr>
            <a:spLocks noGrp="1"/>
          </p:cNvSpPr>
          <p:nvPr>
            <p:ph type="body" sz="quarter" idx="26"/>
          </p:nvPr>
        </p:nvSpPr>
        <p:spPr>
          <a:xfrm>
            <a:off x="64008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1" name="Text Placeholder 246"/>
          <p:cNvSpPr>
            <a:spLocks noGrp="1"/>
          </p:cNvSpPr>
          <p:nvPr>
            <p:ph type="body" sz="quarter" idx="27"/>
          </p:nvPr>
        </p:nvSpPr>
        <p:spPr>
          <a:xfrm>
            <a:off x="3556000" y="5181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2" name="Text Placeholder 246"/>
          <p:cNvSpPr>
            <a:spLocks noGrp="1"/>
          </p:cNvSpPr>
          <p:nvPr>
            <p:ph type="body" sz="quarter" idx="28"/>
          </p:nvPr>
        </p:nvSpPr>
        <p:spPr>
          <a:xfrm>
            <a:off x="79883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3" name="Text Placeholder 246"/>
          <p:cNvSpPr>
            <a:spLocks noGrp="1"/>
          </p:cNvSpPr>
          <p:nvPr>
            <p:ph type="body" sz="quarter" idx="29"/>
          </p:nvPr>
        </p:nvSpPr>
        <p:spPr>
          <a:xfrm>
            <a:off x="48768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0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132B4441-E44F-854A-A9C3-46F08E0FCFC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1" name="Footer Placeholder 133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3170367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/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/>
          <p:cNvSpPr>
            <a:spLocks noGrp="1"/>
          </p:cNvSpPr>
          <p:nvPr>
            <p:ph type="body" sz="quarter" idx="21"/>
          </p:nvPr>
        </p:nvSpPr>
        <p:spPr>
          <a:xfrm>
            <a:off x="1219201" y="129540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1219201" y="1800013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7"/>
          <p:cNvSpPr>
            <a:spLocks noGrp="1"/>
          </p:cNvSpPr>
          <p:nvPr>
            <p:ph type="body" sz="quarter" idx="23"/>
          </p:nvPr>
        </p:nvSpPr>
        <p:spPr>
          <a:xfrm>
            <a:off x="1219201" y="2304626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7"/>
          <p:cNvSpPr>
            <a:spLocks noGrp="1"/>
          </p:cNvSpPr>
          <p:nvPr>
            <p:ph type="body" sz="quarter" idx="24"/>
          </p:nvPr>
        </p:nvSpPr>
        <p:spPr>
          <a:xfrm>
            <a:off x="1219201" y="2809239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1219201" y="3313852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7"/>
          <p:cNvSpPr>
            <a:spLocks noGrp="1"/>
          </p:cNvSpPr>
          <p:nvPr>
            <p:ph type="body" sz="quarter" idx="26"/>
          </p:nvPr>
        </p:nvSpPr>
        <p:spPr>
          <a:xfrm>
            <a:off x="1219201" y="3818465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7"/>
          <p:cNvSpPr>
            <a:spLocks noGrp="1"/>
          </p:cNvSpPr>
          <p:nvPr>
            <p:ph type="body" sz="quarter" idx="27"/>
          </p:nvPr>
        </p:nvSpPr>
        <p:spPr>
          <a:xfrm>
            <a:off x="1219201" y="4323078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7"/>
          <p:cNvSpPr>
            <a:spLocks noGrp="1"/>
          </p:cNvSpPr>
          <p:nvPr>
            <p:ph type="body" sz="quarter" idx="28"/>
          </p:nvPr>
        </p:nvSpPr>
        <p:spPr>
          <a:xfrm>
            <a:off x="1219201" y="4827691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609600" y="129540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609600" y="1800013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609600" y="2304626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609600" y="2809239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609600" y="3313852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609600" y="3818465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5"/>
          </p:nvPr>
        </p:nvSpPr>
        <p:spPr>
          <a:xfrm>
            <a:off x="609600" y="4323078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6"/>
          </p:nvPr>
        </p:nvSpPr>
        <p:spPr>
          <a:xfrm>
            <a:off x="609600" y="4827691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22"/>
          <p:cNvSpPr>
            <a:spLocks noGrp="1"/>
          </p:cNvSpPr>
          <p:nvPr>
            <p:ph type="body" sz="quarter" idx="37"/>
          </p:nvPr>
        </p:nvSpPr>
        <p:spPr>
          <a:xfrm>
            <a:off x="10972800" y="129540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38"/>
          </p:nvPr>
        </p:nvSpPr>
        <p:spPr>
          <a:xfrm>
            <a:off x="10972800" y="1800013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2"/>
          <p:cNvSpPr>
            <a:spLocks noGrp="1"/>
          </p:cNvSpPr>
          <p:nvPr>
            <p:ph type="body" sz="quarter" idx="39"/>
          </p:nvPr>
        </p:nvSpPr>
        <p:spPr>
          <a:xfrm>
            <a:off x="10972800" y="2304626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40"/>
          </p:nvPr>
        </p:nvSpPr>
        <p:spPr>
          <a:xfrm>
            <a:off x="10972800" y="2809239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2"/>
          <p:cNvSpPr>
            <a:spLocks noGrp="1"/>
          </p:cNvSpPr>
          <p:nvPr>
            <p:ph type="body" sz="quarter" idx="41"/>
          </p:nvPr>
        </p:nvSpPr>
        <p:spPr>
          <a:xfrm>
            <a:off x="10972800" y="3313852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2"/>
          <p:cNvSpPr>
            <a:spLocks noGrp="1"/>
          </p:cNvSpPr>
          <p:nvPr>
            <p:ph type="body" sz="quarter" idx="42"/>
          </p:nvPr>
        </p:nvSpPr>
        <p:spPr>
          <a:xfrm>
            <a:off x="10972800" y="3818465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2"/>
          <p:cNvSpPr>
            <a:spLocks noGrp="1"/>
          </p:cNvSpPr>
          <p:nvPr>
            <p:ph type="body" sz="quarter" idx="43"/>
          </p:nvPr>
        </p:nvSpPr>
        <p:spPr>
          <a:xfrm>
            <a:off x="10972800" y="4323078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2"/>
          <p:cNvSpPr>
            <a:spLocks noGrp="1"/>
          </p:cNvSpPr>
          <p:nvPr>
            <p:ph type="body" sz="quarter" idx="44"/>
          </p:nvPr>
        </p:nvSpPr>
        <p:spPr>
          <a:xfrm>
            <a:off x="10972800" y="4827691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7"/>
          <p:cNvSpPr>
            <a:spLocks noGrp="1"/>
          </p:cNvSpPr>
          <p:nvPr>
            <p:ph type="body" sz="quarter" idx="45"/>
          </p:nvPr>
        </p:nvSpPr>
        <p:spPr>
          <a:xfrm>
            <a:off x="1215702" y="5332304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22"/>
          <p:cNvSpPr>
            <a:spLocks noGrp="1"/>
          </p:cNvSpPr>
          <p:nvPr>
            <p:ph type="body" sz="quarter" idx="46"/>
          </p:nvPr>
        </p:nvSpPr>
        <p:spPr>
          <a:xfrm>
            <a:off x="606100" y="5332304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2"/>
          <p:cNvSpPr>
            <a:spLocks noGrp="1"/>
          </p:cNvSpPr>
          <p:nvPr>
            <p:ph type="body" sz="quarter" idx="47"/>
          </p:nvPr>
        </p:nvSpPr>
        <p:spPr>
          <a:xfrm>
            <a:off x="10969300" y="5332304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7"/>
          <p:cNvSpPr>
            <a:spLocks noGrp="1"/>
          </p:cNvSpPr>
          <p:nvPr>
            <p:ph type="body" sz="quarter" idx="48"/>
          </p:nvPr>
        </p:nvSpPr>
        <p:spPr>
          <a:xfrm>
            <a:off x="1215702" y="583692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2"/>
          <p:cNvSpPr>
            <a:spLocks noGrp="1"/>
          </p:cNvSpPr>
          <p:nvPr>
            <p:ph type="body" sz="quarter" idx="49"/>
          </p:nvPr>
        </p:nvSpPr>
        <p:spPr>
          <a:xfrm>
            <a:off x="606100" y="583692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22"/>
          <p:cNvSpPr>
            <a:spLocks noGrp="1"/>
          </p:cNvSpPr>
          <p:nvPr>
            <p:ph type="body" sz="quarter" idx="50"/>
          </p:nvPr>
        </p:nvSpPr>
        <p:spPr>
          <a:xfrm>
            <a:off x="10969300" y="583692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Slide Number Placeholder 9"/>
          <p:cNvSpPr>
            <a:spLocks noGrp="1"/>
          </p:cNvSpPr>
          <p:nvPr>
            <p:ph type="sldNum" sz="quarter" idx="51"/>
          </p:nvPr>
        </p:nvSpPr>
        <p:spPr/>
        <p:txBody>
          <a:bodyPr/>
          <a:lstStyle>
            <a:lvl1pPr>
              <a:defRPr/>
            </a:lvl1pPr>
          </a:lstStyle>
          <a:p>
            <a:fld id="{4A9EBD57-3091-C548-9F5E-83F63CC3338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3" name="Footer Placeholder 12"/>
          <p:cNvSpPr>
            <a:spLocks noGrp="1"/>
          </p:cNvSpPr>
          <p:nvPr>
            <p:ph type="ftr" sz="quarter" idx="5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455457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Major and Sub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1335024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22"/>
          </p:nvPr>
        </p:nvSpPr>
        <p:spPr>
          <a:xfrm>
            <a:off x="609600" y="3744363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2540000" y="1348565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2540000" y="3763963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25"/>
          </p:nvPr>
        </p:nvSpPr>
        <p:spPr>
          <a:xfrm>
            <a:off x="2540000" y="2199167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5"/>
          <p:cNvSpPr>
            <a:spLocks noGrp="1"/>
          </p:cNvSpPr>
          <p:nvPr>
            <p:ph type="body" sz="quarter" idx="26"/>
          </p:nvPr>
        </p:nvSpPr>
        <p:spPr>
          <a:xfrm>
            <a:off x="2540000" y="4619625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3759200" y="1348565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759200" y="3763963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3759200" y="2199167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3759200" y="4619625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1622A13A-1CFD-CA4E-A8DD-C641C07281E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3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7444763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"/>
          <p:cNvSpPr>
            <a:spLocks/>
          </p:cNvSpPr>
          <p:nvPr userDrawn="1"/>
        </p:nvSpPr>
        <p:spPr bwMode="auto">
          <a:xfrm>
            <a:off x="6195484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365760" rIns="182880" bIns="182880"/>
          <a:lstStyle/>
          <a:p>
            <a:endParaRPr lang="en-US" sz="1800"/>
          </a:p>
        </p:txBody>
      </p:sp>
      <p:sp>
        <p:nvSpPr>
          <p:cNvPr id="8" name="Freeform 4"/>
          <p:cNvSpPr>
            <a:spLocks/>
          </p:cNvSpPr>
          <p:nvPr userDrawn="1"/>
        </p:nvSpPr>
        <p:spPr bwMode="auto">
          <a:xfrm>
            <a:off x="1003300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365760" rIns="182880" bIns="182880"/>
          <a:lstStyle/>
          <a:p>
            <a:endParaRPr lang="en-US" sz="180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3122762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5"/>
          </p:nvPr>
        </p:nvSpPr>
        <p:spPr>
          <a:xfrm rot="5400000">
            <a:off x="8315844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1002811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6195893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9B3A2EF8-18A0-3548-8284-3CDE95E84B9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0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24026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4"/>
          <p:cNvSpPr>
            <a:spLocks/>
          </p:cNvSpPr>
          <p:nvPr userDrawn="1"/>
        </p:nvSpPr>
        <p:spPr bwMode="auto">
          <a:xfrm>
            <a:off x="588434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2" name="Freeform 4"/>
          <p:cNvSpPr>
            <a:spLocks/>
          </p:cNvSpPr>
          <p:nvPr userDrawn="1"/>
        </p:nvSpPr>
        <p:spPr bwMode="auto">
          <a:xfrm>
            <a:off x="3403600" y="1911351"/>
            <a:ext cx="2559051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3" name="Freeform 4"/>
          <p:cNvSpPr>
            <a:spLocks/>
          </p:cNvSpPr>
          <p:nvPr userDrawn="1"/>
        </p:nvSpPr>
        <p:spPr bwMode="auto">
          <a:xfrm>
            <a:off x="6197601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4" name="Freeform 4"/>
          <p:cNvSpPr>
            <a:spLocks/>
          </p:cNvSpPr>
          <p:nvPr userDrawn="1"/>
        </p:nvSpPr>
        <p:spPr bwMode="auto">
          <a:xfrm>
            <a:off x="9027585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1563115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7"/>
          </p:nvPr>
        </p:nvSpPr>
        <p:spPr>
          <a:xfrm rot="5400000">
            <a:off x="4377013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8"/>
          </p:nvPr>
        </p:nvSpPr>
        <p:spPr>
          <a:xfrm rot="5400000">
            <a:off x="7171436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9"/>
          </p:nvPr>
        </p:nvSpPr>
        <p:spPr>
          <a:xfrm rot="5400000">
            <a:off x="10002267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89279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403177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6197600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9028431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6D75ED15-758A-614E-A17B-56CD5E692F6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525267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451104" y="1450181"/>
            <a:ext cx="3462528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l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4364739" y="1447805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29"/>
          </p:nvPr>
        </p:nvSpPr>
        <p:spPr>
          <a:xfrm>
            <a:off x="8278372" y="1447805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4364736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8278368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451104" y="2057402"/>
            <a:ext cx="3364992" cy="276999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>
            <a:spAutoFit/>
          </a:bodyPr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8A4AF9FF-8501-8442-BA34-6C86C862CF8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7784782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rg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8"/>
          <p:cNvSpPr>
            <a:spLocks noGrp="1"/>
          </p:cNvSpPr>
          <p:nvPr>
            <p:ph type="body" sz="quarter" idx="29"/>
          </p:nvPr>
        </p:nvSpPr>
        <p:spPr>
          <a:xfrm>
            <a:off x="9505696" y="1493520"/>
            <a:ext cx="1975104" cy="47548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lIns="45720" anchor="t"/>
          <a:lstStyle>
            <a:lvl1pPr marL="164592" indent="-164592" algn="l">
              <a:lnSpc>
                <a:spcPts val="14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§"/>
              <a:defRPr sz="1200" b="0">
                <a:solidFill>
                  <a:srgbClr val="000000"/>
                </a:solidFill>
              </a:defRPr>
            </a:lvl1pPr>
            <a:lvl2pPr marL="164592" indent="0" algn="l">
              <a:spcBef>
                <a:spcPts val="700"/>
              </a:spcBef>
              <a:buNone/>
              <a:defRPr sz="1200" b="0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609600" y="16002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C0C0"/>
              </a:buClr>
              <a:buSzTx/>
              <a:buFont typeface="Wingdings 2" pitchFamily="18" charset="2"/>
              <a:buChar char="¡"/>
              <a:tabLst/>
              <a:defRPr sz="1200" b="1" baseline="0">
                <a:solidFill>
                  <a:srgbClr val="FFFFFF"/>
                </a:solidFill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609600" y="48768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12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609600" y="32385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12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2922016" y="16002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922016" y="32385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922016" y="48768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00398512-78EB-D84B-88E3-8EFD360D49E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004918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Two palettes moving forw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/>
          <p:cNvSpPr>
            <a:spLocks noChangeArrowheads="1"/>
          </p:cNvSpPr>
          <p:nvPr userDrawn="1"/>
        </p:nvSpPr>
        <p:spPr bwMode="auto">
          <a:xfrm>
            <a:off x="912284" y="2635250"/>
            <a:ext cx="10369549" cy="1587500"/>
          </a:xfrm>
          <a:prstGeom prst="homePlate">
            <a:avLst>
              <a:gd name="adj" fmla="val 32592"/>
            </a:avLst>
          </a:prstGeom>
          <a:gradFill rotWithShape="1">
            <a:gsLst>
              <a:gs pos="0">
                <a:srgbClr val="9E9E9E"/>
              </a:gs>
              <a:gs pos="50000">
                <a:srgbClr val="C4C4C4"/>
              </a:gs>
              <a:gs pos="100000">
                <a:srgbClr val="E3E3E3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91440" bIns="9144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 sz="1800">
              <a:latin typeface="Arial" charset="0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40208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609600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0"/>
          </p:nvPr>
        </p:nvSpPr>
        <p:spPr>
          <a:xfrm>
            <a:off x="140208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0"/>
          <p:cNvSpPr>
            <a:spLocks noGrp="1"/>
          </p:cNvSpPr>
          <p:nvPr>
            <p:ph sz="quarter" idx="24"/>
          </p:nvPr>
        </p:nvSpPr>
        <p:spPr>
          <a:xfrm>
            <a:off x="609600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B47071-B393-DC4F-9921-408D035EE57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209844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l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>
            <a:spLocks/>
          </p:cNvSpPr>
          <p:nvPr userDrawn="1"/>
        </p:nvSpPr>
        <p:spPr bwMode="auto">
          <a:xfrm>
            <a:off x="5846233" y="3341688"/>
            <a:ext cx="501651" cy="1403350"/>
          </a:xfrm>
          <a:custGeom>
            <a:avLst/>
            <a:gdLst>
              <a:gd name="T0" fmla="*/ 2147483647 w 176"/>
              <a:gd name="T1" fmla="*/ 0 h 608"/>
              <a:gd name="T2" fmla="*/ 0 w 176"/>
              <a:gd name="T3" fmla="*/ 2147483647 h 608"/>
              <a:gd name="T4" fmla="*/ 2147483647 w 176"/>
              <a:gd name="T5" fmla="*/ 2147483647 h 608"/>
              <a:gd name="T6" fmla="*/ 0 w 176"/>
              <a:gd name="T7" fmla="*/ 2147483647 h 608"/>
              <a:gd name="T8" fmla="*/ 2147483647 w 176"/>
              <a:gd name="T9" fmla="*/ 2147483647 h 608"/>
              <a:gd name="T10" fmla="*/ 2147483647 w 176"/>
              <a:gd name="T11" fmla="*/ 2147483647 h 608"/>
              <a:gd name="T12" fmla="*/ 0 w 176"/>
              <a:gd name="T13" fmla="*/ 2147483647 h 608"/>
              <a:gd name="T14" fmla="*/ 0 w 176"/>
              <a:gd name="T15" fmla="*/ 2147483647 h 608"/>
              <a:gd name="T16" fmla="*/ 2147483647 w 176"/>
              <a:gd name="T17" fmla="*/ 2147483647 h 608"/>
              <a:gd name="T18" fmla="*/ 2147483647 w 176"/>
              <a:gd name="T19" fmla="*/ 2147483647 h 608"/>
              <a:gd name="T20" fmla="*/ 2147483647 w 176"/>
              <a:gd name="T21" fmla="*/ 2147483647 h 608"/>
              <a:gd name="T22" fmla="*/ 2147483647 w 176"/>
              <a:gd name="T23" fmla="*/ 2147483647 h 608"/>
              <a:gd name="T24" fmla="*/ 2147483647 w 176"/>
              <a:gd name="T25" fmla="*/ 2147483647 h 608"/>
              <a:gd name="T26" fmla="*/ 2147483647 w 176"/>
              <a:gd name="T27" fmla="*/ 2147483647 h 608"/>
              <a:gd name="T28" fmla="*/ 2147483647 w 176"/>
              <a:gd name="T29" fmla="*/ 0 h 608"/>
              <a:gd name="T30" fmla="*/ 2147483647 w 176"/>
              <a:gd name="T31" fmla="*/ 0 h 60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76" h="608">
                <a:moveTo>
                  <a:pt x="72" y="0"/>
                </a:moveTo>
                <a:lnTo>
                  <a:pt x="0" y="232"/>
                </a:lnTo>
                <a:lnTo>
                  <a:pt x="48" y="232"/>
                </a:lnTo>
                <a:lnTo>
                  <a:pt x="0" y="376"/>
                </a:lnTo>
                <a:lnTo>
                  <a:pt x="72" y="376"/>
                </a:lnTo>
                <a:lnTo>
                  <a:pt x="32" y="504"/>
                </a:lnTo>
                <a:lnTo>
                  <a:pt x="0" y="504"/>
                </a:lnTo>
                <a:lnTo>
                  <a:pt x="0" y="608"/>
                </a:lnTo>
                <a:lnTo>
                  <a:pt x="96" y="496"/>
                </a:lnTo>
                <a:lnTo>
                  <a:pt x="48" y="504"/>
                </a:lnTo>
                <a:lnTo>
                  <a:pt x="144" y="336"/>
                </a:lnTo>
                <a:lnTo>
                  <a:pt x="72" y="336"/>
                </a:lnTo>
                <a:lnTo>
                  <a:pt x="144" y="192"/>
                </a:lnTo>
                <a:lnTo>
                  <a:pt x="88" y="192"/>
                </a:lnTo>
                <a:lnTo>
                  <a:pt x="176" y="0"/>
                </a:lnTo>
                <a:lnTo>
                  <a:pt x="72" y="0"/>
                </a:lnTo>
                <a:close/>
              </a:path>
            </a:pathLst>
          </a:custGeom>
          <a:solidFill>
            <a:srgbClr val="B01C2E"/>
          </a:solidFill>
          <a:ln w="6350" cap="flat" cmpd="sng">
            <a:solidFill>
              <a:srgbClr val="B01C2E"/>
            </a:solidFill>
            <a:prstDash val="solid"/>
            <a:round/>
            <a:headEnd/>
            <a:tailEnd/>
          </a:ln>
        </p:spPr>
        <p:txBody>
          <a:bodyPr lIns="72000" tIns="72000" rIns="72000" bIns="72000" anchor="ctr"/>
          <a:lstStyle/>
          <a:p>
            <a:endParaRPr lang="en-US" sz="180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13536" y="1417320"/>
            <a:ext cx="4047744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7022169" y="1417320"/>
            <a:ext cx="4072128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1113536" y="1874520"/>
            <a:ext cx="4389120" cy="4343400"/>
          </a:xfrm>
          <a:prstGeom prst="homePlate">
            <a:avLst>
              <a:gd name="adj" fmla="val 7684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4"/>
          </p:nvPr>
        </p:nvSpPr>
        <p:spPr>
          <a:xfrm flipH="1">
            <a:off x="6705177" y="1874520"/>
            <a:ext cx="4389120" cy="4343400"/>
          </a:xfrm>
          <a:prstGeom prst="homePlate">
            <a:avLst>
              <a:gd name="adj" fmla="val 7343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2286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637242-61C1-4C47-AFEF-079B86936FE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179405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0"/>
          <p:cNvSpPr>
            <a:spLocks noGrp="1"/>
          </p:cNvSpPr>
          <p:nvPr>
            <p:ph sz="quarter" idx="35"/>
          </p:nvPr>
        </p:nvSpPr>
        <p:spPr>
          <a:xfrm>
            <a:off x="8242300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0" rIns="9144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10"/>
          <p:cNvSpPr>
            <a:spLocks noGrp="1"/>
          </p:cNvSpPr>
          <p:nvPr>
            <p:ph sz="quarter" idx="20"/>
          </p:nvPr>
        </p:nvSpPr>
        <p:spPr>
          <a:xfrm>
            <a:off x="646176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0"/>
          </p:nvPr>
        </p:nvSpPr>
        <p:spPr>
          <a:xfrm>
            <a:off x="3556000" y="18288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21"/>
          </p:nvPr>
        </p:nvSpPr>
        <p:spPr>
          <a:xfrm>
            <a:off x="3556000" y="242316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22"/>
          </p:nvPr>
        </p:nvSpPr>
        <p:spPr>
          <a:xfrm>
            <a:off x="3556000" y="301752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3"/>
          <p:cNvSpPr>
            <a:spLocks noGrp="1"/>
          </p:cNvSpPr>
          <p:nvPr>
            <p:ph type="body" sz="quarter" idx="23"/>
          </p:nvPr>
        </p:nvSpPr>
        <p:spPr>
          <a:xfrm>
            <a:off x="3556000" y="361188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24"/>
          </p:nvPr>
        </p:nvSpPr>
        <p:spPr>
          <a:xfrm>
            <a:off x="3556000" y="420624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3"/>
          <p:cNvSpPr>
            <a:spLocks noGrp="1"/>
          </p:cNvSpPr>
          <p:nvPr>
            <p:ph type="body" sz="quarter" idx="25"/>
          </p:nvPr>
        </p:nvSpPr>
        <p:spPr>
          <a:xfrm>
            <a:off x="3556000" y="48006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3352800" y="1981200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3352800" y="2570074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3352800" y="315894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3352800" y="3747822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3352800" y="4336696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3352800" y="492556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6F716D94-026E-1240-A247-91A0127FD88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8477543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Horizont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528320" y="160020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495040" y="160020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528320" y="274828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495040" y="274828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528320" y="389636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3495040" y="389636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536355" y="504444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35"/>
          </p:nvPr>
        </p:nvSpPr>
        <p:spPr>
          <a:xfrm>
            <a:off x="3503075" y="504444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DDD5FA0E-3EAB-CB47-B428-C2E5915BFD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8657053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Vertic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3"/>
          <p:cNvSpPr>
            <a:spLocks noGrp="1"/>
          </p:cNvSpPr>
          <p:nvPr>
            <p:ph type="body" sz="quarter" idx="17"/>
          </p:nvPr>
        </p:nvSpPr>
        <p:spPr>
          <a:xfrm rot="5400000">
            <a:off x="1187196" y="794005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149600" y="1371600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3149600" y="2474977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149600" y="3578353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3149600" y="4681728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33"/>
          </p:nvPr>
        </p:nvSpPr>
        <p:spPr>
          <a:xfrm rot="5400000">
            <a:off x="1187196" y="1897381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34"/>
          </p:nvPr>
        </p:nvSpPr>
        <p:spPr>
          <a:xfrm rot="5400000">
            <a:off x="1187196" y="3000757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3"/>
          <p:cNvSpPr>
            <a:spLocks noGrp="1"/>
          </p:cNvSpPr>
          <p:nvPr>
            <p:ph type="body" sz="quarter" idx="35"/>
          </p:nvPr>
        </p:nvSpPr>
        <p:spPr>
          <a:xfrm rot="5400000">
            <a:off x="1187196" y="4104132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4835DA82-056E-9542-8819-BE1B86DFF07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131279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8"/>
          <p:cNvSpPr>
            <a:spLocks noChangeArrowheads="1"/>
          </p:cNvSpPr>
          <p:nvPr userDrawn="1"/>
        </p:nvSpPr>
        <p:spPr bwMode="auto">
          <a:xfrm rot="5400000">
            <a:off x="7797801" y="3117850"/>
            <a:ext cx="4406900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2" name="AutoShape 4"/>
          <p:cNvSpPr>
            <a:spLocks noChangeArrowheads="1"/>
          </p:cNvSpPr>
          <p:nvPr userDrawn="1"/>
        </p:nvSpPr>
        <p:spPr bwMode="auto">
          <a:xfrm rot="5400000">
            <a:off x="-277813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3" name="AutoShape 5"/>
          <p:cNvSpPr>
            <a:spLocks noChangeArrowheads="1"/>
          </p:cNvSpPr>
          <p:nvPr userDrawn="1"/>
        </p:nvSpPr>
        <p:spPr bwMode="auto">
          <a:xfrm rot="5400000">
            <a:off x="1741488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4" name="AutoShape 6"/>
          <p:cNvSpPr>
            <a:spLocks noChangeArrowheads="1"/>
          </p:cNvSpPr>
          <p:nvPr userDrawn="1"/>
        </p:nvSpPr>
        <p:spPr bwMode="auto">
          <a:xfrm rot="5400000">
            <a:off x="3758672" y="3122613"/>
            <a:ext cx="4416425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5" name="AutoShape 7"/>
          <p:cNvSpPr>
            <a:spLocks noChangeArrowheads="1"/>
          </p:cNvSpPr>
          <p:nvPr userDrawn="1"/>
        </p:nvSpPr>
        <p:spPr bwMode="auto">
          <a:xfrm rot="5400000">
            <a:off x="5777972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10160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1"/>
          </p:nvPr>
        </p:nvSpPr>
        <p:spPr>
          <a:xfrm>
            <a:off x="30353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0524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70717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9086851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812800" y="21336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812800" y="33909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812800" y="4648200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fld id="{4755A724-3117-D848-90FF-6F79FEC2065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8719421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resulting Fr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4364736" y="1444752"/>
            <a:ext cx="3462528" cy="3968496"/>
          </a:xfrm>
          <a:prstGeom prst="rect">
            <a:avLst/>
          </a:prstGeom>
        </p:spPr>
        <p:txBody>
          <a:bodyPr wrap="square" lIns="640080" rIns="640080" anchor="ctr" anchorCtr="1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7160768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 flipH="1">
            <a:off x="812800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7160768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 flipH="1">
            <a:off x="812800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7160768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35"/>
          </p:nvPr>
        </p:nvSpPr>
        <p:spPr>
          <a:xfrm flipH="1">
            <a:off x="812800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6"/>
          </p:nvPr>
        </p:nvSpPr>
        <p:spPr>
          <a:xfrm>
            <a:off x="7160768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Text Placeholder 19"/>
          <p:cNvSpPr>
            <a:spLocks noGrp="1"/>
          </p:cNvSpPr>
          <p:nvPr>
            <p:ph type="body" sz="quarter" idx="37"/>
          </p:nvPr>
        </p:nvSpPr>
        <p:spPr>
          <a:xfrm flipH="1">
            <a:off x="812800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9"/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/>
            </a:lvl1pPr>
          </a:lstStyle>
          <a:p>
            <a:fld id="{BA6B416F-5AE6-D74C-AE38-5D34E63DFA9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2"/>
          <p:cNvSpPr>
            <a:spLocks noGrp="1"/>
          </p:cNvSpPr>
          <p:nvPr>
            <p:ph type="ftr" sz="quarter" idx="3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2354106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331200" y="1420504"/>
            <a:ext cx="3450336" cy="48006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1115568">
              <a:buClr>
                <a:srgbClr val="B01C1A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670560" y="15544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670560" y="27482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70560" y="39420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23"/>
          </p:nvPr>
        </p:nvSpPr>
        <p:spPr>
          <a:xfrm>
            <a:off x="670560" y="51358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/>
            </a:lvl1pPr>
          </a:lstStyle>
          <a:p>
            <a:fld id="{12EFD6B5-614C-464C-AC16-8E45A0815B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7069551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406400" y="2362200"/>
            <a:ext cx="8156448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406400" y="3491484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406400" y="4620768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1"/>
          </p:nvPr>
        </p:nvSpPr>
        <p:spPr>
          <a:xfrm>
            <a:off x="8548577" y="1417320"/>
            <a:ext cx="2804160" cy="429768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7"/>
          </p:nvPr>
        </p:nvSpPr>
        <p:spPr>
          <a:xfrm>
            <a:off x="5854700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3698748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9"/>
          </p:nvPr>
        </p:nvSpPr>
        <p:spPr>
          <a:xfrm>
            <a:off x="1542796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5"/>
          <p:cNvSpPr>
            <a:spLocks noGrp="1"/>
          </p:cNvSpPr>
          <p:nvPr>
            <p:ph type="body" sz="quarter" idx="30"/>
          </p:nvPr>
        </p:nvSpPr>
        <p:spPr>
          <a:xfrm>
            <a:off x="1542796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5"/>
          <p:cNvSpPr>
            <a:spLocks noGrp="1"/>
          </p:cNvSpPr>
          <p:nvPr>
            <p:ph type="body" sz="quarter" idx="31"/>
          </p:nvPr>
        </p:nvSpPr>
        <p:spPr>
          <a:xfrm>
            <a:off x="3698748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5"/>
          <p:cNvSpPr>
            <a:spLocks noGrp="1"/>
          </p:cNvSpPr>
          <p:nvPr>
            <p:ph type="body" sz="quarter" idx="32"/>
          </p:nvPr>
        </p:nvSpPr>
        <p:spPr>
          <a:xfrm>
            <a:off x="5854700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0"/>
          <p:cNvSpPr>
            <a:spLocks noGrp="1"/>
          </p:cNvSpPr>
          <p:nvPr>
            <p:ph sz="quarter" idx="20"/>
          </p:nvPr>
        </p:nvSpPr>
        <p:spPr>
          <a:xfrm>
            <a:off x="8548577" y="1861185"/>
            <a:ext cx="280416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08AE5534-AA48-F74E-87DE-645A72BA9DD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631887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1"/>
          <p:cNvSpPr>
            <a:spLocks/>
          </p:cNvSpPr>
          <p:nvPr userDrawn="1"/>
        </p:nvSpPr>
        <p:spPr bwMode="auto">
          <a:xfrm>
            <a:off x="4091518" y="1981201"/>
            <a:ext cx="3382433" cy="339725"/>
          </a:xfrm>
          <a:custGeom>
            <a:avLst/>
            <a:gdLst>
              <a:gd name="T0" fmla="*/ 0 w 2536891"/>
              <a:gd name="T1" fmla="*/ 0 h 488372"/>
              <a:gd name="T2" fmla="*/ 1942613 w 2536891"/>
              <a:gd name="T3" fmla="*/ 0 h 488372"/>
              <a:gd name="T4" fmla="*/ 2455867 w 2536891"/>
              <a:gd name="T5" fmla="*/ 200 h 488372"/>
              <a:gd name="T6" fmla="*/ 2536627 w 2536891"/>
              <a:gd name="T7" fmla="*/ 114356 h 488372"/>
              <a:gd name="T8" fmla="*/ 131751 w 2536891"/>
              <a:gd name="T9" fmla="*/ 114356 h 488372"/>
              <a:gd name="T10" fmla="*/ 81090 w 2536891"/>
              <a:gd name="T11" fmla="*/ 113442 h 488372"/>
              <a:gd name="T12" fmla="*/ 0 w 2536891"/>
              <a:gd name="T13" fmla="*/ 0 h 4883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36891" h="488372">
                <a:moveTo>
                  <a:pt x="0" y="0"/>
                </a:moveTo>
                <a:lnTo>
                  <a:pt x="1942817" y="0"/>
                </a:lnTo>
                <a:lnTo>
                  <a:pt x="2456123" y="856"/>
                </a:lnTo>
                <a:lnTo>
                  <a:pt x="2536891" y="488372"/>
                </a:lnTo>
                <a:lnTo>
                  <a:pt x="131763" y="488372"/>
                </a:lnTo>
                <a:lnTo>
                  <a:pt x="81098" y="484467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/>
          </a:p>
        </p:txBody>
      </p:sp>
      <p:sp>
        <p:nvSpPr>
          <p:cNvPr id="17" name="Freeform 13"/>
          <p:cNvSpPr>
            <a:spLocks/>
          </p:cNvSpPr>
          <p:nvPr userDrawn="1"/>
        </p:nvSpPr>
        <p:spPr bwMode="auto">
          <a:xfrm>
            <a:off x="609601" y="1982789"/>
            <a:ext cx="3373967" cy="339725"/>
          </a:xfrm>
          <a:custGeom>
            <a:avLst/>
            <a:gdLst>
              <a:gd name="T0" fmla="*/ 0 w 2529680"/>
              <a:gd name="T1" fmla="*/ 0 h 488372"/>
              <a:gd name="T2" fmla="*/ 1945261 w 2529680"/>
              <a:gd name="T3" fmla="*/ 0 h 488372"/>
              <a:gd name="T4" fmla="*/ 2463980 w 2529680"/>
              <a:gd name="T5" fmla="*/ 200 h 488372"/>
              <a:gd name="T6" fmla="*/ 2532861 w 2529680"/>
              <a:gd name="T7" fmla="*/ 113442 h 488372"/>
              <a:gd name="T8" fmla="*/ 0 w 2529680"/>
              <a:gd name="T9" fmla="*/ 114356 h 488372"/>
              <a:gd name="T10" fmla="*/ 0 w 2529680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29680" h="488372">
                <a:moveTo>
                  <a:pt x="0" y="0"/>
                </a:moveTo>
                <a:lnTo>
                  <a:pt x="1942817" y="0"/>
                </a:lnTo>
                <a:lnTo>
                  <a:pt x="2460885" y="856"/>
                </a:lnTo>
                <a:lnTo>
                  <a:pt x="2529680" y="484467"/>
                </a:lnTo>
                <a:lnTo>
                  <a:pt x="0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/>
          </a:p>
        </p:txBody>
      </p:sp>
      <p:sp>
        <p:nvSpPr>
          <p:cNvPr id="21" name="Freeform 14"/>
          <p:cNvSpPr>
            <a:spLocks/>
          </p:cNvSpPr>
          <p:nvPr userDrawn="1"/>
        </p:nvSpPr>
        <p:spPr bwMode="auto">
          <a:xfrm>
            <a:off x="7579785" y="1981201"/>
            <a:ext cx="3829049" cy="339725"/>
          </a:xfrm>
          <a:custGeom>
            <a:avLst/>
            <a:gdLst>
              <a:gd name="T0" fmla="*/ 0 w 2996886"/>
              <a:gd name="T1" fmla="*/ 0 h 488372"/>
              <a:gd name="T2" fmla="*/ 1638173 w 2996886"/>
              <a:gd name="T3" fmla="*/ 0 h 488372"/>
              <a:gd name="T4" fmla="*/ 2526959 w 2996886"/>
              <a:gd name="T5" fmla="*/ 200 h 488372"/>
              <a:gd name="T6" fmla="*/ 2525539 w 2996886"/>
              <a:gd name="T7" fmla="*/ 114356 h 488372"/>
              <a:gd name="T8" fmla="*/ 60236 w 2996886"/>
              <a:gd name="T9" fmla="*/ 114356 h 488372"/>
              <a:gd name="T10" fmla="*/ 0 w 2996886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996886" h="488372">
                <a:moveTo>
                  <a:pt x="0" y="0"/>
                </a:moveTo>
                <a:lnTo>
                  <a:pt x="1942817" y="0"/>
                </a:lnTo>
                <a:lnTo>
                  <a:pt x="2996886" y="855"/>
                </a:lnTo>
                <a:cubicBezTo>
                  <a:pt x="2996325" y="163361"/>
                  <a:pt x="2995763" y="325866"/>
                  <a:pt x="2995202" y="488372"/>
                </a:cubicBezTo>
                <a:lnTo>
                  <a:pt x="71438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16"/>
          </p:nvPr>
        </p:nvSpPr>
        <p:spPr bwMode="gray">
          <a:xfrm>
            <a:off x="7574514" y="1983087"/>
            <a:ext cx="3834321" cy="1903112"/>
          </a:xfrm>
          <a:custGeom>
            <a:avLst/>
            <a:gdLst>
              <a:gd name="connsiteX0" fmla="*/ 0 w 2674468"/>
              <a:gd name="connsiteY0" fmla="*/ 0 h 1724992"/>
              <a:gd name="connsiteX1" fmla="*/ 2472747 w 2674468"/>
              <a:gd name="connsiteY1" fmla="*/ 0 h 1724992"/>
              <a:gd name="connsiteX2" fmla="*/ 2674468 w 2674468"/>
              <a:gd name="connsiteY2" fmla="*/ 862496 h 1724992"/>
              <a:gd name="connsiteX3" fmla="*/ 2472747 w 2674468"/>
              <a:gd name="connsiteY3" fmla="*/ 1724992 h 1724992"/>
              <a:gd name="connsiteX4" fmla="*/ 0 w 2674468"/>
              <a:gd name="connsiteY4" fmla="*/ 1724992 h 1724992"/>
              <a:gd name="connsiteX5" fmla="*/ 201721 w 2674468"/>
              <a:gd name="connsiteY5" fmla="*/ 862496 h 1724992"/>
              <a:gd name="connsiteX6" fmla="*/ 0 w 2674468"/>
              <a:gd name="connsiteY6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201721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2747" h="1724992">
                <a:moveTo>
                  <a:pt x="0" y="0"/>
                </a:moveTo>
                <a:lnTo>
                  <a:pt x="2472747" y="0"/>
                </a:lnTo>
                <a:lnTo>
                  <a:pt x="2472747" y="1724992"/>
                </a:lnTo>
                <a:lnTo>
                  <a:pt x="0" y="1724992"/>
                </a:lnTo>
                <a:lnTo>
                  <a:pt x="169327" y="862496"/>
                </a:lnTo>
                <a:lnTo>
                  <a:pt x="0" y="0"/>
                </a:lnTo>
                <a:close/>
              </a:path>
            </a:pathLst>
          </a:custGeom>
          <a:noFill/>
          <a:ln w="6350">
            <a:solidFill>
              <a:srgbClr val="A9A9A9"/>
            </a:solidFill>
            <a:miter lim="800000"/>
            <a:headEnd/>
            <a:tailEnd/>
          </a:ln>
        </p:spPr>
        <p:txBody>
          <a:bodyPr lIns="41148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4091412" y="1983087"/>
            <a:ext cx="3565957" cy="1903112"/>
          </a:xfrm>
          <a:prstGeom prst="chevron">
            <a:avLst>
              <a:gd name="adj" fmla="val 10431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4038600"/>
            <a:ext cx="10769600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609600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73736" algn="l">
              <a:buClr>
                <a:schemeClr val="accent1"/>
              </a:buClr>
              <a:buFont typeface="Wingdings" pitchFamily="2" charset="2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6114371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73736" algn="l">
              <a:buClr>
                <a:schemeClr val="accent1"/>
              </a:buClr>
              <a:buFont typeface="Wingdings" pitchFamily="2" charset="2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609600" y="1417320"/>
            <a:ext cx="6925056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7541684" y="1417325"/>
            <a:ext cx="4047744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 marL="342900" marR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1983087"/>
            <a:ext cx="3565957" cy="1903112"/>
          </a:xfrm>
          <a:prstGeom prst="homePlate">
            <a:avLst>
              <a:gd name="adj" fmla="val 11448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9"/>
          <p:cNvSpPr>
            <a:spLocks noGrp="1"/>
          </p:cNvSpPr>
          <p:nvPr>
            <p:ph type="body" sz="quarter" idx="13"/>
          </p:nvPr>
        </p:nvSpPr>
        <p:spPr>
          <a:xfrm>
            <a:off x="609600" y="1981200"/>
            <a:ext cx="3297573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9"/>
          <p:cNvSpPr>
            <a:spLocks noGrp="1"/>
          </p:cNvSpPr>
          <p:nvPr>
            <p:ph type="body" sz="quarter" idx="15"/>
          </p:nvPr>
        </p:nvSpPr>
        <p:spPr>
          <a:xfrm>
            <a:off x="4192430" y="1988239"/>
            <a:ext cx="3183381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343400"/>
            <a:ext cx="1076960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3736" indent="-173736">
              <a:lnSpc>
                <a:spcPct val="95000"/>
              </a:lnSpc>
              <a:spcBef>
                <a:spcPts val="720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7472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521208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914400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34"/>
          </p:nvPr>
        </p:nvSpPr>
        <p:spPr>
          <a:xfrm>
            <a:off x="7683241" y="1987175"/>
            <a:ext cx="3725596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E70D8206-912D-3041-8A60-C5747B4B98E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9321310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Workstreams and outco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entagon 32"/>
          <p:cNvSpPr/>
          <p:nvPr userDrawn="1"/>
        </p:nvSpPr>
        <p:spPr bwMode="auto">
          <a:xfrm>
            <a:off x="7342718" y="1755775"/>
            <a:ext cx="905933" cy="4343400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indent="-117475" eaLnBrk="0" hangingPunct="0">
              <a:lnSpc>
                <a:spcPct val="95000"/>
              </a:lnSpc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type="body" idx="38"/>
          </p:nvPr>
        </p:nvSpPr>
        <p:spPr>
          <a:xfrm>
            <a:off x="399164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39"/>
          </p:nvPr>
        </p:nvSpPr>
        <p:spPr>
          <a:xfrm>
            <a:off x="63711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5"/>
          </p:nvPr>
        </p:nvSpPr>
        <p:spPr>
          <a:xfrm>
            <a:off x="3991647" y="1290638"/>
            <a:ext cx="3169920" cy="38039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2"/>
          </p:nvPr>
        </p:nvSpPr>
        <p:spPr>
          <a:xfrm>
            <a:off x="8400511" y="1290638"/>
            <a:ext cx="316992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30"/>
          </p:nvPr>
        </p:nvSpPr>
        <p:spPr>
          <a:xfrm>
            <a:off x="637117" y="1290638"/>
            <a:ext cx="3169920" cy="380392"/>
          </a:xfrm>
          <a:prstGeom prst="rect">
            <a:avLst/>
          </a:prstGeom>
          <a:solidFill>
            <a:srgbClr val="4D4D4D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40"/>
          </p:nvPr>
        </p:nvSpPr>
        <p:spPr>
          <a:xfrm>
            <a:off x="759037" y="173126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0" rIns="45720" bIns="0" anchor="ctr" anchorCtr="0"/>
          <a:lstStyle>
            <a:lvl1pPr marL="0" indent="-118872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41"/>
          </p:nvPr>
        </p:nvSpPr>
        <p:spPr>
          <a:xfrm>
            <a:off x="759037" y="235712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42"/>
          </p:nvPr>
        </p:nvSpPr>
        <p:spPr>
          <a:xfrm>
            <a:off x="759037" y="2982976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59037" y="3608832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44"/>
          </p:nvPr>
        </p:nvSpPr>
        <p:spPr>
          <a:xfrm>
            <a:off x="759037" y="4234688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45"/>
          </p:nvPr>
        </p:nvSpPr>
        <p:spPr>
          <a:xfrm>
            <a:off x="759037" y="548640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46"/>
          </p:nvPr>
        </p:nvSpPr>
        <p:spPr>
          <a:xfrm>
            <a:off x="759037" y="486054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47"/>
          </p:nvPr>
        </p:nvSpPr>
        <p:spPr>
          <a:xfrm>
            <a:off x="4113567" y="174345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48"/>
          </p:nvPr>
        </p:nvSpPr>
        <p:spPr>
          <a:xfrm>
            <a:off x="4113567" y="236931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49"/>
          </p:nvPr>
        </p:nvSpPr>
        <p:spPr>
          <a:xfrm>
            <a:off x="4113567" y="2995168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50"/>
          </p:nvPr>
        </p:nvSpPr>
        <p:spPr>
          <a:xfrm>
            <a:off x="4113567" y="3621024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/>
          <p:cNvSpPr>
            <a:spLocks noGrp="1"/>
          </p:cNvSpPr>
          <p:nvPr>
            <p:ph type="body" sz="quarter" idx="51"/>
          </p:nvPr>
        </p:nvSpPr>
        <p:spPr>
          <a:xfrm>
            <a:off x="4113567" y="4246880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52"/>
          </p:nvPr>
        </p:nvSpPr>
        <p:spPr>
          <a:xfrm>
            <a:off x="4113567" y="549859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53"/>
          </p:nvPr>
        </p:nvSpPr>
        <p:spPr>
          <a:xfrm>
            <a:off x="4113567" y="487273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9"/>
          <p:cNvSpPr>
            <a:spLocks noGrp="1"/>
          </p:cNvSpPr>
          <p:nvPr>
            <p:ph type="body" sz="quarter" idx="54"/>
          </p:nvPr>
        </p:nvSpPr>
        <p:spPr>
          <a:xfrm>
            <a:off x="8400511" y="174345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55"/>
          </p:nvPr>
        </p:nvSpPr>
        <p:spPr>
          <a:xfrm>
            <a:off x="8400511" y="236931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56"/>
          </p:nvPr>
        </p:nvSpPr>
        <p:spPr>
          <a:xfrm>
            <a:off x="8400511" y="2995168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57"/>
          </p:nvPr>
        </p:nvSpPr>
        <p:spPr>
          <a:xfrm>
            <a:off x="8400511" y="3621024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58"/>
          </p:nvPr>
        </p:nvSpPr>
        <p:spPr>
          <a:xfrm>
            <a:off x="8400511" y="4246880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59"/>
          </p:nvPr>
        </p:nvSpPr>
        <p:spPr>
          <a:xfrm>
            <a:off x="8400511" y="549859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60"/>
          </p:nvPr>
        </p:nvSpPr>
        <p:spPr>
          <a:xfrm>
            <a:off x="8400511" y="487273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Slide Number Placeholder 9"/>
          <p:cNvSpPr>
            <a:spLocks noGrp="1"/>
          </p:cNvSpPr>
          <p:nvPr>
            <p:ph type="sldNum" sz="quarter" idx="61"/>
          </p:nvPr>
        </p:nvSpPr>
        <p:spPr/>
        <p:txBody>
          <a:bodyPr/>
          <a:lstStyle>
            <a:lvl1pPr>
              <a:defRPr/>
            </a:lvl1pPr>
          </a:lstStyle>
          <a:p>
            <a:fld id="{250D9D91-D592-1043-AF8D-0FC015913F1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5" name="Footer Placeholder 33"/>
          <p:cNvSpPr>
            <a:spLocks noGrp="1"/>
          </p:cNvSpPr>
          <p:nvPr>
            <p:ph type="ftr" sz="quarter" idx="6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8433748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Element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entagon 14"/>
          <p:cNvSpPr/>
          <p:nvPr userDrawn="1"/>
        </p:nvSpPr>
        <p:spPr bwMode="auto">
          <a:xfrm>
            <a:off x="7133167" y="1497014"/>
            <a:ext cx="905933" cy="4352925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9549384" y="-97536"/>
            <a:ext cx="640080" cy="3425952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156448" y="1981200"/>
            <a:ext cx="3425952" cy="41148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" pitchFamily="2" charset="2"/>
              <a:buChar char="§"/>
              <a:defRPr sz="1200" b="1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="1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="1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 b="1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5080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22"/>
          </p:nvPr>
        </p:nvSpPr>
        <p:spPr>
          <a:xfrm>
            <a:off x="5080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23"/>
          </p:nvPr>
        </p:nvSpPr>
        <p:spPr>
          <a:xfrm>
            <a:off x="5080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4"/>
          </p:nvPr>
        </p:nvSpPr>
        <p:spPr>
          <a:xfrm>
            <a:off x="27432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5"/>
          </p:nvPr>
        </p:nvSpPr>
        <p:spPr>
          <a:xfrm>
            <a:off x="27432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6"/>
          </p:nvPr>
        </p:nvSpPr>
        <p:spPr>
          <a:xfrm>
            <a:off x="27432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half" idx="27"/>
          </p:nvPr>
        </p:nvSpPr>
        <p:spPr>
          <a:xfrm>
            <a:off x="49784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28"/>
          </p:nvPr>
        </p:nvSpPr>
        <p:spPr>
          <a:xfrm>
            <a:off x="49784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9"/>
          </p:nvPr>
        </p:nvSpPr>
        <p:spPr>
          <a:xfrm>
            <a:off x="49784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09CF501B-85A3-0748-9525-578425C4928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9855464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lated Text Blocks - Sequ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Elbow Connector 24"/>
          <p:cNvCxnSpPr>
            <a:cxnSpLocks noChangeShapeType="1"/>
          </p:cNvCxnSpPr>
          <p:nvPr userDrawn="1"/>
        </p:nvCxnSpPr>
        <p:spPr bwMode="auto">
          <a:xfrm rot="16200000" flipH="1">
            <a:off x="1340909" y="2289175"/>
            <a:ext cx="768350" cy="850900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Elbow Connector 28"/>
          <p:cNvCxnSpPr>
            <a:cxnSpLocks noChangeShapeType="1"/>
          </p:cNvCxnSpPr>
          <p:nvPr userDrawn="1"/>
        </p:nvCxnSpPr>
        <p:spPr bwMode="auto">
          <a:xfrm rot="16200000" flipH="1">
            <a:off x="2881313" y="3486680"/>
            <a:ext cx="752475" cy="833967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Elbow Connector 39"/>
          <p:cNvCxnSpPr>
            <a:cxnSpLocks noChangeShapeType="1"/>
          </p:cNvCxnSpPr>
          <p:nvPr userDrawn="1"/>
        </p:nvCxnSpPr>
        <p:spPr bwMode="auto">
          <a:xfrm rot="16200000" flipH="1">
            <a:off x="4429126" y="4714875"/>
            <a:ext cx="698500" cy="793751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Content Placeholder 3"/>
          <p:cNvSpPr>
            <a:spLocks noGrp="1"/>
          </p:cNvSpPr>
          <p:nvPr>
            <p:ph sz="half" idx="17"/>
          </p:nvPr>
        </p:nvSpPr>
        <p:spPr>
          <a:xfrm>
            <a:off x="5175608" y="4986243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4"/>
          </p:nvPr>
        </p:nvSpPr>
        <p:spPr>
          <a:xfrm>
            <a:off x="638822" y="1441358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5"/>
          </p:nvPr>
        </p:nvSpPr>
        <p:spPr>
          <a:xfrm>
            <a:off x="2150310" y="2622986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6"/>
          </p:nvPr>
        </p:nvSpPr>
        <p:spPr>
          <a:xfrm>
            <a:off x="3674314" y="3804614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0C10D6D8-3B97-854D-B9A2-DD1E2B17F6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3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6195830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/>
          <p:cNvSpPr/>
          <p:nvPr userDrawn="1"/>
        </p:nvSpPr>
        <p:spPr bwMode="auto">
          <a:xfrm>
            <a:off x="950384" y="1782764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8" name="Parallelogram 7"/>
          <p:cNvSpPr/>
          <p:nvPr userDrawn="1"/>
        </p:nvSpPr>
        <p:spPr bwMode="auto">
          <a:xfrm>
            <a:off x="950384" y="5300664"/>
            <a:ext cx="10625667" cy="530225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4" name="Parallelogram 13"/>
          <p:cNvSpPr/>
          <p:nvPr userDrawn="1"/>
        </p:nvSpPr>
        <p:spPr bwMode="auto">
          <a:xfrm>
            <a:off x="950384" y="4129089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5" name="Parallelogram 14"/>
          <p:cNvSpPr/>
          <p:nvPr userDrawn="1"/>
        </p:nvSpPr>
        <p:spPr bwMode="auto">
          <a:xfrm>
            <a:off x="950384" y="2955925"/>
            <a:ext cx="10625667" cy="528638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944921" y="1501649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944921" y="5019703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marR="0" indent="-176213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944921" y="3847016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5"/>
          </p:nvPr>
        </p:nvSpPr>
        <p:spPr>
          <a:xfrm>
            <a:off x="944921" y="2674335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97E92AD8-7AD1-8240-8596-9839AB315E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995828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8"/>
          <p:cNvCxnSpPr>
            <a:cxnSpLocks noChangeShapeType="1"/>
          </p:cNvCxnSpPr>
          <p:nvPr userDrawn="1"/>
        </p:nvCxnSpPr>
        <p:spPr bwMode="auto">
          <a:xfrm>
            <a:off x="637117" y="3294064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637117" y="4670425"/>
            <a:ext cx="10651067" cy="1588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>
            <a:off x="637117" y="6046789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2110661" y="1290643"/>
            <a:ext cx="2494291" cy="600507"/>
          </a:xfrm>
          <a:prstGeom prst="homePlate">
            <a:avLst>
              <a:gd name="adj" fmla="val 31973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9195340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0"/>
          </p:nvPr>
        </p:nvSpPr>
        <p:spPr>
          <a:xfrm>
            <a:off x="6819046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442752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2068960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609600" y="343666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609600" y="480248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110661" y="2068960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2110661" y="344150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2110661" y="480732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4442752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4442752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4442752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6819045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6819045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6819045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195340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9195340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9195340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Slide Number Placeholder 9"/>
          <p:cNvSpPr>
            <a:spLocks noGrp="1"/>
          </p:cNvSpPr>
          <p:nvPr>
            <p:ph type="sldNum" sz="quarter" idx="46"/>
          </p:nvPr>
        </p:nvSpPr>
        <p:spPr/>
        <p:txBody>
          <a:bodyPr/>
          <a:lstStyle>
            <a:lvl1pPr>
              <a:defRPr/>
            </a:lvl1pPr>
          </a:lstStyle>
          <a:p>
            <a:fld id="{BC9105C1-E9DE-DA45-BFF7-4F496C07EBD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6" name="Footer Placeholder 37"/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3327755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entagon 11"/>
          <p:cNvSpPr>
            <a:spLocks noChangeArrowheads="1"/>
          </p:cNvSpPr>
          <p:nvPr userDrawn="1"/>
        </p:nvSpPr>
        <p:spPr bwMode="auto">
          <a:xfrm>
            <a:off x="2868085" y="1277938"/>
            <a:ext cx="8824383" cy="582612"/>
          </a:xfrm>
          <a:prstGeom prst="homePlate">
            <a:avLst>
              <a:gd name="adj" fmla="val 39286"/>
            </a:avLst>
          </a:prstGeom>
          <a:solidFill>
            <a:schemeClr val="accent1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2880784" y="1568450"/>
            <a:ext cx="8811683" cy="0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 rot="16200000" flipH="1">
            <a:off x="554302" y="3602303"/>
            <a:ext cx="4665662" cy="16933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5" name="Group 115"/>
          <p:cNvGrpSpPr>
            <a:grpSpLocks/>
          </p:cNvGrpSpPr>
          <p:nvPr userDrawn="1"/>
        </p:nvGrpSpPr>
        <p:grpSpPr bwMode="auto">
          <a:xfrm>
            <a:off x="3445933" y="1576388"/>
            <a:ext cx="7374467" cy="4367212"/>
            <a:chOff x="2585007" y="1576462"/>
            <a:chExt cx="5530617" cy="4041195"/>
          </a:xfrm>
        </p:grpSpPr>
        <p:cxnSp>
          <p:nvCxnSpPr>
            <p:cNvPr id="42" name="Straight Connector 12"/>
            <p:cNvCxnSpPr>
              <a:cxnSpLocks noChangeShapeType="1"/>
            </p:cNvCxnSpPr>
            <p:nvPr userDrawn="1"/>
          </p:nvCxnSpPr>
          <p:spPr bwMode="auto">
            <a:xfrm rot="5400000">
              <a:off x="564416" y="3597053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Straight Connector 13"/>
            <p:cNvCxnSpPr>
              <a:cxnSpLocks noChangeShapeType="1"/>
            </p:cNvCxnSpPr>
            <p:nvPr userDrawn="1"/>
          </p:nvCxnSpPr>
          <p:spPr bwMode="auto">
            <a:xfrm rot="5400000">
              <a:off x="1415280" y="359705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Straight Connector 14"/>
            <p:cNvCxnSpPr>
              <a:cxnSpLocks noChangeShapeType="1"/>
            </p:cNvCxnSpPr>
            <p:nvPr userDrawn="1"/>
          </p:nvCxnSpPr>
          <p:spPr bwMode="auto">
            <a:xfrm rot="5400000">
              <a:off x="989848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" name="Straight Connector 15"/>
            <p:cNvCxnSpPr>
              <a:cxnSpLocks noChangeShapeType="1"/>
            </p:cNvCxnSpPr>
            <p:nvPr userDrawn="1"/>
          </p:nvCxnSpPr>
          <p:spPr bwMode="auto">
            <a:xfrm rot="5400000">
              <a:off x="2266144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Straight Connector 16"/>
            <p:cNvCxnSpPr>
              <a:cxnSpLocks noChangeShapeType="1"/>
            </p:cNvCxnSpPr>
            <p:nvPr userDrawn="1"/>
          </p:nvCxnSpPr>
          <p:spPr bwMode="auto">
            <a:xfrm rot="5400000">
              <a:off x="1840712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Straight Connector 17"/>
            <p:cNvCxnSpPr>
              <a:cxnSpLocks noChangeShapeType="1"/>
            </p:cNvCxnSpPr>
            <p:nvPr userDrawn="1"/>
          </p:nvCxnSpPr>
          <p:spPr bwMode="auto">
            <a:xfrm rot="5400000">
              <a:off x="3117008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Straight Connector 18"/>
            <p:cNvCxnSpPr>
              <a:cxnSpLocks noChangeShapeType="1"/>
            </p:cNvCxnSpPr>
            <p:nvPr userDrawn="1"/>
          </p:nvCxnSpPr>
          <p:spPr bwMode="auto">
            <a:xfrm rot="5400000">
              <a:off x="2691576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" name="Straight Connector 19"/>
            <p:cNvCxnSpPr>
              <a:cxnSpLocks noChangeShapeType="1"/>
            </p:cNvCxnSpPr>
            <p:nvPr userDrawn="1"/>
          </p:nvCxnSpPr>
          <p:spPr bwMode="auto">
            <a:xfrm rot="5400000">
              <a:off x="3967872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" name="Straight Connector 20"/>
            <p:cNvCxnSpPr>
              <a:cxnSpLocks noChangeShapeType="1"/>
            </p:cNvCxnSpPr>
            <p:nvPr userDrawn="1"/>
          </p:nvCxnSpPr>
          <p:spPr bwMode="auto">
            <a:xfrm rot="5400000">
              <a:off x="3542440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Straight Connector 21"/>
            <p:cNvCxnSpPr>
              <a:cxnSpLocks noChangeShapeType="1"/>
            </p:cNvCxnSpPr>
            <p:nvPr userDrawn="1"/>
          </p:nvCxnSpPr>
          <p:spPr bwMode="auto">
            <a:xfrm rot="5400000">
              <a:off x="4818736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Straight Connector 22"/>
            <p:cNvCxnSpPr>
              <a:cxnSpLocks noChangeShapeType="1"/>
            </p:cNvCxnSpPr>
            <p:nvPr userDrawn="1"/>
          </p:nvCxnSpPr>
          <p:spPr bwMode="auto">
            <a:xfrm rot="5400000">
              <a:off x="4393304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Straight Connector 23"/>
            <p:cNvCxnSpPr>
              <a:cxnSpLocks noChangeShapeType="1"/>
            </p:cNvCxnSpPr>
            <p:nvPr userDrawn="1"/>
          </p:nvCxnSpPr>
          <p:spPr bwMode="auto">
            <a:xfrm rot="5400000">
              <a:off x="5669600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Straight Connector 24"/>
            <p:cNvCxnSpPr>
              <a:cxnSpLocks noChangeShapeType="1"/>
            </p:cNvCxnSpPr>
            <p:nvPr userDrawn="1"/>
          </p:nvCxnSpPr>
          <p:spPr bwMode="auto">
            <a:xfrm rot="5400000">
              <a:off x="5244168" y="3597064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Straight Connector 25"/>
            <p:cNvCxnSpPr>
              <a:cxnSpLocks noChangeShapeType="1"/>
            </p:cNvCxnSpPr>
            <p:nvPr userDrawn="1"/>
          </p:nvCxnSpPr>
          <p:spPr bwMode="auto">
            <a:xfrm rot="5400000">
              <a:off x="6095032" y="359706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0" name="Rectangle 30"/>
          <p:cNvSpPr>
            <a:spLocks noChangeArrowheads="1"/>
          </p:cNvSpPr>
          <p:nvPr userDrawn="1"/>
        </p:nvSpPr>
        <p:spPr bwMode="auto">
          <a:xfrm>
            <a:off x="624417" y="1860550"/>
            <a:ext cx="10759016" cy="4083050"/>
          </a:xfrm>
          <a:prstGeom prst="rect">
            <a:avLst/>
          </a:prstGeom>
          <a:noFill/>
          <a:ln w="12700">
            <a:solidFill>
              <a:srgbClr val="A9A9A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61" name="Rectangle 31"/>
          <p:cNvSpPr>
            <a:spLocks noChangeArrowheads="1"/>
          </p:cNvSpPr>
          <p:nvPr userDrawn="1"/>
        </p:nvSpPr>
        <p:spPr bwMode="auto">
          <a:xfrm>
            <a:off x="624418" y="1277938"/>
            <a:ext cx="2256367" cy="582612"/>
          </a:xfrm>
          <a:prstGeom prst="rect">
            <a:avLst/>
          </a:prstGeom>
          <a:solidFill>
            <a:srgbClr val="4D4D4D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62" name="Straight Connector 28"/>
          <p:cNvCxnSpPr>
            <a:cxnSpLocks noChangeShapeType="1"/>
          </p:cNvCxnSpPr>
          <p:nvPr userDrawn="1"/>
        </p:nvCxnSpPr>
        <p:spPr bwMode="auto">
          <a:xfrm>
            <a:off x="630767" y="1277938"/>
            <a:ext cx="2235200" cy="582612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2879952" y="1282930"/>
            <a:ext cx="8496387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02149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4588796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886892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345419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6290700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685800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15609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572339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855990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912720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742530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7992604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694508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1026180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1082911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730741" y="1548247"/>
            <a:ext cx="860776" cy="280554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1868569" y="1278088"/>
            <a:ext cx="860776" cy="561107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marR="0" indent="0" algn="r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711200" y="1905000"/>
            <a:ext cx="2072640" cy="3977640"/>
          </a:xfrm>
          <a:prstGeom prst="rect">
            <a:avLst/>
          </a:prstGeom>
          <a:noFill/>
          <a:ln>
            <a:noFill/>
          </a:ln>
        </p:spPr>
        <p:txBody>
          <a:bodyPr wrap="square" lIns="91440" anchor="t" anchorCtr="0">
            <a:noAutofit/>
          </a:bodyPr>
          <a:lstStyle>
            <a:lvl1pPr marL="173736" indent="-173736" algn="l">
              <a:spcBef>
                <a:spcPts val="200"/>
              </a:spcBef>
              <a:buClr>
                <a:srgbClr val="B01C2E"/>
              </a:buClr>
              <a:buFont typeface="Wingdings" pitchFamily="2" charset="2"/>
              <a:buChar char="§"/>
              <a:defRPr sz="12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lide Number Placeholder 9"/>
          <p:cNvSpPr>
            <a:spLocks noGrp="1"/>
          </p:cNvSpPr>
          <p:nvPr>
            <p:ph type="sldNum" sz="quarter" idx="48"/>
          </p:nvPr>
        </p:nvSpPr>
        <p:spPr/>
        <p:txBody>
          <a:bodyPr/>
          <a:lstStyle>
            <a:lvl1pPr>
              <a:defRPr/>
            </a:lvl1pPr>
          </a:lstStyle>
          <a:p>
            <a:fld id="{A2AEA599-6C77-BA4A-9F89-7B2425581CA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4" name="Footer Placeholder 47"/>
          <p:cNvSpPr>
            <a:spLocks noGrp="1"/>
          </p:cNvSpPr>
          <p:nvPr>
            <p:ph type="ftr" sz="quarter" idx="4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3059831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nt chart or Timelin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1"/>
          <p:cNvSpPr>
            <a:spLocks noChangeArrowheads="1"/>
          </p:cNvSpPr>
          <p:nvPr userDrawn="1"/>
        </p:nvSpPr>
        <p:spPr bwMode="auto">
          <a:xfrm>
            <a:off x="2074333" y="1828801"/>
            <a:ext cx="9508067" cy="379413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800">
              <a:latin typeface="Arial" charset="0"/>
            </a:endParaRPr>
          </a:p>
        </p:txBody>
      </p:sp>
      <p:sp>
        <p:nvSpPr>
          <p:cNvPr id="71" name="Rectangle 13"/>
          <p:cNvSpPr>
            <a:spLocks noChangeArrowheads="1"/>
          </p:cNvSpPr>
          <p:nvPr userDrawn="1"/>
        </p:nvSpPr>
        <p:spPr bwMode="auto">
          <a:xfrm>
            <a:off x="596900" y="2189163"/>
            <a:ext cx="1464733" cy="3287712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800">
              <a:latin typeface="Arial" charset="0"/>
            </a:endParaRPr>
          </a:p>
        </p:txBody>
      </p:sp>
      <p:grpSp>
        <p:nvGrpSpPr>
          <p:cNvPr id="72" name="Group 84"/>
          <p:cNvGrpSpPr>
            <a:grpSpLocks/>
          </p:cNvGrpSpPr>
          <p:nvPr userDrawn="1"/>
        </p:nvGrpSpPr>
        <p:grpSpPr bwMode="auto">
          <a:xfrm>
            <a:off x="590551" y="1819275"/>
            <a:ext cx="10979149" cy="3657600"/>
            <a:chOff x="443344" y="1819866"/>
            <a:chExt cx="8234523" cy="3657600"/>
          </a:xfrm>
        </p:grpSpPr>
        <p:grpSp>
          <p:nvGrpSpPr>
            <p:cNvPr id="73" name="Group 83"/>
            <p:cNvGrpSpPr>
              <a:grpSpLocks/>
            </p:cNvGrpSpPr>
            <p:nvPr userDrawn="1"/>
          </p:nvGrpSpPr>
          <p:grpSpPr bwMode="auto">
            <a:xfrm>
              <a:off x="443344" y="2565862"/>
              <a:ext cx="8229600" cy="2556366"/>
              <a:chOff x="443344" y="2565862"/>
              <a:chExt cx="8229600" cy="2556366"/>
            </a:xfrm>
          </p:grpSpPr>
          <p:cxnSp>
            <p:nvCxnSpPr>
              <p:cNvPr id="87" name="Straight Connector 27"/>
              <p:cNvCxnSpPr>
                <a:cxnSpLocks noChangeShapeType="1"/>
              </p:cNvCxnSpPr>
              <p:nvPr userDrawn="1"/>
            </p:nvCxnSpPr>
            <p:spPr bwMode="auto">
              <a:xfrm>
                <a:off x="443344" y="512064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8" name="Straight Connector 28"/>
              <p:cNvCxnSpPr>
                <a:cxnSpLocks noChangeShapeType="1"/>
              </p:cNvCxnSpPr>
              <p:nvPr userDrawn="1"/>
            </p:nvCxnSpPr>
            <p:spPr bwMode="auto">
              <a:xfrm>
                <a:off x="443344" y="47548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9" name="Straight Connector 29"/>
              <p:cNvCxnSpPr>
                <a:cxnSpLocks noChangeShapeType="1"/>
              </p:cNvCxnSpPr>
              <p:nvPr userDrawn="1"/>
            </p:nvCxnSpPr>
            <p:spPr bwMode="auto">
              <a:xfrm>
                <a:off x="443344" y="438912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0" name="Straight Connector 30"/>
              <p:cNvCxnSpPr>
                <a:cxnSpLocks noChangeShapeType="1"/>
              </p:cNvCxnSpPr>
              <p:nvPr userDrawn="1"/>
            </p:nvCxnSpPr>
            <p:spPr bwMode="auto">
              <a:xfrm>
                <a:off x="443344" y="402890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1" name="Straight Connector 31"/>
              <p:cNvCxnSpPr>
                <a:cxnSpLocks noChangeShapeType="1"/>
              </p:cNvCxnSpPr>
              <p:nvPr userDrawn="1"/>
            </p:nvCxnSpPr>
            <p:spPr bwMode="auto">
              <a:xfrm>
                <a:off x="443344" y="366314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2" name="Straight Connector 32"/>
              <p:cNvCxnSpPr>
                <a:cxnSpLocks noChangeShapeType="1"/>
              </p:cNvCxnSpPr>
              <p:nvPr userDrawn="1"/>
            </p:nvCxnSpPr>
            <p:spPr bwMode="auto">
              <a:xfrm>
                <a:off x="443344" y="3302924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3" name="Straight Connector 33"/>
              <p:cNvCxnSpPr>
                <a:cxnSpLocks noChangeShapeType="1"/>
              </p:cNvCxnSpPr>
              <p:nvPr userDrawn="1"/>
            </p:nvCxnSpPr>
            <p:spPr bwMode="auto">
              <a:xfrm>
                <a:off x="443344" y="29260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4" name="Straight Connector 34"/>
              <p:cNvCxnSpPr>
                <a:cxnSpLocks noChangeShapeType="1"/>
              </p:cNvCxnSpPr>
              <p:nvPr userDrawn="1"/>
            </p:nvCxnSpPr>
            <p:spPr bwMode="auto">
              <a:xfrm>
                <a:off x="443344" y="256586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4" name="Group 82"/>
            <p:cNvGrpSpPr>
              <a:grpSpLocks/>
            </p:cNvGrpSpPr>
            <p:nvPr userDrawn="1"/>
          </p:nvGrpSpPr>
          <p:grpSpPr bwMode="auto">
            <a:xfrm>
              <a:off x="2202964" y="1819866"/>
              <a:ext cx="6474903" cy="3657600"/>
              <a:chOff x="2202964" y="1819866"/>
              <a:chExt cx="6474903" cy="3657600"/>
            </a:xfrm>
          </p:grpSpPr>
          <p:cxnSp>
            <p:nvCxnSpPr>
              <p:cNvPr id="75" name="Straight Connector 1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7495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6" name="Straight Connector 17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02229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7" name="Straight Connector 18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66962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9" name="Straight Connector 19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31695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" name="Straight Connector 20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96428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1" name="Straight Connector 21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61161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" name="Straight Connector 22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25895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3" name="Straight Connector 23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90628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4" name="Straight Connector 24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555361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5" name="Straight Connector 25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20094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" name="Straight Connector 2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848273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95" name="TextBox 36"/>
          <p:cNvSpPr txBox="1">
            <a:spLocks noChangeArrowheads="1"/>
          </p:cNvSpPr>
          <p:nvPr userDrawn="1"/>
        </p:nvSpPr>
        <p:spPr bwMode="auto">
          <a:xfrm>
            <a:off x="683685" y="1566864"/>
            <a:ext cx="1178983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400"/>
              </a:lnSpc>
              <a:spcBef>
                <a:spcPts val="1500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800" b="1">
                <a:solidFill>
                  <a:srgbClr val="000000"/>
                </a:solidFill>
                <a:latin typeface="Arial" charset="0"/>
                <a:ea typeface="+mn-ea"/>
              </a:rPr>
              <a:t>WEEK NUMBER</a:t>
            </a:r>
          </a:p>
        </p:txBody>
      </p:sp>
      <p:sp>
        <p:nvSpPr>
          <p:cNvPr id="96" name="TextBox 37"/>
          <p:cNvSpPr txBox="1">
            <a:spLocks noChangeArrowheads="1"/>
          </p:cNvSpPr>
          <p:nvPr userDrawn="1"/>
        </p:nvSpPr>
        <p:spPr bwMode="auto">
          <a:xfrm>
            <a:off x="683685" y="1939925"/>
            <a:ext cx="1178983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400"/>
              </a:lnSpc>
              <a:spcBef>
                <a:spcPts val="1500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800" b="1">
                <a:solidFill>
                  <a:srgbClr val="000000"/>
                </a:solidFill>
                <a:latin typeface="Arial" charset="0"/>
                <a:ea typeface="+mn-ea"/>
              </a:rPr>
              <a:t>STARTS ON</a:t>
            </a:r>
          </a:p>
        </p:txBody>
      </p:sp>
      <p:cxnSp>
        <p:nvCxnSpPr>
          <p:cNvPr id="97" name="Straight Connector 39"/>
          <p:cNvCxnSpPr>
            <a:cxnSpLocks noChangeShapeType="1"/>
          </p:cNvCxnSpPr>
          <p:nvPr userDrawn="1"/>
        </p:nvCxnSpPr>
        <p:spPr bwMode="auto">
          <a:xfrm>
            <a:off x="590551" y="2200275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" name="Straight Connector 40"/>
          <p:cNvCxnSpPr>
            <a:cxnSpLocks noChangeShapeType="1"/>
          </p:cNvCxnSpPr>
          <p:nvPr userDrawn="1"/>
        </p:nvCxnSpPr>
        <p:spPr bwMode="auto">
          <a:xfrm>
            <a:off x="590551" y="5486400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" name="Freeform 40"/>
          <p:cNvSpPr>
            <a:spLocks/>
          </p:cNvSpPr>
          <p:nvPr userDrawn="1"/>
        </p:nvSpPr>
        <p:spPr bwMode="auto">
          <a:xfrm>
            <a:off x="2074334" y="1468439"/>
            <a:ext cx="9469967" cy="4027487"/>
          </a:xfrm>
          <a:custGeom>
            <a:avLst/>
            <a:gdLst>
              <a:gd name="T0" fmla="*/ 0 w 7101191"/>
              <a:gd name="T1" fmla="*/ 4028195 h 4027251"/>
              <a:gd name="T2" fmla="*/ 0 w 7101191"/>
              <a:gd name="T3" fmla="*/ 0 h 4027251"/>
              <a:gd name="T4" fmla="*/ 7106328 w 7101191"/>
              <a:gd name="T5" fmla="*/ 0 h 402725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101191" h="4027251">
                <a:moveTo>
                  <a:pt x="0" y="4027251"/>
                </a:moveTo>
                <a:lnTo>
                  <a:pt x="0" y="0"/>
                </a:lnTo>
                <a:lnTo>
                  <a:pt x="7101191" y="0"/>
                </a:lnTo>
              </a:path>
            </a:pathLst>
          </a:cu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cxnSp>
        <p:nvCxnSpPr>
          <p:cNvPr id="100" name="Straight Connector 42"/>
          <p:cNvCxnSpPr>
            <a:cxnSpLocks noChangeShapeType="1"/>
          </p:cNvCxnSpPr>
          <p:nvPr userDrawn="1"/>
        </p:nvCxnSpPr>
        <p:spPr bwMode="auto">
          <a:xfrm>
            <a:off x="2061634" y="1828800"/>
            <a:ext cx="865717" cy="228600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061633" y="1835813"/>
            <a:ext cx="861216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937751" y="1835813"/>
            <a:ext cx="862519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3800274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4662791" y="1835813"/>
            <a:ext cx="85603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518824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6394315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7250347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8112867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8975387" y="1835813"/>
            <a:ext cx="862520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9844389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10700427" y="1835813"/>
            <a:ext cx="87089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625653" y="223026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625653" y="259557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625653" y="296088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2"/>
          <p:cNvSpPr>
            <a:spLocks noGrp="1"/>
          </p:cNvSpPr>
          <p:nvPr>
            <p:ph type="body" sz="quarter" idx="48"/>
          </p:nvPr>
        </p:nvSpPr>
        <p:spPr>
          <a:xfrm>
            <a:off x="625653" y="332619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2"/>
          <p:cNvSpPr>
            <a:spLocks noGrp="1"/>
          </p:cNvSpPr>
          <p:nvPr>
            <p:ph type="body" sz="quarter" idx="49"/>
          </p:nvPr>
        </p:nvSpPr>
        <p:spPr>
          <a:xfrm>
            <a:off x="625653" y="369150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12"/>
          <p:cNvSpPr>
            <a:spLocks noGrp="1"/>
          </p:cNvSpPr>
          <p:nvPr>
            <p:ph type="body" sz="quarter" idx="50"/>
          </p:nvPr>
        </p:nvSpPr>
        <p:spPr>
          <a:xfrm>
            <a:off x="625653" y="405681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2"/>
          <p:cNvSpPr>
            <a:spLocks noGrp="1"/>
          </p:cNvSpPr>
          <p:nvPr>
            <p:ph type="body" sz="quarter" idx="51"/>
          </p:nvPr>
        </p:nvSpPr>
        <p:spPr>
          <a:xfrm>
            <a:off x="625653" y="5152742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2"/>
          <p:cNvSpPr>
            <a:spLocks noGrp="1"/>
          </p:cNvSpPr>
          <p:nvPr>
            <p:ph type="body" sz="quarter" idx="52"/>
          </p:nvPr>
        </p:nvSpPr>
        <p:spPr>
          <a:xfrm>
            <a:off x="625653" y="442212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2"/>
          <p:cNvSpPr>
            <a:spLocks noGrp="1"/>
          </p:cNvSpPr>
          <p:nvPr>
            <p:ph type="body" sz="quarter" idx="53"/>
          </p:nvPr>
        </p:nvSpPr>
        <p:spPr>
          <a:xfrm>
            <a:off x="625653" y="478743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12"/>
          <p:cNvSpPr>
            <a:spLocks noGrp="1"/>
          </p:cNvSpPr>
          <p:nvPr>
            <p:ph type="body" sz="quarter" idx="54"/>
          </p:nvPr>
        </p:nvSpPr>
        <p:spPr>
          <a:xfrm>
            <a:off x="2083023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94301C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12"/>
          <p:cNvSpPr>
            <a:spLocks noGrp="1"/>
          </p:cNvSpPr>
          <p:nvPr>
            <p:ph type="body" sz="quarter" idx="55"/>
          </p:nvPr>
        </p:nvSpPr>
        <p:spPr>
          <a:xfrm>
            <a:off x="293775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2"/>
          <p:cNvSpPr>
            <a:spLocks noGrp="1"/>
          </p:cNvSpPr>
          <p:nvPr>
            <p:ph type="body" sz="quarter" idx="56"/>
          </p:nvPr>
        </p:nvSpPr>
        <p:spPr>
          <a:xfrm>
            <a:off x="380027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2"/>
          <p:cNvSpPr>
            <a:spLocks noGrp="1"/>
          </p:cNvSpPr>
          <p:nvPr>
            <p:ph type="body" sz="quarter" idx="57"/>
          </p:nvPr>
        </p:nvSpPr>
        <p:spPr>
          <a:xfrm>
            <a:off x="466279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2"/>
          <p:cNvSpPr>
            <a:spLocks noGrp="1"/>
          </p:cNvSpPr>
          <p:nvPr>
            <p:ph type="body" sz="quarter" idx="58"/>
          </p:nvPr>
        </p:nvSpPr>
        <p:spPr>
          <a:xfrm>
            <a:off x="55188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12"/>
          <p:cNvSpPr>
            <a:spLocks noGrp="1"/>
          </p:cNvSpPr>
          <p:nvPr>
            <p:ph type="body" sz="quarter" idx="59"/>
          </p:nvPr>
        </p:nvSpPr>
        <p:spPr>
          <a:xfrm>
            <a:off x="6394315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2"/>
          <p:cNvSpPr>
            <a:spLocks noGrp="1"/>
          </p:cNvSpPr>
          <p:nvPr>
            <p:ph type="body" sz="quarter" idx="60"/>
          </p:nvPr>
        </p:nvSpPr>
        <p:spPr>
          <a:xfrm>
            <a:off x="725034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12"/>
          <p:cNvSpPr>
            <a:spLocks noGrp="1"/>
          </p:cNvSpPr>
          <p:nvPr>
            <p:ph type="body" sz="quarter" idx="61"/>
          </p:nvPr>
        </p:nvSpPr>
        <p:spPr>
          <a:xfrm>
            <a:off x="811286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Text Placeholder 12"/>
          <p:cNvSpPr>
            <a:spLocks noGrp="1"/>
          </p:cNvSpPr>
          <p:nvPr>
            <p:ph type="body" sz="quarter" idx="62"/>
          </p:nvPr>
        </p:nvSpPr>
        <p:spPr>
          <a:xfrm>
            <a:off x="897538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2"/>
          <p:cNvSpPr>
            <a:spLocks noGrp="1"/>
          </p:cNvSpPr>
          <p:nvPr>
            <p:ph type="body" sz="quarter" idx="63"/>
          </p:nvPr>
        </p:nvSpPr>
        <p:spPr>
          <a:xfrm>
            <a:off x="9844389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12"/>
          <p:cNvSpPr>
            <a:spLocks noGrp="1"/>
          </p:cNvSpPr>
          <p:nvPr>
            <p:ph type="body" sz="quarter" idx="64"/>
          </p:nvPr>
        </p:nvSpPr>
        <p:spPr>
          <a:xfrm>
            <a:off x="107004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9" name="Text Placeholder 178"/>
          <p:cNvSpPr>
            <a:spLocks noGrp="1"/>
          </p:cNvSpPr>
          <p:nvPr>
            <p:ph type="body" sz="quarter" idx="65"/>
          </p:nvPr>
        </p:nvSpPr>
        <p:spPr>
          <a:xfrm>
            <a:off x="2061633" y="232170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178"/>
          <p:cNvSpPr>
            <a:spLocks noGrp="1"/>
          </p:cNvSpPr>
          <p:nvPr>
            <p:ph type="body" sz="quarter" idx="66"/>
          </p:nvPr>
        </p:nvSpPr>
        <p:spPr>
          <a:xfrm>
            <a:off x="2061633" y="268701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1" name="Text Placeholder 178"/>
          <p:cNvSpPr>
            <a:spLocks noGrp="1"/>
          </p:cNvSpPr>
          <p:nvPr>
            <p:ph type="body" sz="quarter" idx="67"/>
          </p:nvPr>
        </p:nvSpPr>
        <p:spPr>
          <a:xfrm>
            <a:off x="2061633" y="305232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2" name="Text Placeholder 178"/>
          <p:cNvSpPr>
            <a:spLocks noGrp="1"/>
          </p:cNvSpPr>
          <p:nvPr>
            <p:ph type="body" sz="quarter" idx="68"/>
          </p:nvPr>
        </p:nvSpPr>
        <p:spPr>
          <a:xfrm>
            <a:off x="2061633" y="3417630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3" name="Text Placeholder 178"/>
          <p:cNvSpPr>
            <a:spLocks noGrp="1"/>
          </p:cNvSpPr>
          <p:nvPr>
            <p:ph type="body" sz="quarter" idx="69"/>
          </p:nvPr>
        </p:nvSpPr>
        <p:spPr>
          <a:xfrm>
            <a:off x="2061633" y="3782940"/>
            <a:ext cx="60960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178"/>
          <p:cNvSpPr>
            <a:spLocks noGrp="1"/>
          </p:cNvSpPr>
          <p:nvPr>
            <p:ph type="body" sz="quarter" idx="70"/>
          </p:nvPr>
        </p:nvSpPr>
        <p:spPr>
          <a:xfrm>
            <a:off x="2061633" y="414825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5" name="Text Placeholder 178"/>
          <p:cNvSpPr>
            <a:spLocks noGrp="1"/>
          </p:cNvSpPr>
          <p:nvPr>
            <p:ph type="body" sz="quarter" idx="71"/>
          </p:nvPr>
        </p:nvSpPr>
        <p:spPr>
          <a:xfrm>
            <a:off x="2061633" y="451356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6" name="Text Placeholder 178"/>
          <p:cNvSpPr>
            <a:spLocks noGrp="1"/>
          </p:cNvSpPr>
          <p:nvPr>
            <p:ph type="body" sz="quarter" idx="72"/>
          </p:nvPr>
        </p:nvSpPr>
        <p:spPr>
          <a:xfrm>
            <a:off x="2061633" y="487887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7" name="Text Placeholder 178"/>
          <p:cNvSpPr>
            <a:spLocks noGrp="1"/>
          </p:cNvSpPr>
          <p:nvPr>
            <p:ph type="body" sz="quarter" idx="73"/>
          </p:nvPr>
        </p:nvSpPr>
        <p:spPr>
          <a:xfrm>
            <a:off x="2061633" y="5244182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178"/>
          <p:cNvSpPr>
            <a:spLocks noGrp="1"/>
          </p:cNvSpPr>
          <p:nvPr>
            <p:ph type="body" sz="quarter" idx="74"/>
          </p:nvPr>
        </p:nvSpPr>
        <p:spPr>
          <a:xfrm>
            <a:off x="4582160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0" name="Text Placeholder 12"/>
          <p:cNvSpPr>
            <a:spLocks noGrp="1"/>
          </p:cNvSpPr>
          <p:nvPr>
            <p:ph type="body" sz="quarter" idx="76"/>
          </p:nvPr>
        </p:nvSpPr>
        <p:spPr>
          <a:xfrm>
            <a:off x="4064000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1" name="Text Placeholder 178"/>
          <p:cNvSpPr>
            <a:spLocks noGrp="1"/>
          </p:cNvSpPr>
          <p:nvPr>
            <p:ph type="body" sz="quarter" idx="77"/>
          </p:nvPr>
        </p:nvSpPr>
        <p:spPr>
          <a:xfrm>
            <a:off x="7140089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12"/>
          <p:cNvSpPr>
            <a:spLocks noGrp="1"/>
          </p:cNvSpPr>
          <p:nvPr>
            <p:ph type="body" sz="quarter" idx="78"/>
          </p:nvPr>
        </p:nvSpPr>
        <p:spPr>
          <a:xfrm>
            <a:off x="6621929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1" name="Slide Number Placeholder 9"/>
          <p:cNvSpPr>
            <a:spLocks noGrp="1"/>
          </p:cNvSpPr>
          <p:nvPr>
            <p:ph type="sldNum" sz="quarter" idx="79"/>
          </p:nvPr>
        </p:nvSpPr>
        <p:spPr/>
        <p:txBody>
          <a:bodyPr/>
          <a:lstStyle>
            <a:lvl1pPr>
              <a:defRPr/>
            </a:lvl1pPr>
          </a:lstStyle>
          <a:p>
            <a:fld id="{D003C6ED-C4A5-154D-A951-DFA096D6467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2" name="Footer Placeholder 79"/>
          <p:cNvSpPr>
            <a:spLocks noGrp="1"/>
          </p:cNvSpPr>
          <p:nvPr>
            <p:ph type="ftr" sz="quarter" idx="8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8064438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7"/>
          <p:cNvCxnSpPr>
            <a:cxnSpLocks noChangeShapeType="1"/>
          </p:cNvCxnSpPr>
          <p:nvPr userDrawn="1"/>
        </p:nvCxnSpPr>
        <p:spPr bwMode="auto">
          <a:xfrm>
            <a:off x="2372785" y="5981700"/>
            <a:ext cx="7327900" cy="1588"/>
          </a:xfrm>
          <a:prstGeom prst="line">
            <a:avLst/>
          </a:prstGeom>
          <a:noFill/>
          <a:ln w="9525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89717" y="5453936"/>
            <a:ext cx="7315200" cy="474325"/>
          </a:xfrm>
          <a:prstGeom prst="rect">
            <a:avLst/>
          </a:prstGeom>
        </p:spPr>
        <p:txBody>
          <a:bodyPr/>
          <a:lstStyle>
            <a:lvl1pPr algn="l">
              <a:defRPr sz="1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66755"/>
            <a:ext cx="7315200" cy="4192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6042020"/>
            <a:ext cx="7315200" cy="311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i="1">
                <a:solidFill>
                  <a:srgbClr val="4D4D4D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1026004" y="0"/>
            <a:ext cx="10139992" cy="896112"/>
          </a:xfrm>
          <a:prstGeom prst="rect">
            <a:avLst/>
          </a:prstGeom>
        </p:spPr>
        <p:txBody>
          <a:bodyPr anchor="b"/>
          <a:lstStyle>
            <a:lvl1pPr>
              <a:buNone/>
              <a:defRPr sz="22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14CE4E3-D3DE-AB41-A281-30813EB547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3559347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603254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603254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03254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9337923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9337923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9337923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9337923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603254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1B28FF10-2575-714D-9D0B-AB6D45C94EA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70181634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212506" y="1419225"/>
            <a:ext cx="3376247" cy="4800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1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1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1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1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598768-D1F4-594C-B51E-99B1ED0603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9469236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66735" y="1419225"/>
            <a:ext cx="6815667" cy="47069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2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19B113F-1BA8-CA4E-A6B3-92D1D8C0C88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6506504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09601" y="1419225"/>
            <a:ext cx="6815667" cy="47069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2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7687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24011BE-5C53-0E48-93A9-5E9857491FB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89128295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torney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22"/>
          <p:cNvSpPr>
            <a:spLocks noChangeShapeType="1"/>
          </p:cNvSpPr>
          <p:nvPr/>
        </p:nvSpPr>
        <p:spPr bwMode="auto">
          <a:xfrm>
            <a:off x="2768600" y="2667000"/>
            <a:ext cx="88392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3" name="TextBox 13"/>
          <p:cNvSpPr txBox="1">
            <a:spLocks noChangeArrowheads="1"/>
          </p:cNvSpPr>
          <p:nvPr userDrawn="1"/>
        </p:nvSpPr>
        <p:spPr bwMode="auto">
          <a:xfrm>
            <a:off x="2755900" y="1108076"/>
            <a:ext cx="42672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1000" b="1">
                <a:solidFill>
                  <a:srgbClr val="B01C2E"/>
                </a:solidFill>
                <a:latin typeface="Arial" charset="0"/>
                <a:ea typeface="+mn-ea"/>
              </a:rPr>
              <a:t>Specialization</a:t>
            </a:r>
          </a:p>
        </p:txBody>
      </p:sp>
      <p:sp>
        <p:nvSpPr>
          <p:cNvPr id="14" name="TextBox 14"/>
          <p:cNvSpPr txBox="1">
            <a:spLocks noChangeArrowheads="1"/>
          </p:cNvSpPr>
          <p:nvPr userDrawn="1"/>
        </p:nvSpPr>
        <p:spPr bwMode="auto">
          <a:xfrm>
            <a:off x="7340600" y="1108076"/>
            <a:ext cx="42672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1000" b="1">
                <a:solidFill>
                  <a:srgbClr val="B01C2E"/>
                </a:solidFill>
                <a:latin typeface="Arial" charset="0"/>
                <a:ea typeface="+mn-ea"/>
              </a:rPr>
              <a:t>Education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2756408" y="2743200"/>
            <a:ext cx="8851392" cy="3429000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 "/>
              <a:defRPr sz="1000" b="0" baseline="0">
                <a:latin typeface="+mn-lt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 "/>
              <a:defRPr sz="1000" b="1" baseline="0">
                <a:solidFill>
                  <a:srgbClr val="666666"/>
                </a:solidFill>
                <a:latin typeface="Arial" pitchFamily="34" charset="0"/>
              </a:defRPr>
            </a:lvl2pPr>
            <a:lvl3pPr marL="228600" indent="-228600">
              <a:buClr>
                <a:srgbClr val="B01C2E"/>
              </a:buClr>
              <a:buFont typeface="Wingdings 2" pitchFamily="18" charset="2"/>
              <a:buChar char="¡"/>
              <a:defRPr sz="1000" baseline="0">
                <a:latin typeface="Arial" pitchFamily="34" charset="0"/>
              </a:defRPr>
            </a:lvl3pPr>
            <a:lvl4pPr marL="457200" indent="-228600">
              <a:buClr>
                <a:srgbClr val="B01C2E"/>
              </a:buClr>
              <a:buFont typeface="Arial" pitchFamily="34" charset="0"/>
              <a:buChar char="–"/>
              <a:defRPr sz="1000" baseline="0">
                <a:latin typeface="Arial" pitchFamily="34" charset="0"/>
              </a:defRPr>
            </a:lvl4pPr>
            <a:lvl5pPr marL="685800" indent="-228600">
              <a:buClr>
                <a:srgbClr val="B01C2E"/>
              </a:buClr>
              <a:buFont typeface="Arial" pitchFamily="34" charset="0"/>
              <a:buChar char="–"/>
              <a:defRPr sz="10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 baseline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7483" y="1108074"/>
            <a:ext cx="1560576" cy="1563624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607487" y="2722996"/>
            <a:ext cx="2034116" cy="55360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1000"/>
              </a:lnSpc>
              <a:buNone/>
              <a:defRPr sz="1000" b="0" baseline="0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7340600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1pPr>
            <a:lvl2pPr marL="118872" indent="-118872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2pPr>
            <a:lvl3pPr marL="0" indent="-118872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Clr>
                <a:srgbClr val="B01C2E"/>
              </a:buClr>
              <a:buFont typeface="Wingdings 2" pitchFamily="18" charset="2"/>
              <a:buNone/>
              <a:defRPr lang="en-US" sz="100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2756408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1pPr>
            <a:lvl2pPr marL="118872" indent="-118872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2pPr>
            <a:lvl3pPr marL="0" indent="-118872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Clr>
                <a:srgbClr val="B01C2E"/>
              </a:buClr>
              <a:buFont typeface="Wingdings 2" pitchFamily="18" charset="2"/>
              <a:buNone/>
              <a:defRPr lang="en-US" sz="100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6"/>
          <p:cNvSpPr>
            <a:spLocks noGrp="1"/>
          </p:cNvSpPr>
          <p:nvPr>
            <p:ph type="body" sz="quarter" idx="41"/>
          </p:nvPr>
        </p:nvSpPr>
        <p:spPr>
          <a:xfrm>
            <a:off x="2756408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None/>
              <a:defRPr sz="1000" b="0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6"/>
          <p:cNvSpPr>
            <a:spLocks noGrp="1"/>
          </p:cNvSpPr>
          <p:nvPr>
            <p:ph type="body" sz="quarter" idx="42"/>
          </p:nvPr>
        </p:nvSpPr>
        <p:spPr>
          <a:xfrm>
            <a:off x="7340600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None/>
              <a:defRPr sz="1000" b="0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756408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Wingdings 2" pitchFamily="18" charset="2"/>
              <a:buChar char=""/>
              <a:defRPr sz="1000" baseline="0">
                <a:solidFill>
                  <a:schemeClr val="tx1"/>
                </a:solidFill>
              </a:defRPr>
            </a:lvl1pPr>
            <a:lvl2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NSimSun" pitchFamily="49" charset="-122"/>
              <a:buChar char=" "/>
              <a:defRPr sz="1000" baseline="0"/>
            </a:lvl2pPr>
            <a:lvl3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Wingdings 2" pitchFamily="18" charset="2"/>
              <a:buChar char="¡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340600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Wingdings 2" pitchFamily="18" charset="2"/>
              <a:buChar char=""/>
              <a:defRPr sz="1000" baseline="0">
                <a:solidFill>
                  <a:schemeClr val="tx1"/>
                </a:solidFill>
              </a:defRPr>
            </a:lvl1pPr>
            <a:lvl2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Arial" pitchFamily="34" charset="0"/>
              <a:buChar char=" "/>
              <a:defRPr sz="1000" baseline="0"/>
            </a:lvl2pPr>
            <a:lvl3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Wingdings 2" pitchFamily="18" charset="2"/>
              <a:buChar char="¡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3D17329F-BDC0-3444-A6CB-5CFB4AFF00F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11366941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769315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 baseline="0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69313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623842" y="1246188"/>
            <a:ext cx="10917767" cy="2286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200" b="1" cap="all" baseline="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2930625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spcBef>
                <a:spcPts val="0"/>
              </a:spcBef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2930622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7"/>
          </p:nvPr>
        </p:nvSpPr>
        <p:spPr>
          <a:xfrm>
            <a:off x="5133498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5133498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7322517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21"/>
          </p:nvPr>
        </p:nvSpPr>
        <p:spPr>
          <a:xfrm>
            <a:off x="7322514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9525389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23"/>
          </p:nvPr>
        </p:nvSpPr>
        <p:spPr>
          <a:xfrm>
            <a:off x="9525389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4"/>
          </p:nvPr>
        </p:nvSpPr>
        <p:spPr>
          <a:xfrm>
            <a:off x="769315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9"/>
          <p:cNvSpPr>
            <a:spLocks noGrp="1"/>
          </p:cNvSpPr>
          <p:nvPr>
            <p:ph type="pic" sz="quarter" idx="25"/>
          </p:nvPr>
        </p:nvSpPr>
        <p:spPr>
          <a:xfrm>
            <a:off x="769313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6"/>
          </p:nvPr>
        </p:nvSpPr>
        <p:spPr>
          <a:xfrm>
            <a:off x="2930625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spcBef>
                <a:spcPts val="0"/>
              </a:spcBef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9"/>
          <p:cNvSpPr>
            <a:spLocks noGrp="1"/>
          </p:cNvSpPr>
          <p:nvPr>
            <p:ph type="pic" sz="quarter" idx="27"/>
          </p:nvPr>
        </p:nvSpPr>
        <p:spPr>
          <a:xfrm>
            <a:off x="2930622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8"/>
          </p:nvPr>
        </p:nvSpPr>
        <p:spPr>
          <a:xfrm>
            <a:off x="5133498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5133498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30"/>
          </p:nvPr>
        </p:nvSpPr>
        <p:spPr>
          <a:xfrm>
            <a:off x="7322517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9"/>
          <p:cNvSpPr>
            <a:spLocks noGrp="1"/>
          </p:cNvSpPr>
          <p:nvPr>
            <p:ph type="pic" sz="quarter" idx="31"/>
          </p:nvPr>
        </p:nvSpPr>
        <p:spPr>
          <a:xfrm>
            <a:off x="7322514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32"/>
          </p:nvPr>
        </p:nvSpPr>
        <p:spPr>
          <a:xfrm>
            <a:off x="9525389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Picture Placeholder 9"/>
          <p:cNvSpPr>
            <a:spLocks noGrp="1"/>
          </p:cNvSpPr>
          <p:nvPr>
            <p:ph type="pic" sz="quarter" idx="33"/>
          </p:nvPr>
        </p:nvSpPr>
        <p:spPr>
          <a:xfrm>
            <a:off x="9525389" y="3962401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516D5A61-1BB2-3C40-A809-0A00CE29D5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8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2298893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-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588433" y="14398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PARTNERS</a:t>
            </a:r>
          </a:p>
        </p:txBody>
      </p:sp>
      <p:sp>
        <p:nvSpPr>
          <p:cNvPr id="11" name="Line 22"/>
          <p:cNvSpPr>
            <a:spLocks noChangeShapeType="1"/>
          </p:cNvSpPr>
          <p:nvPr/>
        </p:nvSpPr>
        <p:spPr bwMode="auto">
          <a:xfrm>
            <a:off x="584201" y="18970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2" name="Text Box 23"/>
          <p:cNvSpPr txBox="1">
            <a:spLocks noChangeArrowheads="1"/>
          </p:cNvSpPr>
          <p:nvPr/>
        </p:nvSpPr>
        <p:spPr bwMode="auto">
          <a:xfrm>
            <a:off x="588433" y="32686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ASSOCIATES</a:t>
            </a:r>
          </a:p>
        </p:txBody>
      </p:sp>
      <p:sp>
        <p:nvSpPr>
          <p:cNvPr id="13" name="Line 24"/>
          <p:cNvSpPr>
            <a:spLocks noChangeShapeType="1"/>
          </p:cNvSpPr>
          <p:nvPr/>
        </p:nvSpPr>
        <p:spPr bwMode="auto">
          <a:xfrm>
            <a:off x="584201" y="37258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0"/>
          </p:nvPr>
        </p:nvSpPr>
        <p:spPr>
          <a:xfrm>
            <a:off x="3478108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1"/>
          </p:nvPr>
        </p:nvSpPr>
        <p:spPr>
          <a:xfrm>
            <a:off x="6372015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2"/>
          </p:nvPr>
        </p:nvSpPr>
        <p:spPr>
          <a:xfrm>
            <a:off x="9265920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1975104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6299200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1975104" y="4800600"/>
            <a:ext cx="8290560" cy="54864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584201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B0AC1651-679E-F444-9932-326657929C5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5871175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3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5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7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77461BCF-BBA5-5E4A-ABD5-3E5D9382F9D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8692242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31BEBA66-216E-7243-B012-B44CAA5F986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2302434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9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2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4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 u="none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 u="none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6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8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0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8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601133" y="6020181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601133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1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2818451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5035768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7253085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9470400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2818451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2818451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5035768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5035768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7253085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725308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9470400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4A3DAED-98CA-ED44-BD8D-010557C4E8A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92079638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5123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65CD288-24B3-4B48-8EA0-67784588A8A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4886657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90FE7E78-F63E-6945-90BC-87516667A72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99006345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103632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914400"/>
            <a:ext cx="10363200" cy="5410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Introduction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latin typeface="Calibri"/>
            </a:endParaRPr>
          </a:p>
          <a:p>
            <a:fld id="{32A47CA8-1D40-3C49-82CF-CF2201A41E4F}" type="slidenum">
              <a:rPr lang="en-US" smtClean="0">
                <a:latin typeface="Calibri"/>
              </a:rPr>
              <a:pPr/>
              <a:t>‹#›</a:t>
            </a:fld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469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Line 88"/>
          <p:cNvSpPr>
            <a:spLocks noChangeShapeType="1"/>
          </p:cNvSpPr>
          <p:nvPr/>
        </p:nvSpPr>
        <p:spPr bwMode="gray">
          <a:xfrm>
            <a:off x="0" y="6423027"/>
            <a:ext cx="12192000" cy="0"/>
          </a:xfrm>
          <a:prstGeom prst="line">
            <a:avLst/>
          </a:prstGeom>
          <a:noFill/>
          <a:ln w="158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480800" y="6436634"/>
            <a:ext cx="609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800" b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algn="r"/>
            <a:fld id="{D9D5F7EB-196B-A148-8812-2A4F7A2FBBD6}" type="slidenum">
              <a:rPr lang="en-US" altLang="en-US" smtClean="0"/>
              <a:pPr algn="r"/>
              <a:t>‹#›</a:t>
            </a:fld>
            <a:endParaRPr lang="en-US" alt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"/>
          </p:nvPr>
        </p:nvSpPr>
        <p:spPr>
          <a:xfrm>
            <a:off x="4165600" y="6442487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100" b="1" smtClean="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dirty="0"/>
              <a:t>Introduction</a:t>
            </a:r>
          </a:p>
        </p:txBody>
      </p:sp>
      <p:sp>
        <p:nvSpPr>
          <p:cNvPr id="9" name="Footer Placeholder 3"/>
          <p:cNvSpPr txBox="1">
            <a:spLocks/>
          </p:cNvSpPr>
          <p:nvPr userDrawn="1"/>
        </p:nvSpPr>
        <p:spPr>
          <a:xfrm>
            <a:off x="96545" y="6423028"/>
            <a:ext cx="3149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en-US" sz="800" dirty="0">
                <a:latin typeface="+mn-lt"/>
              </a:rPr>
              <a:t>CF</a:t>
            </a:r>
            <a:r>
              <a:rPr lang="en-US" sz="800" baseline="0" dirty="0">
                <a:latin typeface="+mn-lt"/>
              </a:rPr>
              <a:t>_Intro_26</a:t>
            </a:r>
            <a:endParaRPr lang="en-US" sz="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177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715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  <p:sldLayoutId id="2147483700" r:id="rId41"/>
    <p:sldLayoutId id="2147483701" r:id="rId42"/>
    <p:sldLayoutId id="2147483702" r:id="rId43"/>
    <p:sldLayoutId id="2147483703" r:id="rId44"/>
    <p:sldLayoutId id="2147483704" r:id="rId45"/>
    <p:sldLayoutId id="2147483705" r:id="rId46"/>
    <p:sldLayoutId id="2147483706" r:id="rId47"/>
    <p:sldLayoutId id="2147483707" r:id="rId48"/>
    <p:sldLayoutId id="2147483708" r:id="rId49"/>
    <p:sldLayoutId id="2147483709" r:id="rId50"/>
    <p:sldLayoutId id="2147483710" r:id="rId51"/>
    <p:sldLayoutId id="2147483711" r:id="rId52"/>
    <p:sldLayoutId id="2147483712" r:id="rId53"/>
    <p:sldLayoutId id="2147483713" r:id="rId54"/>
    <p:sldLayoutId id="2147483714" r:id="rId55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loomberg.com/account/newsletters/money-stuff" TargetMode="External"/><Relationship Id="rId3" Type="http://schemas.openxmlformats.org/officeDocument/2006/relationships/hyperlink" Target="https://corpfin.ivo-welch.info/home/" TargetMode="External"/><Relationship Id="rId7" Type="http://schemas.openxmlformats.org/officeDocument/2006/relationships/hyperlink" Target="https://workspaceupdates.googleblog.com/2025/08/gemini-study-tools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penai.com/index/chatgpt-study-mode/" TargetMode="External"/><Relationship Id="rId5" Type="http://schemas.openxmlformats.org/officeDocument/2006/relationships/hyperlink" Target="http://pages.stern.nyu.edu/~adamodar/" TargetMode="External"/><Relationship Id="rId4" Type="http://schemas.openxmlformats.org/officeDocument/2006/relationships/hyperlink" Target="https://corpfin.ivo-welch.info/bookcomparison.html" TargetMode="External"/><Relationship Id="rId9" Type="http://schemas.openxmlformats.org/officeDocument/2006/relationships/hyperlink" Target="https://twitter.com/TikTokInvestors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7RvRRUgDmhw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legalist.com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Rectangle 6"/>
          <p:cNvSpPr>
            <a:spLocks noGrp="1" noChangeArrowheads="1"/>
          </p:cNvSpPr>
          <p:nvPr>
            <p:ph idx="4294967295"/>
          </p:nvPr>
        </p:nvSpPr>
        <p:spPr>
          <a:xfrm>
            <a:off x="914400" y="533400"/>
            <a:ext cx="11277600" cy="5811838"/>
          </a:xfrm>
          <a:prstGeom prst="rect">
            <a:avLst/>
          </a:prstGeom>
        </p:spPr>
        <p:txBody>
          <a:bodyPr/>
          <a:lstStyle/>
          <a:p>
            <a:pPr algn="ctr" eaLnBrk="1" hangingPunct="1">
              <a:buFontTx/>
              <a:buNone/>
            </a:pPr>
            <a:endParaRPr lang="en-US" sz="4000" b="1" dirty="0">
              <a:ea typeface="ＭＳ Ｐゴシック" charset="0"/>
              <a:cs typeface="ＭＳ Ｐゴシック" charset="0"/>
            </a:endParaRPr>
          </a:p>
          <a:p>
            <a:pPr algn="ctr" eaLnBrk="1" hangingPunct="1">
              <a:buFontTx/>
              <a:buNone/>
            </a:pPr>
            <a:endParaRPr lang="en-US" sz="4800" b="1" dirty="0">
              <a:ea typeface="ＭＳ Ｐゴシック" charset="0"/>
              <a:cs typeface="ＭＳ Ｐゴシック" charset="0"/>
            </a:endParaRPr>
          </a:p>
          <a:p>
            <a:pPr algn="ctr" eaLnBrk="1" hangingPunct="1">
              <a:buFontTx/>
              <a:buNone/>
            </a:pPr>
            <a:r>
              <a:rPr lang="en-US" sz="4800" b="1" dirty="0">
                <a:ea typeface="ＭＳ Ｐゴシック" charset="0"/>
                <a:cs typeface="ＭＳ Ｐゴシック" charset="0"/>
              </a:rPr>
              <a:t>Corporate Finance</a:t>
            </a:r>
          </a:p>
          <a:p>
            <a:pPr algn="ctr" eaLnBrk="1" hangingPunct="1">
              <a:buFontTx/>
              <a:buNone/>
            </a:pPr>
            <a:r>
              <a:rPr lang="en-US" sz="4400" b="1" dirty="0">
                <a:ea typeface="ＭＳ Ｐゴシック" charset="0"/>
                <a:cs typeface="ＭＳ Ｐゴシック" charset="0"/>
              </a:rPr>
              <a:t>Introduction</a:t>
            </a:r>
          </a:p>
          <a:p>
            <a:pPr algn="ctr" eaLnBrk="1" hangingPunct="1">
              <a:buFontTx/>
              <a:buNone/>
            </a:pPr>
            <a:endParaRPr lang="en-US" sz="3600" b="1" dirty="0">
              <a:ea typeface="ＭＳ Ｐゴシック" charset="0"/>
              <a:cs typeface="ＭＳ Ｐゴシック" charset="0"/>
            </a:endParaRPr>
          </a:p>
          <a:p>
            <a:pPr algn="ctr">
              <a:buNone/>
            </a:pPr>
            <a:r>
              <a:rPr lang="en-US" sz="2400" b="1" dirty="0">
                <a:ea typeface="ＭＳ Ｐゴシック" charset="0"/>
                <a:cs typeface="ＭＳ Ｐゴシック" charset="0"/>
              </a:rPr>
              <a:t>Fall 2026</a:t>
            </a:r>
          </a:p>
          <a:p>
            <a:pPr algn="ctr" eaLnBrk="1" hangingPunct="1">
              <a:buFontTx/>
              <a:buNone/>
            </a:pPr>
            <a:r>
              <a:rPr lang="en-US" sz="2400" b="1" dirty="0">
                <a:ea typeface="ＭＳ Ｐゴシック" charset="0"/>
                <a:cs typeface="ＭＳ Ｐゴシック" charset="0"/>
              </a:rPr>
              <a:t>Prof. Jeffrey Colón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D706CB-156B-8643-9A07-D8448DABBCBD}" type="slidenum">
              <a:rPr lang="en-US" altLang="en-US" smtClean="0"/>
              <a:pPr/>
              <a:t>1</a:t>
            </a:fld>
            <a:endParaRPr lang="en-US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07CB19-E29E-4847-91A8-4FD9D7876544}"/>
              </a:ext>
            </a:extLst>
          </p:cNvPr>
          <p:cNvSpPr txBox="1"/>
          <p:nvPr/>
        </p:nvSpPr>
        <p:spPr>
          <a:xfrm>
            <a:off x="410198" y="66144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564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Website</a:t>
            </a:r>
          </a:p>
          <a:p>
            <a:pPr lvl="1" eaLnBrk="1" hangingPunct="1">
              <a:buFont typeface="Wingdings" charset="0"/>
              <a:buChar char="Ø"/>
            </a:pPr>
            <a:r>
              <a:rPr lang="en-US" dirty="0">
                <a:ea typeface="ＭＳ Ｐゴシック" charset="0"/>
              </a:rPr>
              <a:t>Lecture Slides</a:t>
            </a:r>
          </a:p>
          <a:p>
            <a:pPr lvl="1" eaLnBrk="1" hangingPunct="1">
              <a:buFont typeface="Wingdings" charset="0"/>
              <a:buChar char="Ø"/>
            </a:pPr>
            <a:r>
              <a:rPr lang="en-US" dirty="0">
                <a:ea typeface="ＭＳ Ｐゴシック" charset="0"/>
              </a:rPr>
              <a:t>Supplemental materials and readings</a:t>
            </a:r>
          </a:p>
          <a:p>
            <a:pPr lvl="1" eaLnBrk="1" hangingPunct="1">
              <a:buFont typeface="Wingdings" charset="0"/>
              <a:buChar char="Ø"/>
            </a:pPr>
            <a:r>
              <a:rPr lang="en-US" dirty="0">
                <a:ea typeface="ＭＳ Ｐゴシック" charset="0"/>
              </a:rPr>
              <a:t>Updates</a:t>
            </a:r>
          </a:p>
          <a:p>
            <a:pPr lvl="1" eaLnBrk="1" hangingPunct="1">
              <a:buFont typeface="Wingdings" charset="0"/>
              <a:buChar char="Ø"/>
            </a:pPr>
            <a:r>
              <a:rPr lang="en-US" dirty="0">
                <a:ea typeface="ＭＳ Ｐゴシック" charset="0"/>
                <a:cs typeface="ＭＳ Ｐゴシック" charset="0"/>
              </a:rPr>
              <a:t>In-class problems (formerly known as </a:t>
            </a:r>
            <a:r>
              <a:rPr lang="en-US" dirty="0" err="1">
                <a:ea typeface="ＭＳ Ｐゴシック" charset="0"/>
                <a:cs typeface="ＭＳ Ｐゴシック" charset="0"/>
              </a:rPr>
              <a:t>homeworks</a:t>
            </a:r>
            <a:r>
              <a:rPr lang="en-US" dirty="0">
                <a:ea typeface="ＭＳ Ｐゴシック" charset="0"/>
                <a:cs typeface="ＭＳ Ｐゴシック" charset="0"/>
              </a:rPr>
              <a:t>)</a:t>
            </a:r>
          </a:p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Math requirements 😁</a:t>
            </a:r>
          </a:p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Miscellaneous: </a:t>
            </a:r>
          </a:p>
          <a:p>
            <a:pPr lvl="1" eaLnBrk="1" hangingPunct="1">
              <a:buFont typeface="Wingdings" charset="0"/>
              <a:buChar char="Ø"/>
            </a:pPr>
            <a:r>
              <a:rPr lang="en-US" dirty="0">
                <a:ea typeface="ＭＳ Ｐゴシック" charset="0"/>
              </a:rPr>
              <a:t>Attendance</a:t>
            </a:r>
          </a:p>
          <a:p>
            <a:pPr lvl="1">
              <a:buFont typeface="Wingdings" charset="0"/>
              <a:buChar char="Ø"/>
            </a:pPr>
            <a:r>
              <a:rPr lang="en-US" dirty="0">
                <a:ea typeface="ＭＳ Ｐゴシック" charset="0"/>
              </a:rPr>
              <a:t>Recording of Lectures: </a:t>
            </a:r>
          </a:p>
          <a:p>
            <a:pPr lvl="2">
              <a:buFont typeface="Wingdings" charset="0"/>
              <a:buChar char="Ø"/>
            </a:pPr>
            <a:r>
              <a:rPr lang="en-US" b="1" i="1" dirty="0">
                <a:ea typeface="ＭＳ Ｐゴシック" charset="0"/>
              </a:rPr>
              <a:t>All class recordings are the property of instructor, and students may not download or capture the recording in any manner, share the recording, or use it for non-class purposes. No personal recordings.  </a:t>
            </a:r>
          </a:p>
          <a:p>
            <a:pPr lvl="2">
              <a:buFont typeface="Wingdings" charset="0"/>
              <a:buChar char="Ø"/>
            </a:pPr>
            <a:r>
              <a:rPr lang="en-US" b="1" i="1" dirty="0">
                <a:ea typeface="ＭＳ Ｐゴシック" charset="0"/>
              </a:rPr>
              <a:t>Students may not record the classes.</a:t>
            </a:r>
          </a:p>
          <a:p>
            <a:pPr lvl="1" eaLnBrk="1" hangingPunct="1">
              <a:buFont typeface="Wingdings" charset="0"/>
              <a:buChar char="Ø"/>
            </a:pPr>
            <a:r>
              <a:rPr lang="en-US" dirty="0">
                <a:ea typeface="ＭＳ Ｐゴシック" charset="0"/>
              </a:rPr>
              <a:t>Final Exam </a:t>
            </a: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Course Materials and Requirements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Introduction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60787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EDE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EDE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EDE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EDE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EDE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EDE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EDE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EDE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EDE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EDE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6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EDE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6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EDE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defRPr/>
            </a:pPr>
            <a:r>
              <a:rPr lang="en-US" b="1" dirty="0"/>
              <a:t>Primary Textbook</a:t>
            </a:r>
            <a:r>
              <a:rPr lang="en-US" dirty="0"/>
              <a:t>: </a:t>
            </a:r>
          </a:p>
          <a:p>
            <a:pPr lvl="1" eaLnBrk="1" hangingPunct="1">
              <a:defRPr/>
            </a:pPr>
            <a:r>
              <a:rPr lang="en-US" b="1" dirty="0">
                <a:ea typeface="ＭＳ Ｐゴシック" pitchFamily="-110" charset="-128"/>
              </a:rPr>
              <a:t>Ivo Welch, </a:t>
            </a:r>
            <a:r>
              <a:rPr lang="en-US" b="1" i="1" dirty="0">
                <a:ea typeface="ＭＳ Ｐゴシック" pitchFamily="-110" charset="-128"/>
              </a:rPr>
              <a:t>Corporate Finance</a:t>
            </a:r>
            <a:r>
              <a:rPr lang="en-US" i="1" dirty="0">
                <a:ea typeface="ＭＳ Ｐゴシック" pitchFamily="-110" charset="-128"/>
              </a:rPr>
              <a:t> </a:t>
            </a:r>
            <a:r>
              <a:rPr lang="en-US" dirty="0">
                <a:ea typeface="ＭＳ Ｐゴシック" pitchFamily="-110" charset="-128"/>
              </a:rPr>
              <a:t>(5</a:t>
            </a:r>
            <a:r>
              <a:rPr lang="en-US" baseline="30000" dirty="0">
                <a:ea typeface="ＭＳ Ｐゴシック" pitchFamily="-110" charset="-128"/>
              </a:rPr>
              <a:t>th</a:t>
            </a:r>
            <a:r>
              <a:rPr lang="en-US" dirty="0">
                <a:ea typeface="ＭＳ Ｐゴシック" pitchFamily="-110" charset="-128"/>
              </a:rPr>
              <a:t> ed. 2022) [“CF”], available online at: </a:t>
            </a:r>
            <a:r>
              <a:rPr lang="en-US" dirty="0">
                <a:ea typeface="ＭＳ Ｐゴシック" pitchFamily="-110" charset="-128"/>
                <a:hlinkClick r:id="rId3"/>
              </a:rPr>
              <a:t>Welch Finance Text</a:t>
            </a:r>
            <a:r>
              <a:rPr lang="en-US" dirty="0">
                <a:ea typeface="ＭＳ Ｐゴシック" pitchFamily="-110" charset="-128"/>
              </a:rPr>
              <a:t> </a:t>
            </a:r>
          </a:p>
          <a:p>
            <a:pPr lvl="1">
              <a:defRPr/>
            </a:pPr>
            <a:r>
              <a:rPr lang="en-US" dirty="0"/>
              <a:t>Alternatives (</a:t>
            </a:r>
            <a:r>
              <a:rPr lang="en-US" dirty="0">
                <a:hlinkClick r:id="rId4"/>
              </a:rPr>
              <a:t>concordance</a:t>
            </a:r>
            <a:r>
              <a:rPr lang="en-US" dirty="0"/>
              <a:t>):</a:t>
            </a:r>
          </a:p>
          <a:p>
            <a:pPr lvl="2">
              <a:defRPr/>
            </a:pPr>
            <a:r>
              <a:rPr lang="en-US" dirty="0">
                <a:ea typeface="ＭＳ Ｐゴシック" pitchFamily="-110" charset="-128"/>
              </a:rPr>
              <a:t>Brealey, Myers, and Allen, </a:t>
            </a:r>
            <a:r>
              <a:rPr lang="en-US" i="1" dirty="0">
                <a:ea typeface="ＭＳ Ｐゴシック" pitchFamily="-110" charset="-128"/>
              </a:rPr>
              <a:t>Principles of Corporate Finance</a:t>
            </a:r>
            <a:r>
              <a:rPr lang="en-US" dirty="0">
                <a:ea typeface="ＭＳ Ｐゴシック" pitchFamily="-110" charset="-128"/>
              </a:rPr>
              <a:t>;  Berk and DeMarzo, </a:t>
            </a:r>
            <a:r>
              <a:rPr lang="en-US" i="1" dirty="0">
                <a:ea typeface="ＭＳ Ｐゴシック" pitchFamily="-110" charset="-128"/>
              </a:rPr>
              <a:t>Corporate Finance</a:t>
            </a:r>
            <a:r>
              <a:rPr lang="en-US" dirty="0">
                <a:ea typeface="ＭＳ Ｐゴシック" pitchFamily="-110" charset="-128"/>
              </a:rPr>
              <a:t> </a:t>
            </a:r>
          </a:p>
          <a:p>
            <a:pPr lvl="2">
              <a:defRPr/>
            </a:pPr>
            <a:r>
              <a:rPr lang="en-US" dirty="0">
                <a:ea typeface="ＭＳ Ｐゴシック" pitchFamily="-110" charset="-128"/>
                <a:hlinkClick r:id="rId5"/>
              </a:rPr>
              <a:t>Damordan</a:t>
            </a:r>
            <a:r>
              <a:rPr lang="en-US" dirty="0">
                <a:ea typeface="ＭＳ Ｐゴシック" pitchFamily="-110" charset="-128"/>
              </a:rPr>
              <a:t> (NYU Finance Professor)</a:t>
            </a:r>
          </a:p>
          <a:p>
            <a:pPr lvl="1">
              <a:defRPr/>
            </a:pPr>
            <a:r>
              <a:rPr lang="en-US" dirty="0">
                <a:ea typeface="ＭＳ Ｐゴシック" pitchFamily="-110" charset="-128"/>
              </a:rPr>
              <a:t>Potentially Useful:  Desai, </a:t>
            </a:r>
            <a:r>
              <a:rPr lang="en-US" i="1" dirty="0">
                <a:ea typeface="ＭＳ Ｐゴシック" pitchFamily="-110" charset="-128"/>
              </a:rPr>
              <a:t>How Finance Works: The HBR Guide to Thinking Smart About the Numbers</a:t>
            </a:r>
            <a:r>
              <a:rPr lang="en-US" dirty="0">
                <a:ea typeface="ＭＳ Ｐゴシック" pitchFamily="-110" charset="-128"/>
              </a:rPr>
              <a:t>.</a:t>
            </a:r>
          </a:p>
          <a:p>
            <a:pPr eaLnBrk="1" hangingPunct="1">
              <a:defRPr/>
            </a:pP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1" hangingPunct="1">
              <a:defRPr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Required</a:t>
            </a:r>
            <a:r>
              <a:rPr lang="en-US" b="1" dirty="0"/>
              <a:t>:</a:t>
            </a:r>
            <a:endParaRPr lang="en-US" dirty="0"/>
          </a:p>
          <a:p>
            <a:pPr lvl="1">
              <a:defRPr/>
            </a:pPr>
            <a:r>
              <a:rPr lang="en-US" b="1" dirty="0">
                <a:solidFill>
                  <a:srgbClr val="7030A0"/>
                </a:solidFill>
              </a:rPr>
              <a:t>Old School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:</a:t>
            </a:r>
            <a:r>
              <a:rPr lang="en-US" dirty="0"/>
              <a:t> Financial Calculator (FV, PV, and PMT keys), e.g., </a:t>
            </a:r>
            <a:r>
              <a:rPr lang="en-US" dirty="0">
                <a:ea typeface="ＭＳ Ｐゴシック" pitchFamily="-110" charset="-128"/>
              </a:rPr>
              <a:t>HP10BII+ or TI BA II Plus</a:t>
            </a:r>
          </a:p>
          <a:p>
            <a:pPr lvl="1">
              <a:defRPr/>
            </a:pPr>
            <a:r>
              <a:rPr lang="en-US" b="1" dirty="0">
                <a:solidFill>
                  <a:srgbClr val="7030A0"/>
                </a:solidFill>
              </a:rPr>
              <a:t>Excel</a:t>
            </a:r>
          </a:p>
          <a:p>
            <a:pPr lvl="1">
              <a:defRPr/>
            </a:pPr>
            <a:r>
              <a:rPr lang="en-US" b="1" dirty="0">
                <a:solidFill>
                  <a:srgbClr val="7030A0"/>
                </a:solidFill>
              </a:rPr>
              <a:t>New School: </a:t>
            </a:r>
            <a:r>
              <a:rPr lang="en-US" dirty="0"/>
              <a:t>LLMs (Chat, Claude, Grok, Harvey).  </a:t>
            </a:r>
          </a:p>
          <a:p>
            <a:pPr lvl="2">
              <a:defRPr/>
            </a:pPr>
            <a:r>
              <a:rPr lang="en-US" dirty="0"/>
              <a:t>S/what interesting (July &amp; Aug ‘25):  </a:t>
            </a:r>
            <a:r>
              <a:rPr lang="en-US" dirty="0">
                <a:hlinkClick r:id="rId6"/>
              </a:rPr>
              <a:t>ChatGPT, Study &amp; Learn</a:t>
            </a:r>
            <a:r>
              <a:rPr lang="en-US" dirty="0"/>
              <a:t>; </a:t>
            </a:r>
            <a:r>
              <a:rPr lang="en-US" dirty="0">
                <a:hlinkClick r:id="rId7"/>
              </a:rPr>
              <a:t>Gemini Guided Learning</a:t>
            </a:r>
            <a:endParaRPr lang="en-US" dirty="0"/>
          </a:p>
          <a:p>
            <a:pPr>
              <a:defRPr/>
            </a:pPr>
            <a:endParaRPr lang="en-US" b="1" dirty="0">
              <a:solidFill>
                <a:srgbClr val="00B050"/>
              </a:solidFill>
              <a:ea typeface="ＭＳ Ｐゴシック" pitchFamily="-110" charset="-128"/>
            </a:endParaRPr>
          </a:p>
          <a:p>
            <a:pPr>
              <a:defRPr/>
            </a:pPr>
            <a:r>
              <a:rPr lang="en-US" b="1" dirty="0">
                <a:solidFill>
                  <a:srgbClr val="00B050"/>
                </a:solidFill>
                <a:ea typeface="ＭＳ Ｐゴシック" pitchFamily="-110" charset="-128"/>
              </a:rPr>
              <a:t>Recommended Daily Reading:</a:t>
            </a:r>
          </a:p>
          <a:p>
            <a:pPr lvl="1">
              <a:defRPr/>
            </a:pPr>
            <a:r>
              <a:rPr lang="en-US" dirty="0">
                <a:hlinkClick r:id="rId8"/>
              </a:rPr>
              <a:t>Matt Levine Bloomberg Columnist</a:t>
            </a:r>
            <a:r>
              <a:rPr lang="en-US" dirty="0"/>
              <a:t> (please subscribe to his daily emails)</a:t>
            </a:r>
            <a:endParaRPr lang="en-US" dirty="0">
              <a:ea typeface="ＭＳ Ｐゴシック" pitchFamily="-110" charset="-128"/>
            </a:endParaRPr>
          </a:p>
          <a:p>
            <a:pPr lvl="1">
              <a:defRPr/>
            </a:pPr>
            <a:r>
              <a:rPr lang="en-US" dirty="0">
                <a:ea typeface="ＭＳ Ｐゴシック" pitchFamily="-110" charset="-128"/>
              </a:rPr>
              <a:t>WSJ and FT</a:t>
            </a:r>
          </a:p>
          <a:p>
            <a:pPr lvl="1">
              <a:defRPr/>
            </a:pPr>
            <a:r>
              <a:rPr lang="en-US" dirty="0">
                <a:ea typeface="ＭＳ Ｐゴシック" pitchFamily="-110" charset="-128"/>
              </a:rPr>
              <a:t>Reddit &amp; Twitter (not </a:t>
            </a:r>
            <a:r>
              <a:rPr lang="en-US" dirty="0">
                <a:ea typeface="ＭＳ Ｐゴシック" pitchFamily="-110" charset="-128"/>
                <a:hlinkClick r:id="rId9"/>
              </a:rPr>
              <a:t>TikTokInvestors</a:t>
            </a:r>
            <a:r>
              <a:rPr lang="en-US" dirty="0">
                <a:ea typeface="ＭＳ Ｐゴシック" pitchFamily="-110" charset="-128"/>
              </a:rPr>
              <a:t>!) sometimes useful</a:t>
            </a: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Course Materials and Requirements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Introduction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66517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 sz="4800" b="1" u="sng" dirty="0">
                <a:ea typeface="ＭＳ Ｐゴシック" charset="0"/>
                <a:cs typeface="ＭＳ Ｐゴシック" charset="0"/>
              </a:rPr>
              <a:t>Valuation</a:t>
            </a: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Overview of Class</a:t>
            </a:r>
          </a:p>
        </p:txBody>
      </p:sp>
      <p:sp>
        <p:nvSpPr>
          <p:cNvPr id="21510" name="Line 4"/>
          <p:cNvSpPr>
            <a:spLocks noChangeShapeType="1"/>
          </p:cNvSpPr>
          <p:nvPr/>
        </p:nvSpPr>
        <p:spPr bwMode="auto">
          <a:xfrm>
            <a:off x="3200400" y="4038600"/>
            <a:ext cx="5943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Calibri"/>
            </a:endParaRPr>
          </a:p>
        </p:txBody>
      </p:sp>
      <p:sp>
        <p:nvSpPr>
          <p:cNvPr id="21511" name="Line 5"/>
          <p:cNvSpPr>
            <a:spLocks noChangeShapeType="1"/>
          </p:cNvSpPr>
          <p:nvPr/>
        </p:nvSpPr>
        <p:spPr bwMode="auto">
          <a:xfrm>
            <a:off x="3200400" y="4038600"/>
            <a:ext cx="0" cy="1447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Calibri"/>
            </a:endParaRPr>
          </a:p>
        </p:txBody>
      </p:sp>
      <p:sp>
        <p:nvSpPr>
          <p:cNvPr id="21512" name="Text Box 6"/>
          <p:cNvSpPr txBox="1">
            <a:spLocks noChangeArrowheads="1"/>
          </p:cNvSpPr>
          <p:nvPr/>
        </p:nvSpPr>
        <p:spPr bwMode="auto">
          <a:xfrm>
            <a:off x="3276601" y="4371976"/>
            <a:ext cx="14031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 dirty="0">
                <a:latin typeface="Calibri"/>
              </a:rPr>
              <a:t> $? Today</a:t>
            </a:r>
          </a:p>
        </p:txBody>
      </p:sp>
      <p:sp>
        <p:nvSpPr>
          <p:cNvPr id="21513" name="Line 7"/>
          <p:cNvSpPr>
            <a:spLocks noChangeShapeType="1"/>
          </p:cNvSpPr>
          <p:nvPr/>
        </p:nvSpPr>
        <p:spPr bwMode="auto">
          <a:xfrm flipV="1">
            <a:off x="7696200" y="2438400"/>
            <a:ext cx="0" cy="16002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Calibri"/>
            </a:endParaRPr>
          </a:p>
        </p:txBody>
      </p:sp>
      <p:sp>
        <p:nvSpPr>
          <p:cNvPr id="21514" name="Text Box 8"/>
          <p:cNvSpPr txBox="1">
            <a:spLocks noChangeArrowheads="1"/>
          </p:cNvSpPr>
          <p:nvPr/>
        </p:nvSpPr>
        <p:spPr bwMode="auto">
          <a:xfrm>
            <a:off x="4572000" y="3048000"/>
            <a:ext cx="3352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1" dirty="0">
                <a:latin typeface="Calibri"/>
              </a:rPr>
              <a:t>$X </a:t>
            </a:r>
            <a:r>
              <a:rPr lang="en-US" sz="2000" b="1" i="1" u="sng" dirty="0">
                <a:latin typeface="Calibri"/>
              </a:rPr>
              <a:t>Promised</a:t>
            </a:r>
            <a:r>
              <a:rPr lang="en-US" sz="2000" b="1" i="1" dirty="0">
                <a:latin typeface="Calibri"/>
              </a:rPr>
              <a:t> </a:t>
            </a:r>
            <a:r>
              <a:rPr lang="en-US" sz="2000" b="1" dirty="0">
                <a:latin typeface="Calibri"/>
              </a:rPr>
              <a:t>Tomorrow</a:t>
            </a:r>
          </a:p>
        </p:txBody>
      </p:sp>
      <p:sp>
        <p:nvSpPr>
          <p:cNvPr id="11" name="Line 7"/>
          <p:cNvSpPr>
            <a:spLocks noChangeShapeType="1"/>
          </p:cNvSpPr>
          <p:nvPr/>
        </p:nvSpPr>
        <p:spPr bwMode="auto">
          <a:xfrm flipV="1">
            <a:off x="8153400" y="2971800"/>
            <a:ext cx="0" cy="10668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Calibri"/>
            </a:endParaRPr>
          </a:p>
        </p:txBody>
      </p:sp>
      <p:sp>
        <p:nvSpPr>
          <p:cNvPr id="12" name="Line 7"/>
          <p:cNvSpPr>
            <a:spLocks noChangeShapeType="1"/>
          </p:cNvSpPr>
          <p:nvPr/>
        </p:nvSpPr>
        <p:spPr bwMode="auto">
          <a:xfrm flipV="1">
            <a:off x="8610600" y="1981200"/>
            <a:ext cx="0" cy="20574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Calibri"/>
            </a:endParaRPr>
          </a:p>
        </p:txBody>
      </p:sp>
      <p:sp>
        <p:nvSpPr>
          <p:cNvPr id="13" name="Line 7"/>
          <p:cNvSpPr>
            <a:spLocks noChangeShapeType="1"/>
          </p:cNvSpPr>
          <p:nvPr/>
        </p:nvSpPr>
        <p:spPr bwMode="auto">
          <a:xfrm flipV="1">
            <a:off x="9144000" y="3200400"/>
            <a:ext cx="0" cy="8382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Calibri"/>
            </a:endParaRPr>
          </a:p>
        </p:txBody>
      </p:sp>
      <p:sp>
        <p:nvSpPr>
          <p:cNvPr id="14" name="Line 7"/>
          <p:cNvSpPr>
            <a:spLocks noChangeShapeType="1"/>
          </p:cNvSpPr>
          <p:nvPr/>
        </p:nvSpPr>
        <p:spPr bwMode="auto">
          <a:xfrm flipH="1">
            <a:off x="8400256" y="4077072"/>
            <a:ext cx="0" cy="1872208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Calibri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81962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0" grpId="0" animBg="1"/>
      <p:bldP spid="21511" grpId="0" animBg="1"/>
      <p:bldP spid="21512" grpId="0"/>
      <p:bldP spid="21513" grpId="0" animBg="1"/>
      <p:bldP spid="21514" grpId="0"/>
      <p:bldP spid="11" grpId="0" animBg="1"/>
      <p:bldP spid="12" grpId="0" animBg="1"/>
      <p:bldP spid="13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ea typeface="ＭＳ Ｐゴシック" charset="0"/>
                <a:cs typeface="ＭＳ Ｐゴシック" charset="0"/>
              </a:rPr>
              <a:t>Law of One Price</a:t>
            </a:r>
          </a:p>
          <a:p>
            <a:pPr lvl="1">
              <a:buFont typeface="Wingdings" charset="0"/>
              <a:buChar char="Ø"/>
            </a:pPr>
            <a:r>
              <a:rPr lang="en-US" dirty="0">
                <a:ea typeface="ＭＳ Ｐゴシック" charset="0"/>
              </a:rPr>
              <a:t>Identical goods should sell for the same price</a:t>
            </a:r>
          </a:p>
          <a:p>
            <a:pPr lvl="1">
              <a:buFont typeface="Wingdings" charset="0"/>
              <a:buChar char="Ø"/>
            </a:pPr>
            <a:r>
              <a:rPr lang="en-US" i="1" dirty="0">
                <a:ea typeface="ＭＳ Ｐゴシック" charset="0"/>
              </a:rPr>
              <a:t>Similar</a:t>
            </a:r>
            <a:r>
              <a:rPr lang="en-US" dirty="0">
                <a:ea typeface="ＭＳ Ｐゴシック" charset="0"/>
              </a:rPr>
              <a:t> goods should sell for </a:t>
            </a:r>
            <a:r>
              <a:rPr lang="en-US" i="1" dirty="0">
                <a:ea typeface="ＭＳ Ｐゴシック" charset="0"/>
              </a:rPr>
              <a:t>similar</a:t>
            </a:r>
            <a:r>
              <a:rPr lang="en-US" dirty="0">
                <a:ea typeface="ＭＳ Ｐゴシック" charset="0"/>
              </a:rPr>
              <a:t> prices</a:t>
            </a:r>
          </a:p>
          <a:p>
            <a:pPr marL="0" indent="0">
              <a:buNone/>
            </a:pPr>
            <a:br>
              <a:rPr lang="en-US" dirty="0">
                <a:ea typeface="ＭＳ Ｐゴシック" charset="0"/>
                <a:cs typeface="ＭＳ Ｐゴシック" charset="0"/>
              </a:rPr>
            </a:br>
            <a:endParaRPr lang="en-US" dirty="0">
              <a:ea typeface="ＭＳ Ｐゴシック" charset="0"/>
              <a:cs typeface="ＭＳ Ｐゴシック" charset="0"/>
            </a:endParaRPr>
          </a:p>
          <a:p>
            <a:r>
              <a:rPr lang="en-US" b="1" dirty="0">
                <a:ea typeface="ＭＳ Ｐゴシック" charset="0"/>
                <a:cs typeface="ＭＳ Ｐゴシック" charset="0"/>
              </a:rPr>
              <a:t>How similar is similar?</a:t>
            </a:r>
          </a:p>
          <a:p>
            <a:pPr lvl="1"/>
            <a:r>
              <a:rPr lang="en-US" dirty="0">
                <a:ea typeface="ＭＳ Ｐゴシック" charset="0"/>
              </a:rPr>
              <a:t>1oz gold in NY and Dubai</a:t>
            </a:r>
          </a:p>
          <a:p>
            <a:pPr lvl="1"/>
            <a:r>
              <a:rPr lang="en-US" dirty="0">
                <a:ea typeface="ＭＳ Ｐゴシック" charset="0"/>
              </a:rPr>
              <a:t>Adjacent 1-BR apartments on the 25</a:t>
            </a:r>
            <a:r>
              <a:rPr lang="en-US" baseline="30000" dirty="0">
                <a:ea typeface="ＭＳ Ｐゴシック" charset="0"/>
              </a:rPr>
              <a:t>th</a:t>
            </a:r>
            <a:r>
              <a:rPr lang="en-US" dirty="0">
                <a:ea typeface="ＭＳ Ｐゴシック" charset="0"/>
              </a:rPr>
              <a:t> floor of the same NYC building</a:t>
            </a:r>
          </a:p>
          <a:p>
            <a:pPr lvl="1"/>
            <a:r>
              <a:rPr lang="en-US" dirty="0">
                <a:ea typeface="ＭＳ Ｐゴシック" charset="0"/>
              </a:rPr>
              <a:t>1 share of Google vs. 1 share of Apple</a:t>
            </a:r>
          </a:p>
          <a:p>
            <a:pPr lvl="1"/>
            <a:r>
              <a:rPr lang="en-US" dirty="0">
                <a:ea typeface="ＭＳ Ｐゴシック" charset="0"/>
              </a:rPr>
              <a:t>Ives Klein painting vs. Picasso</a:t>
            </a:r>
          </a:p>
        </p:txBody>
      </p:sp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ＭＳ Ｐゴシック" charset="0"/>
                <a:cs typeface="ＭＳ Ｐゴシック" charset="0"/>
              </a:rPr>
              <a:t>Valuation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5797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Appraisal rights (DGCL sec. 262)</a:t>
            </a:r>
          </a:p>
          <a:p>
            <a:r>
              <a:rPr lang="en-US" dirty="0">
                <a:ea typeface="ＭＳ Ｐゴシック" charset="0"/>
                <a:cs typeface="ＭＳ Ｐゴシック" charset="0"/>
              </a:rPr>
              <a:t>Interest on judgement awards and settlements</a:t>
            </a:r>
          </a:p>
          <a:p>
            <a:r>
              <a:rPr lang="en-US" dirty="0">
                <a:ea typeface="ＭＳ Ｐゴシック" charset="0"/>
                <a:cs typeface="ＭＳ Ｐゴシック" charset="0"/>
              </a:rPr>
              <a:t>Reorganizations in Bankruptcy</a:t>
            </a:r>
          </a:p>
          <a:p>
            <a:r>
              <a:rPr lang="en-US" dirty="0">
                <a:ea typeface="ＭＳ Ｐゴシック" charset="0"/>
                <a:cs typeface="ＭＳ Ｐゴシック" charset="0"/>
              </a:rPr>
              <a:t>Investing in legal claims (</a:t>
            </a:r>
            <a:r>
              <a:rPr lang="en-US" dirty="0">
                <a:ea typeface="ＭＳ Ｐゴシック" charset="0"/>
                <a:cs typeface="ＭＳ Ｐゴシック" charset="0"/>
                <a:hlinkClick r:id="rId3"/>
              </a:rPr>
              <a:t>podcast w/ Eva Shang</a:t>
            </a:r>
            <a:r>
              <a:rPr lang="en-US" dirty="0">
                <a:ea typeface="ＭＳ Ｐゴシック" charset="0"/>
                <a:cs typeface="ＭＳ Ｐゴシック" charset="0"/>
              </a:rPr>
              <a:t> of </a:t>
            </a:r>
            <a:r>
              <a:rPr lang="en-US" dirty="0">
                <a:ea typeface="ＭＳ Ｐゴシック" charset="0"/>
                <a:cs typeface="ＭＳ Ｐゴシック" charset="0"/>
                <a:hlinkClick r:id="rId4"/>
              </a:rPr>
              <a:t>legalist.com</a:t>
            </a:r>
            <a:r>
              <a:rPr lang="en-US" dirty="0">
                <a:ea typeface="ＭＳ Ｐゴシック" charset="0"/>
                <a:cs typeface="ＭＳ Ｐゴシック" charset="0"/>
              </a:rPr>
              <a:t>)</a:t>
            </a:r>
          </a:p>
          <a:p>
            <a:r>
              <a:rPr lang="en-US" dirty="0">
                <a:ea typeface="ＭＳ Ｐゴシック" charset="0"/>
                <a:cs typeface="ＭＳ Ｐゴシック" charset="0"/>
              </a:rPr>
              <a:t>Regulatory proceedings</a:t>
            </a:r>
          </a:p>
          <a:p>
            <a:r>
              <a:rPr lang="en-US" dirty="0">
                <a:ea typeface="ＭＳ Ｐゴシック" charset="0"/>
                <a:cs typeface="ＭＳ Ｐゴシック" charset="0"/>
              </a:rPr>
              <a:t>Security Issuances and Repurchases</a:t>
            </a:r>
          </a:p>
          <a:p>
            <a:r>
              <a:rPr lang="en-US" dirty="0">
                <a:ea typeface="ＭＳ Ｐゴシック" charset="0"/>
                <a:cs typeface="ＭＳ Ｐゴシック" charset="0"/>
              </a:rPr>
              <a:t>Venture Capital and Private Equity</a:t>
            </a:r>
          </a:p>
          <a:p>
            <a:r>
              <a:rPr lang="en-US" dirty="0">
                <a:ea typeface="ＭＳ Ｐゴシック" charset="0"/>
                <a:cs typeface="ＭＳ Ｐゴシック" charset="0"/>
              </a:rPr>
              <a:t>Property transfers for income, gift, and estate tax purposes</a:t>
            </a:r>
          </a:p>
          <a:p>
            <a:r>
              <a:rPr lang="en-US" dirty="0">
                <a:ea typeface="ＭＳ Ｐゴシック" charset="0"/>
                <a:cs typeface="ＭＳ Ｐゴシック" charset="0"/>
              </a:rPr>
              <a:t>Mergers and Acquisitions</a:t>
            </a:r>
          </a:p>
          <a:p>
            <a:r>
              <a:rPr lang="en-US" dirty="0">
                <a:ea typeface="ＭＳ Ｐゴシック" charset="0"/>
                <a:cs typeface="ＭＳ Ｐゴシック" charset="0"/>
              </a:rPr>
              <a:t>Buy/Sell Agreements</a:t>
            </a:r>
          </a:p>
        </p:txBody>
      </p:sp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(Just Some) </a:t>
            </a:r>
            <a:r>
              <a:rPr lang="en-US" b="1" dirty="0">
                <a:ea typeface="ＭＳ Ｐゴシック" charset="0"/>
                <a:cs typeface="ＭＳ Ｐゴシック" charset="0"/>
              </a:rPr>
              <a:t>Legal Applications of Valuation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57880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3"/>
          <p:cNvSpPr>
            <a:spLocks noGrp="1" noChangeArrowheads="1"/>
          </p:cNvSpPr>
          <p:nvPr>
            <p:ph idx="1"/>
          </p:nvPr>
        </p:nvSpPr>
        <p:spPr>
          <a:xfrm>
            <a:off x="512064" y="548148"/>
            <a:ext cx="11277600" cy="5812064"/>
          </a:xfrm>
        </p:spPr>
        <p:txBody>
          <a:bodyPr/>
          <a:lstStyle/>
          <a:p>
            <a:pPr eaLnBrk="1" hangingPunct="1"/>
            <a:r>
              <a:rPr lang="en-US" b="1" i="1" dirty="0">
                <a:solidFill>
                  <a:srgbClr val="FF0000"/>
                </a:solidFill>
                <a:ea typeface="ＭＳ Ｐゴシック" charset="0"/>
                <a:cs typeface="ＭＳ Ｐゴシック" charset="0"/>
              </a:rPr>
              <a:t>Time Value of Money </a:t>
            </a:r>
            <a:r>
              <a:rPr lang="en-US" dirty="0">
                <a:ea typeface="ＭＳ Ｐゴシック" charset="0"/>
                <a:cs typeface="ＭＳ Ｐゴシック" charset="0"/>
              </a:rPr>
              <a:t>and </a:t>
            </a:r>
            <a:r>
              <a:rPr lang="en-US" i="1" dirty="0">
                <a:ea typeface="ＭＳ Ｐゴシック" charset="0"/>
                <a:cs typeface="ＭＳ Ｐゴシック" charset="0"/>
              </a:rPr>
              <a:t>Capital Budgeting </a:t>
            </a:r>
          </a:p>
          <a:p>
            <a:pPr lvl="1" eaLnBrk="1" hangingPunct="1">
              <a:buFont typeface="Wingdings" charset="0"/>
              <a:buChar char="Ø"/>
            </a:pPr>
            <a:r>
              <a:rPr lang="en-US" dirty="0">
                <a:ea typeface="ＭＳ Ｐゴシック" charset="0"/>
              </a:rPr>
              <a:t>Current dollars vs. future dollars</a:t>
            </a:r>
          </a:p>
          <a:p>
            <a:pPr lvl="1" eaLnBrk="1" hangingPunct="1">
              <a:buFont typeface="Wingdings" charset="0"/>
              <a:buChar char="Ø"/>
            </a:pPr>
            <a:r>
              <a:rPr lang="en-US" dirty="0">
                <a:ea typeface="ＭＳ Ｐゴシック" charset="0"/>
              </a:rPr>
              <a:t>Net Present Value</a:t>
            </a:r>
          </a:p>
          <a:p>
            <a:pPr lvl="1" eaLnBrk="1" hangingPunct="1">
              <a:buFont typeface="Wingdings" charset="0"/>
              <a:buChar char="Ø"/>
            </a:pPr>
            <a:r>
              <a:rPr lang="en-US" dirty="0">
                <a:ea typeface="ＭＳ Ｐゴシック" charset="0"/>
              </a:rPr>
              <a:t>Riskless cash flows (CFs), </a:t>
            </a:r>
            <a:r>
              <a:rPr lang="en-US" i="1" dirty="0">
                <a:ea typeface="ＭＳ Ｐゴシック" charset="0"/>
              </a:rPr>
              <a:t>e.g</a:t>
            </a:r>
            <a:r>
              <a:rPr lang="en-US" dirty="0">
                <a:ea typeface="ＭＳ Ｐゴシック" charset="0"/>
              </a:rPr>
              <a:t>., U.S. Treasury Bond</a:t>
            </a:r>
          </a:p>
          <a:p>
            <a:pPr lvl="1" eaLnBrk="1" hangingPunct="1">
              <a:buFont typeface="Wingdings" charset="0"/>
              <a:buChar char="Ø"/>
            </a:pPr>
            <a:r>
              <a:rPr lang="en-US" dirty="0">
                <a:ea typeface="ＭＳ Ｐゴシック" charset="0"/>
              </a:rPr>
              <a:t>Varying rates of returns </a:t>
            </a:r>
          </a:p>
          <a:p>
            <a:pPr lvl="1" eaLnBrk="1" hangingPunct="1">
              <a:buFont typeface="Wingdings" charset="0"/>
              <a:buChar char="Ø"/>
            </a:pPr>
            <a:r>
              <a:rPr lang="en-US" dirty="0">
                <a:ea typeface="ＭＳ Ｐゴシック" charset="0"/>
              </a:rPr>
              <a:t>Uncertain returns,</a:t>
            </a:r>
            <a:r>
              <a:rPr lang="en-US" i="1" dirty="0">
                <a:ea typeface="ＭＳ Ｐゴシック" charset="0"/>
              </a:rPr>
              <a:t> e.g</a:t>
            </a:r>
            <a:r>
              <a:rPr lang="en-US" dirty="0">
                <a:ea typeface="ＭＳ Ｐゴシック" charset="0"/>
              </a:rPr>
              <a:t>., bonds of risky corporations (aka, deadbeat debtors)</a:t>
            </a:r>
          </a:p>
          <a:p>
            <a:pPr lvl="1" eaLnBrk="1" hangingPunct="1">
              <a:buFont typeface="Wingdings" charset="0"/>
              <a:buChar char="Ø"/>
            </a:pPr>
            <a:r>
              <a:rPr lang="en-US" dirty="0">
                <a:ea typeface="ＭＳ Ｐゴシック" charset="0"/>
              </a:rPr>
              <a:t>Inflation—OMG, it’s back!</a:t>
            </a:r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Overview of Class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83155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b="1" i="1" dirty="0">
                <a:solidFill>
                  <a:srgbClr val="FF0000"/>
                </a:solidFill>
                <a:ea typeface="ＭＳ Ｐゴシック" charset="0"/>
                <a:cs typeface="ＭＳ Ｐゴシック" charset="0"/>
              </a:rPr>
              <a:t>Investments and Risk-Adverse Investors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Char char="Ø"/>
            </a:pPr>
            <a:r>
              <a:rPr lang="en-US" dirty="0">
                <a:ea typeface="ＭＳ Ｐゴシック" charset="0"/>
              </a:rPr>
              <a:t>Portfolio Analysis and Diversification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Char char="Ø"/>
            </a:pPr>
            <a:r>
              <a:rPr lang="en-US" dirty="0">
                <a:ea typeface="ＭＳ Ｐゴシック" charset="0"/>
              </a:rPr>
              <a:t>Variance and Beta</a:t>
            </a:r>
          </a:p>
          <a:p>
            <a:pPr eaLnBrk="1" hangingPunct="1">
              <a:lnSpc>
                <a:spcPct val="90000"/>
              </a:lnSpc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b="1" i="1" dirty="0">
                <a:solidFill>
                  <a:srgbClr val="FF0000"/>
                </a:solidFill>
                <a:ea typeface="ＭＳ Ｐゴシック" charset="0"/>
                <a:cs typeface="ＭＳ Ｐゴシック" charset="0"/>
              </a:rPr>
              <a:t>Asset Pricing Models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>
                <a:ea typeface="ＭＳ Ｐゴシック" charset="0"/>
                <a:cs typeface="ＭＳ Ｐゴシック" charset="0"/>
              </a:rPr>
              <a:t>Capital Asset Pricing Model (CAPM) 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Char char="Ø"/>
            </a:pPr>
            <a:r>
              <a:rPr lang="en-US" dirty="0" err="1">
                <a:ea typeface="ＭＳ Ｐゴシック" charset="0"/>
              </a:rPr>
              <a:t>Fama</a:t>
            </a:r>
            <a:r>
              <a:rPr lang="en-US" dirty="0">
                <a:ea typeface="ＭＳ Ｐゴシック" charset="0"/>
              </a:rPr>
              <a:t>-French and other factor models</a:t>
            </a:r>
          </a:p>
          <a:p>
            <a:pPr eaLnBrk="1" hangingPunct="1">
              <a:lnSpc>
                <a:spcPct val="90000"/>
              </a:lnSpc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b="1" i="1" dirty="0">
                <a:solidFill>
                  <a:srgbClr val="FF0000"/>
                </a:solidFill>
                <a:ea typeface="ＭＳ Ｐゴシック" charset="0"/>
                <a:cs typeface="ＭＳ Ｐゴシック" charset="0"/>
              </a:rPr>
              <a:t>Efficient Capital Market Hypothesis and Market Imperfections</a:t>
            </a:r>
          </a:p>
          <a:p>
            <a:pPr lvl="1">
              <a:lnSpc>
                <a:spcPct val="90000"/>
              </a:lnSpc>
            </a:pPr>
            <a:r>
              <a:rPr lang="en-US" dirty="0">
                <a:ea typeface="ＭＳ Ｐゴシック" charset="0"/>
                <a:cs typeface="ＭＳ Ｐゴシック" charset="0"/>
              </a:rPr>
              <a:t>Alpha</a:t>
            </a:r>
          </a:p>
          <a:p>
            <a:pPr lvl="1">
              <a:lnSpc>
                <a:spcPct val="90000"/>
              </a:lnSpc>
            </a:pPr>
            <a:r>
              <a:rPr lang="en-US" dirty="0">
                <a:ea typeface="ＭＳ Ｐゴシック" charset="0"/>
                <a:cs typeface="ＭＳ Ｐゴシック" charset="0"/>
              </a:rPr>
              <a:t>Behavioral limitations</a:t>
            </a:r>
          </a:p>
          <a:p>
            <a:pPr lvl="1">
              <a:lnSpc>
                <a:spcPct val="90000"/>
              </a:lnSpc>
            </a:pPr>
            <a:r>
              <a:rPr lang="en-US" dirty="0">
                <a:ea typeface="ＭＳ Ｐゴシック" charset="0"/>
                <a:cs typeface="ＭＳ Ｐゴシック" charset="0"/>
              </a:rPr>
              <a:t>Meme stocks</a:t>
            </a:r>
          </a:p>
          <a:p>
            <a:pPr lvl="1">
              <a:lnSpc>
                <a:spcPct val="90000"/>
              </a:lnSpc>
            </a:pPr>
            <a:endParaRPr lang="en-US" b="1" i="1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Overview of Class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0660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5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b="1" i="1" dirty="0">
                <a:solidFill>
                  <a:srgbClr val="FF0000"/>
                </a:solidFill>
                <a:ea typeface="ＭＳ Ｐゴシック" charset="0"/>
                <a:cs typeface="ＭＳ Ｐゴシック" charset="0"/>
              </a:rPr>
              <a:t>Valuation Alternatives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>
                <a:ea typeface="ＭＳ Ｐゴシック" charset="0"/>
                <a:cs typeface="ＭＳ Ｐゴシック" charset="0"/>
              </a:rPr>
              <a:t>Cash Flows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>
                <a:ea typeface="ＭＳ Ｐゴシック" charset="0"/>
                <a:cs typeface="ＭＳ Ｐゴシック" charset="0"/>
              </a:rPr>
              <a:t>Accounting Ratios and Metrics, e.g., </a:t>
            </a:r>
            <a:r>
              <a:rPr lang="en-US" dirty="0" err="1">
                <a:ea typeface="ＭＳ Ｐゴシック" charset="0"/>
                <a:cs typeface="ＭＳ Ｐゴシック" charset="0"/>
              </a:rPr>
              <a:t>ROIC</a:t>
            </a:r>
            <a:r>
              <a:rPr lang="en-US" dirty="0">
                <a:ea typeface="ＭＳ Ｐゴシック" charset="0"/>
                <a:cs typeface="ＭＳ Ｐゴシック" charset="0"/>
              </a:rPr>
              <a:t>, ROE, </a:t>
            </a:r>
            <a:r>
              <a:rPr lang="en-US" dirty="0" err="1">
                <a:ea typeface="ＭＳ Ｐゴシック" charset="0"/>
                <a:cs typeface="ＭＳ Ｐゴシック" charset="0"/>
              </a:rPr>
              <a:t>ROA</a:t>
            </a:r>
            <a:r>
              <a:rPr lang="en-US" dirty="0">
                <a:ea typeface="ＭＳ Ｐゴシック" charset="0"/>
                <a:cs typeface="ＭＳ Ｐゴシック" charset="0"/>
              </a:rPr>
              <a:t>, EBITDA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err="1">
                <a:ea typeface="ＭＳ Ｐゴシック" charset="0"/>
                <a:cs typeface="ＭＳ Ｐゴシック" charset="0"/>
              </a:rPr>
              <a:t>Comparables</a:t>
            </a:r>
            <a:r>
              <a:rPr lang="en-US" dirty="0">
                <a:ea typeface="ＭＳ Ｐゴシック" charset="0"/>
                <a:cs typeface="ＭＳ Ｐゴシック" charset="0"/>
              </a:rPr>
              <a:t> (Companies and Transactions)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>
                <a:ea typeface="ＭＳ Ｐゴシック" charset="0"/>
                <a:cs typeface="ＭＳ Ｐゴシック" charset="0"/>
              </a:rPr>
              <a:t>Delaware appraisal remedy:  </a:t>
            </a:r>
            <a:r>
              <a:rPr lang="en-US" b="1" dirty="0">
                <a:ea typeface="ＭＳ Ｐゴシック" charset="0"/>
                <a:cs typeface="ＭＳ Ｐゴシック" charset="0"/>
              </a:rPr>
              <a:t>How is </a:t>
            </a:r>
            <a:r>
              <a:rPr lang="en-US" b="1" i="1" dirty="0">
                <a:ea typeface="ＭＳ Ｐゴシック" charset="0"/>
                <a:cs typeface="ＭＳ Ｐゴシック" charset="0"/>
              </a:rPr>
              <a:t>Fair Value </a:t>
            </a:r>
            <a:r>
              <a:rPr lang="en-US" b="1" dirty="0">
                <a:ea typeface="ＭＳ Ｐゴシック" charset="0"/>
                <a:cs typeface="ＭＳ Ｐゴシック" charset="0"/>
              </a:rPr>
              <a:t>determined?</a:t>
            </a:r>
            <a:endParaRPr lang="en-US" i="1" dirty="0"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b="1" i="1" dirty="0">
                <a:solidFill>
                  <a:srgbClr val="FF0000"/>
                </a:solidFill>
                <a:ea typeface="ＭＳ Ｐゴシック" charset="0"/>
                <a:cs typeface="ＭＳ Ｐゴシック" charset="0"/>
              </a:rPr>
              <a:t>Capital Structure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Char char="Ø"/>
            </a:pPr>
            <a:r>
              <a:rPr lang="en-US" dirty="0">
                <a:ea typeface="ＭＳ Ｐゴシック" charset="0"/>
              </a:rPr>
              <a:t>Debt, Leverage and the structure of risky debt contracts 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Char char="Ø"/>
            </a:pPr>
            <a:r>
              <a:rPr lang="en-US" dirty="0">
                <a:ea typeface="ＭＳ Ｐゴシック" charset="0"/>
              </a:rPr>
              <a:t>Preferred Stock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Char char="Ø"/>
            </a:pPr>
            <a:r>
              <a:rPr lang="en-US" dirty="0">
                <a:ea typeface="ＭＳ Ｐゴシック" charset="0"/>
              </a:rPr>
              <a:t>Payout Policy (dividends vs. repurchases)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Char char="Ø"/>
            </a:pPr>
            <a:endParaRPr lang="en-US" dirty="0">
              <a:ea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i="1" dirty="0">
                <a:ea typeface="ＭＳ Ｐゴシック" charset="0"/>
                <a:cs typeface="ＭＳ Ｐゴシック" charset="0"/>
              </a:rPr>
              <a:t>*</a:t>
            </a:r>
            <a:r>
              <a:rPr lang="en-US" b="1" i="1" dirty="0">
                <a:solidFill>
                  <a:srgbClr val="FF0000"/>
                </a:solidFill>
                <a:ea typeface="ＭＳ Ｐゴシック" charset="0"/>
                <a:cs typeface="ＭＳ Ｐゴシック" charset="0"/>
              </a:rPr>
              <a:t>Derivatives (Forwards, Futures, Swaps, and Options) and Hedging</a:t>
            </a:r>
          </a:p>
          <a:p>
            <a:pPr lvl="1">
              <a:lnSpc>
                <a:spcPct val="90000"/>
              </a:lnSpc>
            </a:pPr>
            <a:r>
              <a:rPr lang="en-US" i="1" dirty="0">
                <a:ea typeface="ＭＳ Ｐゴシック" charset="0"/>
                <a:cs typeface="ＭＳ Ｐゴシック" charset="0"/>
              </a:rPr>
              <a:t>* If time and desire</a:t>
            </a:r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Overview of Class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85682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Valuation Ties Together Many Law School Classes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10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4419230" y="3051276"/>
            <a:ext cx="2888723" cy="6895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Valuation</a:t>
            </a:r>
          </a:p>
        </p:txBody>
      </p:sp>
      <p:cxnSp>
        <p:nvCxnSpPr>
          <p:cNvPr id="8" name="Straight Connector 7"/>
          <p:cNvCxnSpPr>
            <a:stCxn id="6" idx="6"/>
            <a:endCxn id="9" idx="2"/>
          </p:cNvCxnSpPr>
          <p:nvPr/>
        </p:nvCxnSpPr>
        <p:spPr>
          <a:xfrm flipV="1">
            <a:off x="7307953" y="3283944"/>
            <a:ext cx="1601460" cy="112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909413" y="2939170"/>
            <a:ext cx="1930400" cy="689548"/>
          </a:xfrm>
          <a:prstGeom prst="ellipse">
            <a:avLst/>
          </a:prstGeom>
          <a:noFill/>
          <a:ln>
            <a:solidFill>
              <a:schemeClr val="accent3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tx1"/>
                </a:solidFill>
              </a:rPr>
              <a:t>M&amp;A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8814523" y="4395813"/>
            <a:ext cx="2759969" cy="730438"/>
          </a:xfrm>
          <a:prstGeom prst="ellipse">
            <a:avLst/>
          </a:prstGeom>
          <a:noFill/>
          <a:ln>
            <a:solidFill>
              <a:schemeClr val="accent3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Corp. Reorganizations</a:t>
            </a:r>
          </a:p>
        </p:txBody>
      </p:sp>
      <p:sp>
        <p:nvSpPr>
          <p:cNvPr id="12" name="Oval 11"/>
          <p:cNvSpPr/>
          <p:nvPr/>
        </p:nvSpPr>
        <p:spPr>
          <a:xfrm>
            <a:off x="3387668" y="4961857"/>
            <a:ext cx="2169563" cy="689548"/>
          </a:xfrm>
          <a:prstGeom prst="ellipse">
            <a:avLst/>
          </a:prstGeom>
          <a:noFill/>
          <a:ln>
            <a:solidFill>
              <a:schemeClr val="accent3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Securities Regulation</a:t>
            </a:r>
          </a:p>
        </p:txBody>
      </p:sp>
      <p:sp>
        <p:nvSpPr>
          <p:cNvPr id="13" name="Oval 12"/>
          <p:cNvSpPr/>
          <p:nvPr/>
        </p:nvSpPr>
        <p:spPr>
          <a:xfrm>
            <a:off x="1223141" y="2915844"/>
            <a:ext cx="2276148" cy="68954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tx1"/>
                </a:solidFill>
              </a:rPr>
              <a:t>Accounting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5653434" y="1184481"/>
            <a:ext cx="1930400" cy="836014"/>
          </a:xfrm>
          <a:prstGeom prst="ellipse">
            <a:avLst/>
          </a:prstGeom>
          <a:noFill/>
          <a:ln>
            <a:solidFill>
              <a:schemeClr val="accent3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Commercial 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Drafting</a:t>
            </a:r>
          </a:p>
        </p:txBody>
      </p:sp>
      <p:sp>
        <p:nvSpPr>
          <p:cNvPr id="15" name="Oval 14"/>
          <p:cNvSpPr/>
          <p:nvPr/>
        </p:nvSpPr>
        <p:spPr>
          <a:xfrm>
            <a:off x="1568889" y="1390362"/>
            <a:ext cx="1930400" cy="689548"/>
          </a:xfrm>
          <a:prstGeom prst="ellipse">
            <a:avLst/>
          </a:prstGeom>
          <a:noFill/>
          <a:ln>
            <a:solidFill>
              <a:schemeClr val="accent3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Corp. Tax</a:t>
            </a:r>
          </a:p>
        </p:txBody>
      </p:sp>
      <p:sp>
        <p:nvSpPr>
          <p:cNvPr id="16" name="Oval 15"/>
          <p:cNvSpPr/>
          <p:nvPr/>
        </p:nvSpPr>
        <p:spPr>
          <a:xfrm>
            <a:off x="1338918" y="4231984"/>
            <a:ext cx="1930400" cy="689548"/>
          </a:xfrm>
          <a:prstGeom prst="ellipse">
            <a:avLst/>
          </a:prstGeom>
          <a:noFill/>
          <a:ln>
            <a:solidFill>
              <a:schemeClr val="accent3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Intro. to the Deal</a:t>
            </a:r>
          </a:p>
        </p:txBody>
      </p:sp>
      <p:cxnSp>
        <p:nvCxnSpPr>
          <p:cNvPr id="17" name="Straight Connector 16"/>
          <p:cNvCxnSpPr>
            <a:stCxn id="6" idx="6"/>
            <a:endCxn id="11" idx="0"/>
          </p:cNvCxnSpPr>
          <p:nvPr/>
        </p:nvCxnSpPr>
        <p:spPr>
          <a:xfrm>
            <a:off x="7307953" y="3396050"/>
            <a:ext cx="2886555" cy="9997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6" idx="4"/>
            <a:endCxn id="12" idx="0"/>
          </p:cNvCxnSpPr>
          <p:nvPr/>
        </p:nvCxnSpPr>
        <p:spPr>
          <a:xfrm flipH="1">
            <a:off x="4472450" y="3740824"/>
            <a:ext cx="1391142" cy="12210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6" idx="0"/>
            <a:endCxn id="14" idx="4"/>
          </p:cNvCxnSpPr>
          <p:nvPr/>
        </p:nvCxnSpPr>
        <p:spPr>
          <a:xfrm flipV="1">
            <a:off x="5863592" y="2020495"/>
            <a:ext cx="755042" cy="10307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6" idx="2"/>
            <a:endCxn id="15" idx="6"/>
          </p:cNvCxnSpPr>
          <p:nvPr/>
        </p:nvCxnSpPr>
        <p:spPr>
          <a:xfrm flipH="1" flipV="1">
            <a:off x="3499289" y="1735136"/>
            <a:ext cx="919941" cy="16609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6" idx="2"/>
            <a:endCxn id="13" idx="6"/>
          </p:cNvCxnSpPr>
          <p:nvPr/>
        </p:nvCxnSpPr>
        <p:spPr>
          <a:xfrm flipH="1" flipV="1">
            <a:off x="3499289" y="3260618"/>
            <a:ext cx="919941" cy="1354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6" idx="2"/>
            <a:endCxn id="16" idx="6"/>
          </p:cNvCxnSpPr>
          <p:nvPr/>
        </p:nvCxnSpPr>
        <p:spPr>
          <a:xfrm flipH="1">
            <a:off x="3269318" y="3396050"/>
            <a:ext cx="1149912" cy="11807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7583834" y="1646309"/>
            <a:ext cx="2366252" cy="689548"/>
          </a:xfrm>
          <a:prstGeom prst="ellipse">
            <a:avLst/>
          </a:prstGeom>
          <a:noFill/>
          <a:ln>
            <a:solidFill>
              <a:schemeClr val="accent3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tx1"/>
                </a:solidFill>
              </a:rPr>
              <a:t>Secured Transactions</a:t>
            </a:r>
            <a:endParaRPr lang="en-US" sz="1600" b="1" dirty="0">
              <a:solidFill>
                <a:schemeClr val="tx1"/>
              </a:solidFill>
            </a:endParaRPr>
          </a:p>
        </p:txBody>
      </p:sp>
      <p:cxnSp>
        <p:nvCxnSpPr>
          <p:cNvPr id="47" name="Straight Connector 46"/>
          <p:cNvCxnSpPr>
            <a:stCxn id="6" idx="6"/>
            <a:endCxn id="45" idx="4"/>
          </p:cNvCxnSpPr>
          <p:nvPr/>
        </p:nvCxnSpPr>
        <p:spPr>
          <a:xfrm flipV="1">
            <a:off x="7307953" y="2335857"/>
            <a:ext cx="1459007" cy="10601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6338599" y="4761031"/>
            <a:ext cx="2169563" cy="890373"/>
          </a:xfrm>
          <a:prstGeom prst="ellipse">
            <a:avLst/>
          </a:prstGeom>
          <a:noFill/>
          <a:ln>
            <a:solidFill>
              <a:schemeClr val="accent3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Venture Capital &amp; Private Equity</a:t>
            </a:r>
          </a:p>
        </p:txBody>
      </p:sp>
      <p:cxnSp>
        <p:nvCxnSpPr>
          <p:cNvPr id="59" name="Straight Connector 58"/>
          <p:cNvCxnSpPr>
            <a:stCxn id="6" idx="4"/>
            <a:endCxn id="57" idx="0"/>
          </p:cNvCxnSpPr>
          <p:nvPr/>
        </p:nvCxnSpPr>
        <p:spPr>
          <a:xfrm>
            <a:off x="5863592" y="3740824"/>
            <a:ext cx="1559789" cy="10202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B57AD823-67D4-D96B-D56D-A962C643305B}"/>
              </a:ext>
            </a:extLst>
          </p:cNvPr>
          <p:cNvSpPr/>
          <p:nvPr/>
        </p:nvSpPr>
        <p:spPr>
          <a:xfrm>
            <a:off x="3635345" y="1198142"/>
            <a:ext cx="1643237" cy="836014"/>
          </a:xfrm>
          <a:prstGeom prst="ellipse">
            <a:avLst/>
          </a:prstGeom>
          <a:noFill/>
          <a:ln>
            <a:solidFill>
              <a:schemeClr val="accent3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Trusts &amp; Estates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9748956-0239-C4ED-C2D9-B52A87B38949}"/>
              </a:ext>
            </a:extLst>
          </p:cNvPr>
          <p:cNvCxnSpPr>
            <a:stCxn id="2" idx="4"/>
            <a:endCxn id="6" idx="0"/>
          </p:cNvCxnSpPr>
          <p:nvPr/>
        </p:nvCxnSpPr>
        <p:spPr>
          <a:xfrm>
            <a:off x="4456964" y="2034156"/>
            <a:ext cx="1406628" cy="10171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5278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45" grpId="0" animBg="1"/>
      <p:bldP spid="57" grpId="0" animBg="1"/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Query: </a:t>
            </a:r>
            <a:r>
              <a:rPr lang="en-US" dirty="0">
                <a:ea typeface="ＭＳ Ｐゴシック" charset="0"/>
                <a:cs typeface="ＭＳ Ｐゴシック" charset="0"/>
              </a:rPr>
              <a:t>When you were considering going to law </a:t>
            </a:r>
            <a:r>
              <a:rPr lang="en-US">
                <a:ea typeface="ＭＳ Ｐゴシック" charset="0"/>
                <a:cs typeface="ＭＳ Ｐゴシック" charset="0"/>
              </a:rPr>
              <a:t>school, what </a:t>
            </a:r>
            <a:r>
              <a:rPr lang="en-US" dirty="0">
                <a:ea typeface="ＭＳ Ｐゴシック" charset="0"/>
                <a:cs typeface="ＭＳ Ｐゴシック" charset="0"/>
              </a:rPr>
              <a:t>were the </a:t>
            </a:r>
            <a:r>
              <a:rPr lang="en-US" i="1" dirty="0">
                <a:ea typeface="ＭＳ Ｐゴシック" charset="0"/>
                <a:cs typeface="ＭＳ Ｐゴシック" charset="0"/>
              </a:rPr>
              <a:t>financial</a:t>
            </a:r>
            <a:r>
              <a:rPr lang="en-US" dirty="0">
                <a:ea typeface="ＭＳ Ｐゴシック" charset="0"/>
                <a:cs typeface="ＭＳ Ｐゴシック" charset="0"/>
              </a:rPr>
              <a:t> and </a:t>
            </a:r>
            <a:r>
              <a:rPr lang="en-US" i="1" dirty="0">
                <a:ea typeface="ＭＳ Ｐゴシック" charset="0"/>
                <a:cs typeface="ＭＳ Ｐゴシック" charset="0"/>
              </a:rPr>
              <a:t>non-financial </a:t>
            </a:r>
            <a:r>
              <a:rPr lang="en-US" dirty="0">
                <a:ea typeface="ＭＳ Ｐゴシック" charset="0"/>
                <a:cs typeface="ＭＳ Ｐゴシック" charset="0"/>
              </a:rPr>
              <a:t>flows that were relevant to you?  </a:t>
            </a:r>
            <a:r>
              <a:rPr lang="en-US" i="1" dirty="0">
                <a:ea typeface="ＭＳ Ｐゴシック" charset="0"/>
                <a:cs typeface="ＭＳ Ｐゴシック" charset="0"/>
              </a:rPr>
              <a:t>Please list!</a:t>
            </a:r>
            <a:endParaRPr lang="en-US" dirty="0">
              <a:ea typeface="ＭＳ Ｐゴシック" charset="0"/>
              <a:cs typeface="ＭＳ Ｐゴシック" charset="0"/>
            </a:endParaRPr>
          </a:p>
          <a:p>
            <a:pPr marL="228600" lvl="1" indent="0">
              <a:buNone/>
            </a:pP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ＭＳ Ｐゴシック" charset="0"/>
                <a:cs typeface="ＭＳ Ｐゴシック" charset="0"/>
              </a:rPr>
              <a:t>Valuation Hypothetical: Law School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97809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  <a:ea typeface="ＭＳ Ｐゴシック" charset="0"/>
                <a:cs typeface="ＭＳ Ｐゴシック" charset="0"/>
              </a:rPr>
              <a:t>Distribution of US Legal Salaries (Class of </a:t>
            </a:r>
            <a:r>
              <a:rPr lang="en-US" dirty="0">
                <a:latin typeface="+mn-lt"/>
                <a:ea typeface="ＭＳ Ｐゴシック" charset="0"/>
                <a:cs typeface="ＭＳ Ｐゴシック" charset="0"/>
              </a:rPr>
              <a:t>‘25</a:t>
            </a:r>
            <a:r>
              <a:rPr lang="en-US" altLang="ja-JP" b="1" dirty="0">
                <a:latin typeface="+mn-lt"/>
                <a:ea typeface="ＭＳ Ｐゴシック" charset="0"/>
                <a:cs typeface="ＭＳ Ｐゴシック" charset="0"/>
              </a:rPr>
              <a:t> </a:t>
            </a:r>
            <a:r>
              <a:rPr lang="en-US" b="1" dirty="0">
                <a:latin typeface="+mn-lt"/>
                <a:ea typeface="ＭＳ Ｐゴシック" charset="0"/>
                <a:cs typeface="ＭＳ Ｐゴシック" charset="0"/>
              </a:rPr>
              <a:t>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361506"/>
              </p:ext>
            </p:extLst>
          </p:nvPr>
        </p:nvGraphicFramePr>
        <p:xfrm>
          <a:off x="8477296" y="675430"/>
          <a:ext cx="3312368" cy="575969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900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00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6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6107">
                  <a:extLst>
                    <a:ext uri="{9D8B030D-6E8A-4147-A177-3AD203B41FA5}">
                      <a16:colId xmlns:a16="http://schemas.microsoft.com/office/drawing/2014/main" val="3554270955"/>
                    </a:ext>
                  </a:extLst>
                </a:gridCol>
              </a:tblGrid>
              <a:tr h="38939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</a:rP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</a:rPr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</a:rPr>
                        <a:t>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</a:rPr>
                        <a:t>Median</a:t>
                      </a:r>
                    </a:p>
                    <a:p>
                      <a:pPr algn="ctr"/>
                      <a:r>
                        <a:rPr lang="en-US" sz="1200" dirty="0">
                          <a:latin typeface="Calibri"/>
                        </a:rPr>
                        <a:t>(Law Firm)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021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128,412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155.000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096465"/>
                  </a:ext>
                </a:extLst>
              </a:tr>
              <a:tr h="304021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125,926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95,000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160,000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8945209"/>
                  </a:ext>
                </a:extLst>
              </a:tr>
              <a:tr h="250206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122,112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90,000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+mn-lt"/>
                        </a:rPr>
                        <a:t>165,000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8100150"/>
                  </a:ext>
                </a:extLst>
              </a:tr>
              <a:tr h="304021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116,398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85,000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150,000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3938798"/>
                  </a:ext>
                </a:extLst>
              </a:tr>
              <a:tr h="29400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109,469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80,000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131,500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4530091"/>
                  </a:ext>
                </a:extLst>
              </a:tr>
              <a:tr h="29400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102,858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75,000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130,000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737335"/>
                  </a:ext>
                </a:extLst>
              </a:tr>
              <a:tr h="29400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2019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100,540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72,500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125,000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5241994"/>
                  </a:ext>
                </a:extLst>
              </a:tr>
              <a:tr h="29400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2018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98,150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70,000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120,000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9899430"/>
                  </a:ext>
                </a:extLst>
              </a:tr>
              <a:tr h="29400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2017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95,320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70,000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117,000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3197097"/>
                  </a:ext>
                </a:extLst>
              </a:tr>
              <a:tr h="29400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2016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90,035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65,000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104,000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00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83,979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64,800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100,000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00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2014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82,292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63,000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95,000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00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2013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82,408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62,467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95,000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00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2012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80,798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61,245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90,000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400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2011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78,653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60,000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85,000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4008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latin typeface="Calibri"/>
                        </a:rPr>
                        <a:t>2010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latin typeface="Calibri"/>
                        </a:rPr>
                        <a:t>84,111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63,000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104,000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4008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latin typeface="Calibri"/>
                        </a:rPr>
                        <a:t>2009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latin typeface="Calibri"/>
                        </a:rPr>
                        <a:t>93,454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72,000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130,000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4008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latin typeface="Calibri"/>
                        </a:rPr>
                        <a:t>2008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92,999*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72,000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/>
                        </a:rPr>
                        <a:t>125,000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12</a:t>
            </a:fld>
            <a:endParaRPr lang="en-US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04BB1C-DADC-8A81-BFFE-B154265B5740}"/>
              </a:ext>
            </a:extLst>
          </p:cNvPr>
          <p:cNvSpPr txBox="1"/>
          <p:nvPr/>
        </p:nvSpPr>
        <p:spPr>
          <a:xfrm>
            <a:off x="1052576" y="6075474"/>
            <a:ext cx="10342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Source: </a:t>
            </a:r>
            <a:r>
              <a:rPr lang="en-US" sz="1000" dirty="0" err="1"/>
              <a:t>nalp.org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2B859A-55CC-9D0D-9BBD-9C1274758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675430"/>
            <a:ext cx="7772400" cy="540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973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3300" b="1" dirty="0" err="1"/>
              <a:t>Simkovic</a:t>
            </a:r>
            <a:r>
              <a:rPr lang="en-US" sz="3300" b="1" dirty="0"/>
              <a:t> &amp; McIntyre, </a:t>
            </a:r>
            <a:r>
              <a:rPr lang="en-US" sz="3300" b="1" i="1" dirty="0"/>
              <a:t>The Economic Value of a Law Degree </a:t>
            </a:r>
            <a:r>
              <a:rPr lang="en-US" sz="3300" b="1" dirty="0"/>
              <a:t>(2013)</a:t>
            </a:r>
          </a:p>
          <a:p>
            <a:pPr marL="228600" indent="-228600"/>
            <a:r>
              <a:rPr lang="en-US" sz="3500" dirty="0"/>
              <a:t>Legal academics and journalists have marshaled statistics purporting to show that enrolling in law school is irrational. We investigate the economic value of a law degree and find the opposite: given current tuition levels, the median and </a:t>
            </a:r>
            <a:r>
              <a:rPr lang="en-US" sz="3500" b="1" dirty="0"/>
              <a:t>even 25th percentile annual earnings premiums justify enrollment. </a:t>
            </a:r>
            <a:r>
              <a:rPr lang="en-US" sz="3500" b="1" dirty="0">
                <a:solidFill>
                  <a:srgbClr val="FF0000"/>
                </a:solidFill>
              </a:rPr>
              <a:t>For most law school graduates, the net present value of a law degree typically exceeds its cost by hundreds of thousands of dollars.</a:t>
            </a:r>
          </a:p>
          <a:p>
            <a:pPr marL="228600" indent="-228600"/>
            <a:r>
              <a:rPr lang="en-US" sz="3500" dirty="0"/>
              <a:t>After controlling for observable ability sorting, </a:t>
            </a:r>
            <a:r>
              <a:rPr lang="en-US" sz="3500" b="1" dirty="0"/>
              <a:t>we find that a law degree is associated with a 60 percent median increase in monthly earnings and 50 percent increase in median hourly wages. The mean annual earnings premium of a law degree is approximately $53,300 in 2012 dollars. The law degree earnings premium is cyclical, and recent years are within historic norms.</a:t>
            </a:r>
          </a:p>
          <a:p>
            <a:pPr marL="228600" indent="-228600"/>
            <a:r>
              <a:rPr lang="en-US" sz="3500" b="1" dirty="0">
                <a:solidFill>
                  <a:srgbClr val="FF0000"/>
                </a:solidFill>
              </a:rPr>
              <a:t>We estimate the mean pre-tax lifetime value of a law degree as approximately $1,000,000</a:t>
            </a:r>
            <a:r>
              <a:rPr lang="en-US" b="1" dirty="0">
                <a:solidFill>
                  <a:srgbClr val="FF0000"/>
                </a:solidFill>
              </a:rPr>
              <a:t>.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ＭＳ Ｐゴシック" charset="0"/>
                <a:cs typeface="ＭＳ Ｐゴシック" charset="0"/>
              </a:rPr>
              <a:t>Valuation Hypothetical: Law School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0E9130-32D2-A041-9C76-010FC05F0BD3}" type="slidenum">
              <a:rPr lang="en-US"/>
              <a:pPr/>
              <a:t>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763856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ＭＳ Ｐゴシック" charset="0"/>
                <a:cs typeface="ＭＳ Ｐゴシック" charset="0"/>
              </a:rPr>
              <a:t>Valuation Hypothetical: Law School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0E9130-32D2-A041-9C76-010FC05F0BD3}" type="slidenum">
              <a:rPr lang="en-US"/>
              <a:pPr/>
              <a:t>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pic>
        <p:nvPicPr>
          <p:cNvPr id="3" name="Content Placeholder 5" descr="lawdeg1.png">
            <a:extLst>
              <a:ext uri="{FF2B5EF4-FFF2-40B4-BE49-F238E27FC236}">
                <a16:creationId xmlns:a16="http://schemas.microsoft.com/office/drawing/2014/main" id="{CFDA5D12-0C0A-8C22-92BB-FD57B055F9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89" y="663678"/>
            <a:ext cx="11031711" cy="55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772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ＭＳ Ｐゴシック" charset="0"/>
                <a:cs typeface="ＭＳ Ｐゴシック" charset="0"/>
              </a:rPr>
              <a:t>Valuation Hypothetical: Law School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0E9130-32D2-A041-9C76-010FC05F0BD3}" type="slidenum">
              <a:rPr lang="en-US"/>
              <a:pPr/>
              <a:t>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  <a:endParaRPr lang="en-US" dirty="0"/>
          </a:p>
        </p:txBody>
      </p:sp>
      <p:pic>
        <p:nvPicPr>
          <p:cNvPr id="9" name="Content Placeholder 5" descr="lawDegree2.png">
            <a:extLst>
              <a:ext uri="{FF2B5EF4-FFF2-40B4-BE49-F238E27FC236}">
                <a16:creationId xmlns:a16="http://schemas.microsoft.com/office/drawing/2014/main" id="{26022844-E25B-B150-C7BC-FC3B2CD8DA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63" y="533400"/>
            <a:ext cx="11277600" cy="5811838"/>
          </a:xfrm>
        </p:spPr>
      </p:pic>
    </p:spTree>
    <p:extLst>
      <p:ext uri="{BB962C8B-B14F-4D97-AF65-F5344CB8AC3E}">
        <p14:creationId xmlns:p14="http://schemas.microsoft.com/office/powerpoint/2010/main" val="2032448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E0BEF40-203D-7D8E-EEEF-2F057CDF1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But…Median </a:t>
            </a:r>
            <a:r>
              <a:rPr lang="en-US" i="1" dirty="0">
                <a:solidFill>
                  <a:srgbClr val="FF0000"/>
                </a:solidFill>
              </a:rPr>
              <a:t>Real</a:t>
            </a:r>
            <a:r>
              <a:rPr lang="en-US" dirty="0"/>
              <a:t> Income of Lawyers: 2001-2020</a:t>
            </a: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F3AD4E-9886-6C75-6DF5-2FE7F5BB08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16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E39DE-089E-6D04-9635-54B473FCC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900E99-CEDD-0180-21F7-6016B9E40366}"/>
              </a:ext>
            </a:extLst>
          </p:cNvPr>
          <p:cNvSpPr txBox="1"/>
          <p:nvPr/>
        </p:nvSpPr>
        <p:spPr>
          <a:xfrm>
            <a:off x="8575288" y="6091085"/>
            <a:ext cx="28312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Source: Koch &amp; Blake-Gonzalez, 46 J. Econ. &amp; Fin _(2022)</a:t>
            </a:r>
          </a:p>
        </p:txBody>
      </p:sp>
      <p:pic>
        <p:nvPicPr>
          <p:cNvPr id="9" name="Content Placeholder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F6CFF5D5-B737-7F9B-D309-656C3BDB6F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0312" y="533163"/>
            <a:ext cx="6854976" cy="5811838"/>
          </a:xfrm>
        </p:spPr>
      </p:pic>
    </p:spTree>
    <p:extLst>
      <p:ext uri="{BB962C8B-B14F-4D97-AF65-F5344CB8AC3E}">
        <p14:creationId xmlns:p14="http://schemas.microsoft.com/office/powerpoint/2010/main" val="3749451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5AF175-4519-EBFC-4858-50D7A58B979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24405" y="2038146"/>
            <a:ext cx="3860799" cy="1860206"/>
          </a:xfrm>
        </p:spPr>
        <p:txBody>
          <a:bodyPr/>
          <a:lstStyle/>
          <a:p>
            <a:pPr marL="0" indent="0">
              <a:buNone/>
            </a:pPr>
            <a:endParaRPr lang="en-US" i="1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0" indent="0" algn="ctr">
              <a:buNone/>
            </a:pPr>
            <a:r>
              <a:rPr lang="en-US" sz="2400" i="1" dirty="0">
                <a:solidFill>
                  <a:srgbClr val="000000"/>
                </a:solidFill>
                <a:effectLst/>
                <a:latin typeface="Helvetica" pitchFamily="2" charset="0"/>
              </a:rPr>
              <a:t>Pay for Lawyers is So High </a:t>
            </a:r>
          </a:p>
          <a:p>
            <a:pPr marL="0" indent="0" algn="ctr">
              <a:buNone/>
            </a:pPr>
            <a:r>
              <a:rPr lang="en-US" sz="2400" i="1" dirty="0">
                <a:solidFill>
                  <a:srgbClr val="000000"/>
                </a:solidFill>
                <a:effectLst/>
                <a:latin typeface="Helvetica" pitchFamily="2" charset="0"/>
              </a:rPr>
              <a:t>People Are Comparing It to the N.B.A. 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(NYT, July 1, 2024)</a:t>
            </a:r>
            <a:endParaRPr lang="en-US" sz="2400" i="1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DB69CD-B5D5-E4D9-A776-3A971E1BD6E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17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506C7-DAF1-0AAB-B95A-BAD626922801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A8FAE8-641A-DEFF-3288-8F0A9ECB0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A75C17-C76C-0FD5-84F0-E21652198380}"/>
              </a:ext>
            </a:extLst>
          </p:cNvPr>
          <p:cNvSpPr txBox="1"/>
          <p:nvPr/>
        </p:nvSpPr>
        <p:spPr>
          <a:xfrm>
            <a:off x="6162431" y="5998886"/>
            <a:ext cx="420339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Source: Wikipedia (Jul. 2026),  from AM Law 100, 2026, reflecting CY 2025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BE4BC96-5427-0811-3B61-8AD398C58622}"/>
              </a:ext>
            </a:extLst>
          </p:cNvPr>
          <p:cNvPicPr>
            <a:picLocks noGrp="1" noChangeAspect="1"/>
          </p:cNvPicPr>
          <p:nvPr>
            <p:ph sz="quarter" idx="21"/>
          </p:nvPr>
        </p:nvPicPr>
        <p:blipFill>
          <a:blip r:embed="rId2"/>
          <a:stretch>
            <a:fillRect/>
          </a:stretch>
        </p:blipFill>
        <p:spPr>
          <a:xfrm>
            <a:off x="5099538" y="732156"/>
            <a:ext cx="6690126" cy="5077045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</p:pic>
    </p:spTree>
    <p:extLst>
      <p:ext uri="{BB962C8B-B14F-4D97-AF65-F5344CB8AC3E}">
        <p14:creationId xmlns:p14="http://schemas.microsoft.com/office/powerpoint/2010/main" val="4101668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2F8DBD65-6A67-BD02-073E-A90354BEE2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7491" y="533400"/>
            <a:ext cx="9724293" cy="551516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9013A7E0-CAAB-FE0C-AE46-5F0C4A89F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FLS Graduates Earn 10 years out?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C4620-E92E-F4D6-0681-843A74AE44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6F0A94-AD2E-974D-AF6B-04AF335E854A}" type="slidenum">
              <a:rPr lang="en-US" altLang="en-US" smtClean="0"/>
              <a:pPr/>
              <a:t>18</a:t>
            </a:fld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935E199-BA2F-7B2E-D45D-C292E65F7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3157DE-771A-46BC-8E97-50DC1E1D9AC2}"/>
              </a:ext>
            </a:extLst>
          </p:cNvPr>
          <p:cNvSpPr txBox="1"/>
          <p:nvPr/>
        </p:nvSpPr>
        <p:spPr>
          <a:xfrm>
            <a:off x="4454914" y="6107026"/>
            <a:ext cx="28894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bgi</a:t>
            </a:r>
            <a:r>
              <a:rPr lang="en-US" sz="1200" dirty="0"/>
              <a:t>-law-school-</a:t>
            </a:r>
            <a:r>
              <a:rPr lang="en-US" sz="1200" dirty="0" err="1"/>
              <a:t>rankings.netlify.app</a:t>
            </a:r>
            <a:r>
              <a:rPr lang="en-US" sz="12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0589712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AC10145-CB64-799B-6CFD-3427DE28A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3937" y="814834"/>
            <a:ext cx="5592064" cy="389575"/>
          </a:xfrm>
        </p:spPr>
        <p:txBody>
          <a:bodyPr/>
          <a:lstStyle/>
          <a:p>
            <a:r>
              <a:rPr lang="en-US" dirty="0"/>
              <a:t>Chat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97BC87D-699B-7F51-9904-A6FAE6A59C2F}"/>
              </a:ext>
            </a:extLst>
          </p:cNvPr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r>
              <a:rPr lang="en-US" dirty="0"/>
              <a:t>Claude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Content Placeholder 24">
                <a:extLst>
                  <a:ext uri="{FF2B5EF4-FFF2-40B4-BE49-F238E27FC236}">
                    <a16:creationId xmlns:a16="http://schemas.microsoft.com/office/drawing/2014/main" id="{654C983B-8D60-0CC2-8624-56F314A5CB6A}"/>
                  </a:ext>
                </a:extLst>
              </p:cNvPr>
              <p:cNvSpPr>
                <a:spLocks noGrp="1"/>
              </p:cNvSpPr>
              <p:nvPr>
                <p:ph sz="quarter" idx="20"/>
              </p:nvPr>
            </p:nvSpPr>
            <p:spPr>
              <a:xfrm>
                <a:off x="505883" y="1195227"/>
                <a:ext cx="5590117" cy="4955707"/>
              </a:xfrm>
            </p:spPr>
            <p:txBody>
              <a:bodyPr/>
              <a:lstStyle/>
              <a:p>
                <a:r>
                  <a:rPr lang="en-US" sz="2400" b="1" dirty="0"/>
                  <a:t>How much must you invest today to have $20,000 in one year if the interest rate is 6.75%?</a:t>
                </a:r>
                <a:br>
                  <a:rPr lang="en-US" sz="2400" b="1" dirty="0"/>
                </a:br>
                <a:endParaRPr lang="en-US" sz="2400" b="1" dirty="0"/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𝑃𝑉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𝐹𝑉</m:t>
                        </m:r>
                      </m:num>
                      <m:den>
                        <m:d>
                          <m:dPr>
                            <m:endChr m:val=""/>
                            <m:ctrlPr>
                              <a:rPr lang="ar-AE" sz="200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sSup>
                              <m:sSupPr>
                                <m:ctrlPr>
                                  <a:rPr lang="ar-AE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"/>
                                    <m:endChr m:val=""/>
                                    <m:ctrlPr>
                                      <a:rPr lang="ar-AE" sz="20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200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ar-AE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e>
                        </m:d>
                      </m:den>
                    </m:f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200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000">
                            <a:latin typeface="Cambria Math" panose="02040503050406030204" pitchFamily="18" charset="0"/>
                          </a:rPr>
                          <m:t>20000</m:t>
                        </m:r>
                      </m:num>
                      <m:den>
                        <m:r>
                          <a:rPr lang="ar-AE" sz="2000">
                            <a:latin typeface="Cambria Math" panose="02040503050406030204" pitchFamily="18" charset="0"/>
                          </a:rPr>
                          <m:t>1.0675</m:t>
                        </m:r>
                      </m:den>
                    </m:f>
                    <m:r>
                      <a:rPr lang="ar-AE" sz="2000">
                        <a:latin typeface="Cambria Math" panose="02040503050406030204" pitchFamily="18" charset="0"/>
                      </a:rPr>
                      <m:t>≈</m:t>
                    </m:r>
                    <m:borderBox>
                      <m:borderBoxPr>
                        <m:ctrlPr>
                          <a:rPr lang="ar-AE" sz="2000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18,735</m:t>
                        </m:r>
                      </m:e>
                    </m:borderBox>
                  </m:oMath>
                </a14:m>
                <a:r>
                  <a:rPr lang="en-US" sz="1800" dirty="0"/>
                  <a:t> </a:t>
                </a:r>
                <a:r>
                  <a:rPr lang="en-US" sz="1800"/>
                  <a:t>(2025)</a:t>
                </a: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US" sz="2000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𝑃𝑉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≈$18,735.36</m:t>
                        </m:r>
                      </m:e>
                    </m:borderBox>
                  </m:oMath>
                </a14:m>
                <a:r>
                  <a:rPr lang="en-US" sz="2000" dirty="0">
                    <a:latin typeface="Cambria Math" panose="02040503050406030204" pitchFamily="18" charset="0"/>
                  </a:rPr>
                  <a:t> (2026)</a:t>
                </a:r>
              </a:p>
              <a:p>
                <a:endParaRPr lang="en-US" sz="2000" b="1" dirty="0"/>
              </a:p>
              <a:p>
                <a:endParaRPr lang="en-US" sz="2000" b="1" dirty="0"/>
              </a:p>
              <a:p>
                <a:r>
                  <a:rPr lang="en-US" sz="2800" b="1" dirty="0"/>
                  <a:t>$1,000 @ 10% for 80 years:</a:t>
                </a:r>
              </a:p>
              <a:p>
                <a:endParaRPr lang="en-US" sz="2800" b="1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𝐹𝑉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=1000×</m:t>
                    </m:r>
                    <m:d>
                      <m:dPr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smtClean="0">
                            <a:latin typeface="Cambria Math" panose="02040503050406030204" pitchFamily="18" charset="0"/>
                          </a:rPr>
                          <m:t>1.10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80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≈1000×965.34≈</m:t>
                        </m:r>
                        <m:borderBox>
                          <m:borderBox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borderBox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965,340</m:t>
                            </m:r>
                          </m:e>
                        </m:borderBox>
                      </m:e>
                    </m:d>
                  </m:oMath>
                </a14:m>
                <a:r>
                  <a:rPr lang="en-US" dirty="0"/>
                  <a:t> (2025)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𝐹𝑉</m:t>
                    </m:r>
                    <m:r>
                      <a:rPr lang="en-US"/>
                      <m:t>=1000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d>
                          <m:dPr>
                            <m:ctrlPr>
                              <a:rPr lang="en-US"/>
                            </m:ctrlPr>
                          </m:dPr>
                          <m:e>
                            <m:r>
                              <a:rPr lang="en-US"/>
                              <m:t>1.10</m:t>
                            </m:r>
                          </m:e>
                        </m:d>
                      </m:e>
                      <m:sup>
                        <m:r>
                          <a:rPr lang="en-US"/>
                          <m:t>80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borderBox>
                      <m:borderBoxPr>
                        <m:ctrlPr>
                          <a:rPr lang="en-US" i="1"/>
                        </m:ctrlPr>
                      </m:borderBoxPr>
                      <m:e>
                        <m:r>
                          <a:rPr lang="en-US" i="1"/>
                          <m:t>𝐹𝑉</m:t>
                        </m:r>
                        <m:r>
                          <a:rPr lang="en-US"/>
                          <m:t>≈$2,048,999.99</m:t>
                        </m:r>
                      </m:e>
                    </m:borderBox>
                  </m:oMath>
                </a14:m>
                <a:r>
                  <a:rPr lang="en-US" dirty="0"/>
                  <a:t> (2026)</a:t>
                </a:r>
              </a:p>
              <a:p>
                <a:endParaRPr lang="ar-AE" dirty="0"/>
              </a:p>
              <a:p>
                <a:endParaRPr lang="ar-AE" sz="200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25" name="Content Placeholder 24">
                <a:extLst>
                  <a:ext uri="{FF2B5EF4-FFF2-40B4-BE49-F238E27FC236}">
                    <a16:creationId xmlns:a16="http://schemas.microsoft.com/office/drawing/2014/main" id="{654C983B-8D60-0CC2-8624-56F314A5CB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20"/>
              </p:nvPr>
            </p:nvSpPr>
            <p:spPr>
              <a:xfrm>
                <a:off x="505883" y="1195227"/>
                <a:ext cx="5590117" cy="4955707"/>
              </a:xfrm>
              <a:blipFill>
                <a:blip r:embed="rId2"/>
                <a:stretch>
                  <a:fillRect l="-1810" t="-765" b="-114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77BC0DD4-E22C-7ADA-E069-49683FCEEC29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r>
              <a:rPr lang="en-US" sz="2400" b="1" dirty="0"/>
              <a:t>Present Value to have $20,000 in one year</a:t>
            </a:r>
          </a:p>
          <a:p>
            <a:r>
              <a:rPr lang="en-US" sz="2400" b="1" dirty="0"/>
              <a:t>Formula:</a:t>
            </a:r>
            <a:r>
              <a:rPr lang="en-US" sz="2400" dirty="0"/>
              <a:t> PV = FV / (1 + r)^n</a:t>
            </a:r>
          </a:p>
          <a:p>
            <a:r>
              <a:rPr lang="en-US" sz="2400" dirty="0"/>
              <a:t>PV = $20,000 / (1.0675)^1</a:t>
            </a:r>
          </a:p>
          <a:p>
            <a:r>
              <a:rPr lang="en-US" sz="2400" dirty="0"/>
              <a:t>PV = $20,000 / 1.0675</a:t>
            </a:r>
          </a:p>
          <a:p>
            <a:r>
              <a:rPr lang="en-US" sz="2400" b="1" dirty="0"/>
              <a:t>PV = $18,739 </a:t>
            </a:r>
            <a:r>
              <a:rPr lang="en-US" sz="2400" dirty="0"/>
              <a:t>(2025)</a:t>
            </a:r>
          </a:p>
          <a:p>
            <a:r>
              <a:rPr lang="en-US" sz="2400" b="1" dirty="0"/>
              <a:t>PV = $18,735.36 </a:t>
            </a:r>
            <a:r>
              <a:rPr lang="en-US" sz="2400" dirty="0"/>
              <a:t>(2026)</a:t>
            </a:r>
            <a:endParaRPr lang="en-US" sz="2400" b="1" dirty="0"/>
          </a:p>
          <a:p>
            <a:r>
              <a:rPr lang="en-US" sz="3200" dirty="0"/>
              <a:t>FV = $1,000 × (1.10)^80 </a:t>
            </a:r>
          </a:p>
          <a:p>
            <a:r>
              <a:rPr lang="en-US" sz="3200" dirty="0"/>
              <a:t>FV = $1,000 × 2,048.40 </a:t>
            </a:r>
          </a:p>
          <a:p>
            <a:r>
              <a:rPr lang="en-US" sz="3200" b="1" dirty="0"/>
              <a:t>FV = $2,048,400</a:t>
            </a:r>
            <a:endParaRPr lang="en-US" sz="3200" dirty="0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3981E-24F0-E91E-B324-7D2EF271340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856F0A94-AD2E-974D-AF6B-04AF335E854A}" type="slidenum">
              <a:rPr lang="en-US" altLang="en-US" smtClean="0"/>
              <a:pPr/>
              <a:t>19</a:t>
            </a:fld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BC7C05A-05A6-8FE4-FBB2-476C56BB0A5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AE40006-C6FB-2231-EF70-0574161FD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LLMs: Potentially very useful but proceed with caution!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6FAE026-CAF0-AACB-DF68-95205702D04A}"/>
              </a:ext>
            </a:extLst>
          </p:cNvPr>
          <p:cNvCxnSpPr>
            <a:cxnSpLocks/>
          </p:cNvCxnSpPr>
          <p:nvPr/>
        </p:nvCxnSpPr>
        <p:spPr>
          <a:xfrm>
            <a:off x="505883" y="4034588"/>
            <a:ext cx="538691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E46C995-5219-899B-27E5-8166B8640998}"/>
              </a:ext>
            </a:extLst>
          </p:cNvPr>
          <p:cNvCxnSpPr>
            <a:cxnSpLocks/>
          </p:cNvCxnSpPr>
          <p:nvPr/>
        </p:nvCxnSpPr>
        <p:spPr>
          <a:xfrm>
            <a:off x="6297253" y="4197873"/>
            <a:ext cx="538886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6805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uiExpand="1" build="p" animBg="1"/>
      <p:bldP spid="24" grpId="0" uiExpand="1" build="p" animBg="1"/>
      <p:bldP spid="25" grpId="0" uiExpand="1" build="p" animBg="1"/>
      <p:bldP spid="26" grpId="0" uiExpand="1" build="p" animBg="1"/>
    </p:bldLst>
  </p:timing>
</p:sld>
</file>

<file path=ppt/theme/theme1.xml><?xml version="1.0" encoding="utf-8"?>
<a:theme xmlns:a="http://schemas.openxmlformats.org/drawingml/2006/main" name="CG Body - Standard">
  <a:themeElements>
    <a:clrScheme name="CGS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B01C2E"/>
      </a:accent1>
      <a:accent2>
        <a:srgbClr val="4B2942"/>
      </a:accent2>
      <a:accent3>
        <a:srgbClr val="002F5F"/>
      </a:accent3>
      <a:accent4>
        <a:srgbClr val="495B25"/>
      </a:accent4>
      <a:accent5>
        <a:srgbClr val="E66402"/>
      </a:accent5>
      <a:accent6>
        <a:srgbClr val="FF9933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T_COE_16" id="{671586AA-9BBF-BE44-880F-D824A4D8FE5E}" vid="{5A5CEC7A-9E78-BE40-8F14-2D245F9926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22852</TotalTime>
  <Words>1201</Words>
  <Application>Microsoft Macintosh PowerPoint</Application>
  <PresentationFormat>Widescreen</PresentationFormat>
  <Paragraphs>279</Paragraphs>
  <Slides>19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1" baseType="lpstr">
      <vt:lpstr>ＭＳ Ｐゴシック</vt:lpstr>
      <vt:lpstr>NSimSun</vt:lpstr>
      <vt:lpstr>Aptos</vt:lpstr>
      <vt:lpstr>Arial</vt:lpstr>
      <vt:lpstr>Calibri</vt:lpstr>
      <vt:lpstr>Cambria Math</vt:lpstr>
      <vt:lpstr>Courier New</vt:lpstr>
      <vt:lpstr>Helvetica</vt:lpstr>
      <vt:lpstr>Times New Roman</vt:lpstr>
      <vt:lpstr>Wingdings</vt:lpstr>
      <vt:lpstr>Wingdings 2</vt:lpstr>
      <vt:lpstr>CG Body - Standard</vt:lpstr>
      <vt:lpstr>PowerPoint Presentation</vt:lpstr>
      <vt:lpstr>Course Materials and Requirements</vt:lpstr>
      <vt:lpstr>Course Materials and Requirements</vt:lpstr>
      <vt:lpstr>Overview of Class</vt:lpstr>
      <vt:lpstr>Valuation</vt:lpstr>
      <vt:lpstr>(Just Some) Legal Applications of Valuation</vt:lpstr>
      <vt:lpstr>Overview of Class</vt:lpstr>
      <vt:lpstr>Overview of Class</vt:lpstr>
      <vt:lpstr>Overview of Class</vt:lpstr>
      <vt:lpstr>Valuation Ties Together Many Law School Classes</vt:lpstr>
      <vt:lpstr>Valuation Hypothetical: Law School</vt:lpstr>
      <vt:lpstr>Distribution of US Legal Salaries (Class of ‘25 )</vt:lpstr>
      <vt:lpstr>Valuation Hypothetical: Law School</vt:lpstr>
      <vt:lpstr>Valuation Hypothetical: Law School</vt:lpstr>
      <vt:lpstr>Valuation Hypothetical: Law School</vt:lpstr>
      <vt:lpstr>But…Median Real Income of Lawyers: 2001-2020</vt:lpstr>
      <vt:lpstr>But…</vt:lpstr>
      <vt:lpstr>What do FLS Graduates Earn 10 years out?</vt:lpstr>
      <vt:lpstr>LLMs: Potentially very useful but proceed with caution!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subject/>
  <dc:creator>J Colon</dc:creator>
  <cp:keywords/>
  <dc:description/>
  <cp:lastModifiedBy>Colon, Jeffrey M.</cp:lastModifiedBy>
  <cp:revision>84</cp:revision>
  <cp:lastPrinted>2025-08-19T20:51:24Z</cp:lastPrinted>
  <dcterms:created xsi:type="dcterms:W3CDTF">2016-08-01T04:04:31Z</dcterms:created>
  <dcterms:modified xsi:type="dcterms:W3CDTF">2026-08-18T14:08:27Z</dcterms:modified>
  <cp:category/>
</cp:coreProperties>
</file>