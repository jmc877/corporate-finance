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048D2-25C7-6544-9286-94F0C3A55485}" v="13" dt="2025-10-27T14:12:56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2"/>
    <p:restoredTop sz="94680"/>
  </p:normalViewPr>
  <p:slideViewPr>
    <p:cSldViewPr snapToGrid="0">
      <p:cViewPr varScale="1">
        <p:scale>
          <a:sx n="109" d="100"/>
          <a:sy n="109" d="100"/>
        </p:scale>
        <p:origin x="80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custSel addSld modSld sldOrd modMainMaster">
      <pc:chgData name="Colon, Jeffrey M." userId="615143b1-cdee-493d-9a9d-1565ce8666d9" providerId="ADAL" clId="{DC1DB158-BAB1-5930-B714-AEF472873853}" dt="2025-10-27T15:05:47.396" v="3434" actId="20577"/>
      <pc:docMkLst>
        <pc:docMk/>
      </pc:docMkLst>
      <pc:sldChg chg="addSp delSp modSp mod">
        <pc:chgData name="Colon, Jeffrey M." userId="615143b1-cdee-493d-9a9d-1565ce8666d9" providerId="ADAL" clId="{DC1DB158-BAB1-5930-B714-AEF472873853}" dt="2025-10-26T14:00:32.452" v="166" actId="20577"/>
        <pc:sldMkLst>
          <pc:docMk/>
          <pc:sldMk cId="4245738370" sldId="256"/>
        </pc:sldMkLst>
        <pc:spChg chg="mod">
          <ac:chgData name="Colon, Jeffrey M." userId="615143b1-cdee-493d-9a9d-1565ce8666d9" providerId="ADAL" clId="{DC1DB158-BAB1-5930-B714-AEF472873853}" dt="2025-10-26T14:00:32.452" v="166" actId="20577"/>
          <ac:spMkLst>
            <pc:docMk/>
            <pc:sldMk cId="4245738370" sldId="256"/>
            <ac:spMk id="2" creationId="{BA23B56B-DD3E-9EE3-4DAE-52452C175A82}"/>
          </ac:spMkLst>
        </pc:spChg>
        <pc:spChg chg="del">
          <ac:chgData name="Colon, Jeffrey M." userId="615143b1-cdee-493d-9a9d-1565ce8666d9" providerId="ADAL" clId="{DC1DB158-BAB1-5930-B714-AEF472873853}" dt="2025-10-26T11:12:28.597" v="156" actId="478"/>
          <ac:spMkLst>
            <pc:docMk/>
            <pc:sldMk cId="4245738370" sldId="256"/>
            <ac:spMk id="3" creationId="{ADD48AA0-BA2C-517B-2A3B-8DA4FD42AED1}"/>
          </ac:spMkLst>
        </pc:spChg>
        <pc:spChg chg="add mod">
          <ac:chgData name="Colon, Jeffrey M." userId="615143b1-cdee-493d-9a9d-1565ce8666d9" providerId="ADAL" clId="{DC1DB158-BAB1-5930-B714-AEF472873853}" dt="2025-10-26T11:10:31.614" v="39"/>
          <ac:spMkLst>
            <pc:docMk/>
            <pc:sldMk cId="4245738370" sldId="256"/>
            <ac:spMk id="4" creationId="{BCA13042-2521-AC4A-6E79-337CD54B9844}"/>
          </ac:spMkLst>
        </pc:spChg>
        <pc:spChg chg="add mod">
          <ac:chgData name="Colon, Jeffrey M." userId="615143b1-cdee-493d-9a9d-1565ce8666d9" providerId="ADAL" clId="{DC1DB158-BAB1-5930-B714-AEF472873853}" dt="2025-10-26T11:10:31.614" v="39"/>
          <ac:spMkLst>
            <pc:docMk/>
            <pc:sldMk cId="4245738370" sldId="256"/>
            <ac:spMk id="5" creationId="{4DC78507-12A5-B3E0-2725-6807F644B16B}"/>
          </ac:spMkLst>
        </pc:spChg>
      </pc:sldChg>
      <pc:sldChg chg="addSp delSp modSp new mod">
        <pc:chgData name="Colon, Jeffrey M." userId="615143b1-cdee-493d-9a9d-1565ce8666d9" providerId="ADAL" clId="{DC1DB158-BAB1-5930-B714-AEF472873853}" dt="2025-10-26T14:27:28.432" v="379" actId="404"/>
        <pc:sldMkLst>
          <pc:docMk/>
          <pc:sldMk cId="1396404478" sldId="257"/>
        </pc:sldMkLst>
        <pc:spChg chg="del">
          <ac:chgData name="Colon, Jeffrey M." userId="615143b1-cdee-493d-9a9d-1565ce8666d9" providerId="ADAL" clId="{DC1DB158-BAB1-5930-B714-AEF472873853}" dt="2025-10-26T14:20:54.598" v="168"/>
          <ac:spMkLst>
            <pc:docMk/>
            <pc:sldMk cId="1396404478" sldId="257"/>
            <ac:spMk id="2" creationId="{ABE7D889-B825-723B-E752-7EF13EB148CF}"/>
          </ac:spMkLst>
        </pc:spChg>
        <pc:spChg chg="mod">
          <ac:chgData name="Colon, Jeffrey M." userId="615143b1-cdee-493d-9a9d-1565ce8666d9" providerId="ADAL" clId="{DC1DB158-BAB1-5930-B714-AEF472873853}" dt="2025-10-26T14:23:02.544" v="250" actId="20577"/>
          <ac:spMkLst>
            <pc:docMk/>
            <pc:sldMk cId="1396404478" sldId="257"/>
            <ac:spMk id="3" creationId="{1E103106-65BE-610F-7304-2E665744FE65}"/>
          </ac:spMkLst>
        </pc:spChg>
        <pc:spChg chg="add mod">
          <ac:chgData name="Colon, Jeffrey M." userId="615143b1-cdee-493d-9a9d-1565ce8666d9" providerId="ADAL" clId="{DC1DB158-BAB1-5930-B714-AEF472873853}" dt="2025-10-26T14:27:28.432" v="379" actId="404"/>
          <ac:spMkLst>
            <pc:docMk/>
            <pc:sldMk cId="1396404478" sldId="257"/>
            <ac:spMk id="10" creationId="{CA8FFDFB-2FDC-2EBD-8C54-B6D29C948746}"/>
          </ac:spMkLst>
        </pc:spChg>
        <pc:spChg chg="add mod">
          <ac:chgData name="Colon, Jeffrey M." userId="615143b1-cdee-493d-9a9d-1565ce8666d9" providerId="ADAL" clId="{DC1DB158-BAB1-5930-B714-AEF472873853}" dt="2025-10-26T14:27:25.209" v="378" actId="404"/>
          <ac:spMkLst>
            <pc:docMk/>
            <pc:sldMk cId="1396404478" sldId="257"/>
            <ac:spMk id="11" creationId="{63A18C10-A824-6F05-5458-216948229839}"/>
          </ac:spMkLst>
        </pc:spChg>
        <pc:picChg chg="add mod modCrop">
          <ac:chgData name="Colon, Jeffrey M." userId="615143b1-cdee-493d-9a9d-1565ce8666d9" providerId="ADAL" clId="{DC1DB158-BAB1-5930-B714-AEF472873853}" dt="2025-10-26T14:23:50.782" v="256" actId="14100"/>
          <ac:picMkLst>
            <pc:docMk/>
            <pc:sldMk cId="1396404478" sldId="257"/>
            <ac:picMk id="7" creationId="{368E588C-B5C0-CF37-E974-9C95730BF419}"/>
          </ac:picMkLst>
        </pc:picChg>
        <pc:picChg chg="add mod modCrop">
          <ac:chgData name="Colon, Jeffrey M." userId="615143b1-cdee-493d-9a9d-1565ce8666d9" providerId="ADAL" clId="{DC1DB158-BAB1-5930-B714-AEF472873853}" dt="2025-10-26T14:26:52.873" v="350" actId="1076"/>
          <ac:picMkLst>
            <pc:docMk/>
            <pc:sldMk cId="1396404478" sldId="257"/>
            <ac:picMk id="9" creationId="{20849993-0B2C-BE0D-E7EC-0AC0866F5C71}"/>
          </ac:picMkLst>
        </pc:picChg>
      </pc:sldChg>
      <pc:sldChg chg="addSp delSp modSp new mod">
        <pc:chgData name="Colon, Jeffrey M." userId="615143b1-cdee-493d-9a9d-1565ce8666d9" providerId="ADAL" clId="{DC1DB158-BAB1-5930-B714-AEF472873853}" dt="2025-10-27T14:14:32.806" v="1818" actId="14100"/>
        <pc:sldMkLst>
          <pc:docMk/>
          <pc:sldMk cId="1681810163" sldId="258"/>
        </pc:sldMkLst>
        <pc:spChg chg="del">
          <ac:chgData name="Colon, Jeffrey M." userId="615143b1-cdee-493d-9a9d-1565ce8666d9" providerId="ADAL" clId="{DC1DB158-BAB1-5930-B714-AEF472873853}" dt="2025-10-26T14:28:52.185" v="381"/>
          <ac:spMkLst>
            <pc:docMk/>
            <pc:sldMk cId="1681810163" sldId="258"/>
            <ac:spMk id="2" creationId="{585FC847-7AC8-0B51-8739-FE509D60F8C6}"/>
          </ac:spMkLst>
        </pc:spChg>
        <pc:spChg chg="mod">
          <ac:chgData name="Colon, Jeffrey M." userId="615143b1-cdee-493d-9a9d-1565ce8666d9" providerId="ADAL" clId="{DC1DB158-BAB1-5930-B714-AEF472873853}" dt="2025-10-27T14:14:10.382" v="1816" actId="20577"/>
          <ac:spMkLst>
            <pc:docMk/>
            <pc:sldMk cId="1681810163" sldId="258"/>
            <ac:spMk id="3" creationId="{314C858D-9C05-423A-136D-E3503D895CCC}"/>
          </ac:spMkLst>
        </pc:spChg>
        <pc:picChg chg="add mod">
          <ac:chgData name="Colon, Jeffrey M." userId="615143b1-cdee-493d-9a9d-1565ce8666d9" providerId="ADAL" clId="{DC1DB158-BAB1-5930-B714-AEF472873853}" dt="2025-10-27T14:14:32.806" v="1818" actId="14100"/>
          <ac:picMkLst>
            <pc:docMk/>
            <pc:sldMk cId="1681810163" sldId="258"/>
            <ac:picMk id="7" creationId="{1DCFBC85-DDB9-BDE3-6EC1-870F7CD0C722}"/>
          </ac:picMkLst>
        </pc:picChg>
      </pc:sldChg>
      <pc:sldChg chg="addSp delSp modSp new mod">
        <pc:chgData name="Colon, Jeffrey M." userId="615143b1-cdee-493d-9a9d-1565ce8666d9" providerId="ADAL" clId="{DC1DB158-BAB1-5930-B714-AEF472873853}" dt="2025-10-26T14:32:38.624" v="478" actId="14100"/>
        <pc:sldMkLst>
          <pc:docMk/>
          <pc:sldMk cId="3800577895" sldId="259"/>
        </pc:sldMkLst>
        <pc:spChg chg="del">
          <ac:chgData name="Colon, Jeffrey M." userId="615143b1-cdee-493d-9a9d-1565ce8666d9" providerId="ADAL" clId="{DC1DB158-BAB1-5930-B714-AEF472873853}" dt="2025-10-26T14:29:26.392" v="385"/>
          <ac:spMkLst>
            <pc:docMk/>
            <pc:sldMk cId="3800577895" sldId="259"/>
            <ac:spMk id="2" creationId="{089BB8C2-9B07-86B3-1BBC-6575CA791B69}"/>
          </ac:spMkLst>
        </pc:spChg>
        <pc:spChg chg="mod">
          <ac:chgData name="Colon, Jeffrey M." userId="615143b1-cdee-493d-9a9d-1565ce8666d9" providerId="ADAL" clId="{DC1DB158-BAB1-5930-B714-AEF472873853}" dt="2025-10-26T14:31:41.047" v="469" actId="20577"/>
          <ac:spMkLst>
            <pc:docMk/>
            <pc:sldMk cId="3800577895" sldId="259"/>
            <ac:spMk id="3" creationId="{5A61D032-B435-5EC5-8FFC-5A7938ECB3D4}"/>
          </ac:spMkLst>
        </pc:spChg>
        <pc:spChg chg="add del mod">
          <ac:chgData name="Colon, Jeffrey M." userId="615143b1-cdee-493d-9a9d-1565ce8666d9" providerId="ADAL" clId="{DC1DB158-BAB1-5930-B714-AEF472873853}" dt="2025-10-26T14:32:27.940" v="475" actId="478"/>
          <ac:spMkLst>
            <pc:docMk/>
            <pc:sldMk cId="3800577895" sldId="259"/>
            <ac:spMk id="12" creationId="{2D423FE5-ABE9-DF51-F691-CAFC1302BDB7}"/>
          </ac:spMkLst>
        </pc:spChg>
        <pc:picChg chg="add del mod">
          <ac:chgData name="Colon, Jeffrey M." userId="615143b1-cdee-493d-9a9d-1565ce8666d9" providerId="ADAL" clId="{DC1DB158-BAB1-5930-B714-AEF472873853}" dt="2025-10-26T14:32:23.429" v="474" actId="478"/>
          <ac:picMkLst>
            <pc:docMk/>
            <pc:sldMk cId="3800577895" sldId="259"/>
            <ac:picMk id="7" creationId="{4A3D9868-5165-E5FA-1224-AA53254AC96F}"/>
          </ac:picMkLst>
        </pc:picChg>
        <pc:picChg chg="add mod">
          <ac:chgData name="Colon, Jeffrey M." userId="615143b1-cdee-493d-9a9d-1565ce8666d9" providerId="ADAL" clId="{DC1DB158-BAB1-5930-B714-AEF472873853}" dt="2025-10-26T14:32:38.624" v="478" actId="14100"/>
          <ac:picMkLst>
            <pc:docMk/>
            <pc:sldMk cId="3800577895" sldId="259"/>
            <ac:picMk id="9" creationId="{0A93DBF5-1093-B85D-35AF-A50CE903D471}"/>
          </ac:picMkLst>
        </pc:picChg>
        <pc:picChg chg="add mod">
          <ac:chgData name="Colon, Jeffrey M." userId="615143b1-cdee-493d-9a9d-1565ce8666d9" providerId="ADAL" clId="{DC1DB158-BAB1-5930-B714-AEF472873853}" dt="2025-10-26T14:32:32.195" v="476" actId="14100"/>
          <ac:picMkLst>
            <pc:docMk/>
            <pc:sldMk cId="3800577895" sldId="259"/>
            <ac:picMk id="10" creationId="{83DD968C-CD1A-8F5D-EF9C-60646B1AFF79}"/>
          </ac:picMkLst>
        </pc:picChg>
      </pc:sldChg>
      <pc:sldChg chg="modSp new mod">
        <pc:chgData name="Colon, Jeffrey M." userId="615143b1-cdee-493d-9a9d-1565ce8666d9" providerId="ADAL" clId="{DC1DB158-BAB1-5930-B714-AEF472873853}" dt="2025-10-27T14:14:49.519" v="1828" actId="20577"/>
        <pc:sldMkLst>
          <pc:docMk/>
          <pc:sldMk cId="1473563620" sldId="260"/>
        </pc:sldMkLst>
        <pc:spChg chg="mod">
          <ac:chgData name="Colon, Jeffrey M." userId="615143b1-cdee-493d-9a9d-1565ce8666d9" providerId="ADAL" clId="{DC1DB158-BAB1-5930-B714-AEF472873853}" dt="2025-10-27T14:13:11.587" v="1784" actId="403"/>
          <ac:spMkLst>
            <pc:docMk/>
            <pc:sldMk cId="1473563620" sldId="260"/>
            <ac:spMk id="2" creationId="{B3F8031A-4877-1FD5-2992-652DFCBB0FA1}"/>
          </ac:spMkLst>
        </pc:spChg>
        <pc:spChg chg="mod">
          <ac:chgData name="Colon, Jeffrey M." userId="615143b1-cdee-493d-9a9d-1565ce8666d9" providerId="ADAL" clId="{DC1DB158-BAB1-5930-B714-AEF472873853}" dt="2025-10-27T14:14:49.519" v="1828" actId="20577"/>
          <ac:spMkLst>
            <pc:docMk/>
            <pc:sldMk cId="1473563620" sldId="260"/>
            <ac:spMk id="3" creationId="{F646C21B-9715-36BF-727F-F5DB67D95567}"/>
          </ac:spMkLst>
        </pc:spChg>
      </pc:sldChg>
      <pc:sldChg chg="modSp new mod">
        <pc:chgData name="Colon, Jeffrey M." userId="615143b1-cdee-493d-9a9d-1565ce8666d9" providerId="ADAL" clId="{DC1DB158-BAB1-5930-B714-AEF472873853}" dt="2025-10-27T14:38:47.608" v="2820" actId="27636"/>
        <pc:sldMkLst>
          <pc:docMk/>
          <pc:sldMk cId="2057787671" sldId="261"/>
        </pc:sldMkLst>
        <pc:spChg chg="mod">
          <ac:chgData name="Colon, Jeffrey M." userId="615143b1-cdee-493d-9a9d-1565ce8666d9" providerId="ADAL" clId="{DC1DB158-BAB1-5930-B714-AEF472873853}" dt="2025-10-27T14:38:47.608" v="2820" actId="27636"/>
          <ac:spMkLst>
            <pc:docMk/>
            <pc:sldMk cId="2057787671" sldId="261"/>
            <ac:spMk id="2" creationId="{E0B981C8-5985-2641-A2AC-6F0E9531B8FB}"/>
          </ac:spMkLst>
        </pc:spChg>
        <pc:spChg chg="mod">
          <ac:chgData name="Colon, Jeffrey M." userId="615143b1-cdee-493d-9a9d-1565ce8666d9" providerId="ADAL" clId="{DC1DB158-BAB1-5930-B714-AEF472873853}" dt="2025-10-26T21:42:32.642" v="591" actId="20577"/>
          <ac:spMkLst>
            <pc:docMk/>
            <pc:sldMk cId="2057787671" sldId="261"/>
            <ac:spMk id="3" creationId="{290B67AA-E8B9-DB61-D48B-4232420302CF}"/>
          </ac:spMkLst>
        </pc:spChg>
      </pc:sldChg>
      <pc:sldChg chg="modSp new mod ord">
        <pc:chgData name="Colon, Jeffrey M." userId="615143b1-cdee-493d-9a9d-1565ce8666d9" providerId="ADAL" clId="{DC1DB158-BAB1-5930-B714-AEF472873853}" dt="2025-10-27T14:12:39.480" v="1758" actId="20578"/>
        <pc:sldMkLst>
          <pc:docMk/>
          <pc:sldMk cId="174706051" sldId="262"/>
        </pc:sldMkLst>
        <pc:spChg chg="mod">
          <ac:chgData name="Colon, Jeffrey M." userId="615143b1-cdee-493d-9a9d-1565ce8666d9" providerId="ADAL" clId="{DC1DB158-BAB1-5930-B714-AEF472873853}" dt="2025-10-27T14:07:09.989" v="1757" actId="20577"/>
          <ac:spMkLst>
            <pc:docMk/>
            <pc:sldMk cId="174706051" sldId="262"/>
            <ac:spMk id="2" creationId="{7C667A5F-57FF-4860-1FDA-175036A1A2F1}"/>
          </ac:spMkLst>
        </pc:spChg>
        <pc:spChg chg="mod">
          <ac:chgData name="Colon, Jeffrey M." userId="615143b1-cdee-493d-9a9d-1565ce8666d9" providerId="ADAL" clId="{DC1DB158-BAB1-5930-B714-AEF472873853}" dt="2025-10-27T13:31:48.074" v="638" actId="20577"/>
          <ac:spMkLst>
            <pc:docMk/>
            <pc:sldMk cId="174706051" sldId="262"/>
            <ac:spMk id="3" creationId="{13EB3521-1602-A58D-3D39-67F3460EFC1F}"/>
          </ac:spMkLst>
        </pc:spChg>
      </pc:sldChg>
      <pc:sldChg chg="modSp new mod">
        <pc:chgData name="Colon, Jeffrey M." userId="615143b1-cdee-493d-9a9d-1565ce8666d9" providerId="ADAL" clId="{DC1DB158-BAB1-5930-B714-AEF472873853}" dt="2025-10-27T15:05:47.396" v="3434" actId="20577"/>
        <pc:sldMkLst>
          <pc:docMk/>
          <pc:sldMk cId="3583771457" sldId="263"/>
        </pc:sldMkLst>
        <pc:spChg chg="mod">
          <ac:chgData name="Colon, Jeffrey M." userId="615143b1-cdee-493d-9a9d-1565ce8666d9" providerId="ADAL" clId="{DC1DB158-BAB1-5930-B714-AEF472873853}" dt="2025-10-27T15:05:47.396" v="3434" actId="20577"/>
          <ac:spMkLst>
            <pc:docMk/>
            <pc:sldMk cId="3583771457" sldId="263"/>
            <ac:spMk id="2" creationId="{E265A03C-F89D-B0E6-E4D1-B20E8E8BAB4C}"/>
          </ac:spMkLst>
        </pc:spChg>
        <pc:spChg chg="mod">
          <ac:chgData name="Colon, Jeffrey M." userId="615143b1-cdee-493d-9a9d-1565ce8666d9" providerId="ADAL" clId="{DC1DB158-BAB1-5930-B714-AEF472873853}" dt="2025-10-27T14:42:22.188" v="2838" actId="20577"/>
          <ac:spMkLst>
            <pc:docMk/>
            <pc:sldMk cId="3583771457" sldId="263"/>
            <ac:spMk id="3" creationId="{9CF12F0A-709B-45E7-2E08-6CF3ADDE0140}"/>
          </ac:spMkLst>
        </pc:spChg>
      </pc:sldChg>
      <pc:sldMasterChg chg="modSp mod modSldLayout">
        <pc:chgData name="Colon, Jeffrey M." userId="615143b1-cdee-493d-9a9d-1565ce8666d9" providerId="ADAL" clId="{DC1DB158-BAB1-5930-B714-AEF472873853}" dt="2025-10-26T14:30:42.473" v="414" actId="120"/>
        <pc:sldMasterMkLst>
          <pc:docMk/>
          <pc:sldMasterMk cId="925341216" sldId="2147483660"/>
        </pc:sldMasterMkLst>
        <pc:spChg chg="mod">
          <ac:chgData name="Colon, Jeffrey M." userId="615143b1-cdee-493d-9a9d-1565ce8666d9" providerId="ADAL" clId="{DC1DB158-BAB1-5930-B714-AEF472873853}" dt="2025-10-26T11:09:46.589" v="30" actId="20577"/>
          <ac:spMkLst>
            <pc:docMk/>
            <pc:sldMasterMk cId="925341216" sldId="2147483660"/>
            <ac:spMk id="9" creationId="{00000000-0000-0000-0000-000000000000}"/>
          </ac:spMkLst>
        </pc:spChg>
        <pc:spChg chg="mod">
          <ac:chgData name="Colon, Jeffrey M." userId="615143b1-cdee-493d-9a9d-1565ce8666d9" providerId="ADAL" clId="{DC1DB158-BAB1-5930-B714-AEF472873853}" dt="2025-10-26T11:09:36.522" v="7" actId="20577"/>
          <ac:spMkLst>
            <pc:docMk/>
            <pc:sldMasterMk cId="925341216" sldId="2147483660"/>
            <ac:spMk id="13" creationId="{00000000-0000-0000-0000-000000000000}"/>
          </ac:spMkLst>
        </pc:spChg>
        <pc:sldLayoutChg chg="modSp mod">
          <pc:chgData name="Colon, Jeffrey M." userId="615143b1-cdee-493d-9a9d-1565ce8666d9" providerId="ADAL" clId="{DC1DB158-BAB1-5930-B714-AEF472873853}" dt="2025-10-26T11:10:00.927" v="38" actId="20577"/>
          <pc:sldLayoutMkLst>
            <pc:docMk/>
            <pc:sldMasterMk cId="925341216" sldId="2147483660"/>
            <pc:sldLayoutMk cId="3646571766" sldId="2147483661"/>
          </pc:sldLayoutMkLst>
          <pc:spChg chg="mod">
            <ac:chgData name="Colon, Jeffrey M." userId="615143b1-cdee-493d-9a9d-1565ce8666d9" providerId="ADAL" clId="{DC1DB158-BAB1-5930-B714-AEF472873853}" dt="2025-10-26T11:10:00.927" v="38" actId="20577"/>
            <ac:spMkLst>
              <pc:docMk/>
              <pc:sldMasterMk cId="925341216" sldId="2147483660"/>
              <pc:sldLayoutMk cId="3646571766" sldId="2147483661"/>
              <ac:spMk id="4" creationId="{00000000-0000-0000-0000-000000000000}"/>
            </ac:spMkLst>
          </pc:spChg>
        </pc:sldLayoutChg>
        <pc:sldLayoutChg chg="modSp mod">
          <pc:chgData name="Colon, Jeffrey M." userId="615143b1-cdee-493d-9a9d-1565ce8666d9" providerId="ADAL" clId="{DC1DB158-BAB1-5930-B714-AEF472873853}" dt="2025-10-26T14:30:42.473" v="414" actId="120"/>
          <pc:sldLayoutMkLst>
            <pc:docMk/>
            <pc:sldMasterMk cId="925341216" sldId="2147483660"/>
            <pc:sldLayoutMk cId="356589064" sldId="2147483662"/>
          </pc:sldLayoutMkLst>
          <pc:spChg chg="mod">
            <ac:chgData name="Colon, Jeffrey M." userId="615143b1-cdee-493d-9a9d-1565ce8666d9" providerId="ADAL" clId="{DC1DB158-BAB1-5930-B714-AEF472873853}" dt="2025-10-26T14:30:42.473" v="414" actId="120"/>
            <ac:spMkLst>
              <pc:docMk/>
              <pc:sldMasterMk cId="925341216" sldId="2147483660"/>
              <pc:sldLayoutMk cId="356589064" sldId="2147483662"/>
              <ac:spMk id="7" creationId="{00000000-0000-0000-0000-000000000000}"/>
            </ac:spMkLst>
          </pc:spChg>
        </pc:sldLayoutChg>
      </pc:sldMasterChg>
    </pc:docChg>
  </pc:docChgLst>
  <pc:docChgLst>
    <pc:chgData name="Colon, Jeffrey M." userId="615143b1-cdee-493d-9a9d-1565ce8666d9" providerId="ADAL" clId="{02B82742-E93D-484F-AD26-A4CD02653172}"/>
    <pc:docChg chg="modSld">
      <pc:chgData name="Colon, Jeffrey M." userId="615143b1-cdee-493d-9a9d-1565ce8666d9" providerId="ADAL" clId="{02B82742-E93D-484F-AD26-A4CD02653172}" dt="2025-10-27T17:45:03.231" v="31"/>
      <pc:docMkLst>
        <pc:docMk/>
      </pc:docMkLst>
      <pc:sldChg chg="modAnim">
        <pc:chgData name="Colon, Jeffrey M." userId="615143b1-cdee-493d-9a9d-1565ce8666d9" providerId="ADAL" clId="{02B82742-E93D-484F-AD26-A4CD02653172}" dt="2025-10-27T17:40:06.047" v="1"/>
        <pc:sldMkLst>
          <pc:docMk/>
          <pc:sldMk cId="1396404478" sldId="257"/>
        </pc:sldMkLst>
      </pc:sldChg>
      <pc:sldChg chg="modAnim">
        <pc:chgData name="Colon, Jeffrey M." userId="615143b1-cdee-493d-9a9d-1565ce8666d9" providerId="ADAL" clId="{02B82742-E93D-484F-AD26-A4CD02653172}" dt="2025-10-27T17:40:19.302" v="2"/>
        <pc:sldMkLst>
          <pc:docMk/>
          <pc:sldMk cId="1681810163" sldId="258"/>
        </pc:sldMkLst>
      </pc:sldChg>
      <pc:sldChg chg="modAnim">
        <pc:chgData name="Colon, Jeffrey M." userId="615143b1-cdee-493d-9a9d-1565ce8666d9" providerId="ADAL" clId="{02B82742-E93D-484F-AD26-A4CD02653172}" dt="2025-10-27T17:44:04.038" v="23"/>
        <pc:sldMkLst>
          <pc:docMk/>
          <pc:sldMk cId="3800577895" sldId="259"/>
        </pc:sldMkLst>
      </pc:sldChg>
      <pc:sldChg chg="modAnim">
        <pc:chgData name="Colon, Jeffrey M." userId="615143b1-cdee-493d-9a9d-1565ce8666d9" providerId="ADAL" clId="{02B82742-E93D-484F-AD26-A4CD02653172}" dt="2025-10-27T17:44:23.385" v="26"/>
        <pc:sldMkLst>
          <pc:docMk/>
          <pc:sldMk cId="1473563620" sldId="260"/>
        </pc:sldMkLst>
      </pc:sldChg>
      <pc:sldChg chg="modAnim">
        <pc:chgData name="Colon, Jeffrey M." userId="615143b1-cdee-493d-9a9d-1565ce8666d9" providerId="ADAL" clId="{02B82742-E93D-484F-AD26-A4CD02653172}" dt="2025-10-27T17:44:49.486" v="29"/>
        <pc:sldMkLst>
          <pc:docMk/>
          <pc:sldMk cId="2057787671" sldId="261"/>
        </pc:sldMkLst>
      </pc:sldChg>
      <pc:sldChg chg="modAnim">
        <pc:chgData name="Colon, Jeffrey M." userId="615143b1-cdee-493d-9a9d-1565ce8666d9" providerId="ADAL" clId="{02B82742-E93D-484F-AD26-A4CD02653172}" dt="2025-10-27T17:43:53.057" v="22"/>
        <pc:sldMkLst>
          <pc:docMk/>
          <pc:sldMk cId="174706051" sldId="262"/>
        </pc:sldMkLst>
      </pc:sldChg>
      <pc:sldChg chg="modAnim">
        <pc:chgData name="Colon, Jeffrey M." userId="615143b1-cdee-493d-9a9d-1565ce8666d9" providerId="ADAL" clId="{02B82742-E93D-484F-AD26-A4CD02653172}" dt="2025-10-27T17:45:03.231" v="31"/>
        <pc:sldMkLst>
          <pc:docMk/>
          <pc:sldMk cId="3583771457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3BAFE-BD7B-C340-B942-9561F91EA3B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8573C-A855-0045-83BB-8BD99162A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9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78573C-A855-0045-83BB-8BD99162A6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12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00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5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Indexing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A9E68-7C1E-2840-BE01-6F2323EF3DB0}"/>
              </a:ext>
            </a:extLst>
          </p:cNvPr>
          <p:cNvSpPr txBox="1"/>
          <p:nvPr userDrawn="1"/>
        </p:nvSpPr>
        <p:spPr>
          <a:xfrm>
            <a:off x="1043094" y="6624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46571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5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20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7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1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6589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41" y="537029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453492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84913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4826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23803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1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3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497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4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401401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26768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6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8" y="3778178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426634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654318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237381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0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111430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767469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5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6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6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2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9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7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3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5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6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5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101531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0101001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3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3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3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9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3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9" y="3460753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9687706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2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2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2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2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2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2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2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2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3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3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526102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688015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771606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5" y="1911353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1" y="1911353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2" y="1911353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6" y="1911353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81654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3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3"/>
            <a:ext cx="3364992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820782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189977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6071391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0074675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0286180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4823271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0320254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9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3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8379526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8489924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4113201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3101378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20" y="1981203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2" y="1982791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6" y="1981203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5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7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1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2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391979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9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 eaLnBrk="0" hangingPunct="0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0680670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8" y="1497016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808097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6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5" y="3486682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7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9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4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1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5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685428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5" y="1782765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5" y="5300666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5" y="4129091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5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8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7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0878409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6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91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5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7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9834852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6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5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4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9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3" y="1282932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4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90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88715309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3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2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6" y="1566866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6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5" y="1468440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5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3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5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2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8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4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4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4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4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4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4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4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4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4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5596596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6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8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7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3950554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3067354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7" y="1419225"/>
            <a:ext cx="3376247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3144347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6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9091526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7498208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8"/>
            <a:ext cx="42672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8"/>
            <a:ext cx="42672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2383506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4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3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6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3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50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6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90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9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4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6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3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500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6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90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90" y="3962403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6480064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2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2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3433824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4698421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7541484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3485268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29145463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</p:spTree>
    <p:extLst>
      <p:ext uri="{BB962C8B-B14F-4D97-AF65-F5344CB8AC3E}">
        <p14:creationId xmlns:p14="http://schemas.microsoft.com/office/powerpoint/2010/main" val="17816347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Indexing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1420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Indexing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515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371600"/>
            <a:ext cx="10972800" cy="47545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Indexing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3C724D-B57F-F94F-8F6D-BE1CC47DC0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86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7859-EF67-9D7F-3A54-0570A6338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FD096-CA69-76AB-9DEF-360B14F7C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88C0-2E6E-9FFC-3DEF-C56D36BF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78D7-2D1A-3B4F-8B81-9B45FA37F983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11E5E-653F-D270-FD86-E76DB7A6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AD495-AF2D-9CB6-8D9D-3C98B8B5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E169B-3409-7748-928B-D58CDEEAB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2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6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9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Indexing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30"/>
            <a:ext cx="3149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700" b="1" dirty="0">
                <a:latin typeface="+mn-lt"/>
              </a:rPr>
              <a:t>CF_Indexing_25</a:t>
            </a:r>
          </a:p>
        </p:txBody>
      </p:sp>
    </p:spTree>
    <p:extLst>
      <p:ext uri="{BB962C8B-B14F-4D97-AF65-F5344CB8AC3E}">
        <p14:creationId xmlns:p14="http://schemas.microsoft.com/office/powerpoint/2010/main" val="92534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B56B-DD3E-9EE3-4DAE-52452C175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189866"/>
          </a:xfrm>
        </p:spPr>
        <p:txBody>
          <a:bodyPr anchor="t"/>
          <a:lstStyle/>
          <a:p>
            <a:br>
              <a:rPr lang="en-US" sz="4000" b="1" dirty="0"/>
            </a:br>
            <a:r>
              <a:rPr lang="en-US" sz="4000" b="1" dirty="0"/>
              <a:t>Corporate Finance</a:t>
            </a:r>
            <a:br>
              <a:rPr lang="en-US" sz="3600" b="1" dirty="0"/>
            </a:br>
            <a:r>
              <a:rPr lang="en-US" sz="3600" b="1" dirty="0"/>
              <a:t>The Rise and Challenges of Passive Investing</a:t>
            </a:r>
            <a:br>
              <a:rPr lang="en-US" sz="3600" b="1" dirty="0"/>
            </a:br>
            <a:br>
              <a:rPr lang="en-US" sz="3600" b="1" dirty="0"/>
            </a:br>
            <a:br>
              <a:rPr lang="en-US" sz="3600" b="1" dirty="0"/>
            </a:br>
            <a:r>
              <a:rPr lang="en-US" sz="2400" b="1" dirty="0"/>
              <a:t>Fall 2025</a:t>
            </a:r>
            <a:br>
              <a:rPr lang="en-US" sz="2400" b="1" dirty="0"/>
            </a:br>
            <a:r>
              <a:rPr lang="en-US" sz="2400" b="1" dirty="0"/>
              <a:t>Prof. Jeffery Colon</a:t>
            </a:r>
            <a:endParaRPr lang="en-US" sz="3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13042-2521-AC4A-6E79-337CD54B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78507-12A5-B3E0-2725-6807F644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E169B-3409-7748-928B-D58CDEEAB5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3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of a financial graph&#10;&#10;AI-generated content may be incorrect.">
            <a:extLst>
              <a:ext uri="{FF2B5EF4-FFF2-40B4-BE49-F238E27FC236}">
                <a16:creationId xmlns:a16="http://schemas.microsoft.com/office/drawing/2014/main" id="{368E588C-B5C0-CF37-E974-9C95730BF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47" t="9739" r="21681" b="-2318"/>
          <a:stretch>
            <a:fillRect/>
          </a:stretch>
        </p:blipFill>
        <p:spPr>
          <a:xfrm>
            <a:off x="512064" y="652118"/>
            <a:ext cx="5955324" cy="546732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E103106-65BE-610F-7304-2E665744F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The Rise of Passive Equity ETFs and Mutual Funds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A4B5A-DA0F-5C6D-2223-D4E291180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B7B0A-DE35-9D49-95B4-EB6E30E63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  <p:pic>
        <p:nvPicPr>
          <p:cNvPr id="9" name="Picture 8" descr="A graph of a number of assets&#10;&#10;AI-generated content may be incorrect.">
            <a:extLst>
              <a:ext uri="{FF2B5EF4-FFF2-40B4-BE49-F238E27FC236}">
                <a16:creationId xmlns:a16="http://schemas.microsoft.com/office/drawing/2014/main" id="{20849993-0B2C-BE0D-E7EC-0AC0866F5C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843"/>
          <a:stretch>
            <a:fillRect/>
          </a:stretch>
        </p:blipFill>
        <p:spPr>
          <a:xfrm>
            <a:off x="6645054" y="652118"/>
            <a:ext cx="5034882" cy="52621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8FFDFB-2FDC-2EBD-8C54-B6D29C948746}"/>
              </a:ext>
            </a:extLst>
          </p:cNvPr>
          <p:cNvSpPr txBox="1"/>
          <p:nvPr/>
        </p:nvSpPr>
        <p:spPr>
          <a:xfrm>
            <a:off x="662525" y="5995170"/>
            <a:ext cx="505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Cumm. flows to US Equity MFs and ETFs (billions, monthly)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18C10-A824-6F05-5458-216948229839}"/>
              </a:ext>
            </a:extLst>
          </p:cNvPr>
          <p:cNvSpPr txBox="1"/>
          <p:nvPr/>
        </p:nvSpPr>
        <p:spPr>
          <a:xfrm>
            <a:off x="7946777" y="5962859"/>
            <a:ext cx="21830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Percent of LT Net Assets</a:t>
            </a:r>
          </a:p>
        </p:txBody>
      </p:sp>
    </p:spTree>
    <p:extLst>
      <p:ext uri="{BB962C8B-B14F-4D97-AF65-F5344CB8AC3E}">
        <p14:creationId xmlns:p14="http://schemas.microsoft.com/office/powerpoint/2010/main" val="139640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of numbers and a number of columns&#10;&#10;AI-generated content may be incorrect.">
            <a:extLst>
              <a:ext uri="{FF2B5EF4-FFF2-40B4-BE49-F238E27FC236}">
                <a16:creationId xmlns:a16="http://schemas.microsoft.com/office/drawing/2014/main" id="{1DCFBC85-DDB9-BDE3-6EC1-870F7CD0C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3" y="604684"/>
            <a:ext cx="11404633" cy="564863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14C858D-9C05-423A-136D-E3503D89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Passive Investing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8D08C-4C64-098E-18C9-C96427A3F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B0077-BEC9-F7F0-C8E2-3C6E2349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81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61D032-B435-5EC5-8FFC-5A7938EC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Expense Ratios:  Actively managed and Index MFs and ETFs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877BA-85CE-614B-692E-CE75850B7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3FB07-584E-B18A-4B18-B8245CA7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  <p:pic>
        <p:nvPicPr>
          <p:cNvPr id="9" name="Picture 8" descr="A graph of a graph with numbers and lines&#10;&#10;AI-generated content may be incorrect.">
            <a:extLst>
              <a:ext uri="{FF2B5EF4-FFF2-40B4-BE49-F238E27FC236}">
                <a16:creationId xmlns:a16="http://schemas.microsoft.com/office/drawing/2014/main" id="{0A93DBF5-1093-B85D-35AF-A50CE903D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74937"/>
            <a:ext cx="11277600" cy="2730064"/>
          </a:xfrm>
          <a:prstGeom prst="rect">
            <a:avLst/>
          </a:prstGeom>
        </p:spPr>
      </p:pic>
      <p:pic>
        <p:nvPicPr>
          <p:cNvPr id="10" name="Content Placeholder 6" descr="A graph of financial growth&#10;&#10;AI-generated content may be incorrect.">
            <a:extLst>
              <a:ext uri="{FF2B5EF4-FFF2-40B4-BE49-F238E27FC236}">
                <a16:creationId xmlns:a16="http://schemas.microsoft.com/office/drawing/2014/main" id="{83DD968C-CD1A-8F5D-EF9C-60646B1AF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5" y="552999"/>
            <a:ext cx="11387010" cy="287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7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F8031A-4877-1FD5-2992-652DFCBB0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Horizontal holdings</a:t>
            </a:r>
          </a:p>
          <a:p>
            <a:r>
              <a:rPr lang="en-US" sz="3200" dirty="0"/>
              <a:t>Corporate governance</a:t>
            </a:r>
          </a:p>
          <a:p>
            <a:r>
              <a:rPr lang="en-US" sz="3200" dirty="0"/>
              <a:t>Market efficiency</a:t>
            </a:r>
          </a:p>
          <a:p>
            <a:r>
              <a:rPr lang="en-US" sz="3200" dirty="0"/>
              <a:t>Market liquidity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46C21B-9715-36BF-727F-F5DB67D9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Issues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DEE37-FC01-2EB1-0E44-B05EB92023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A5790-A339-D6C3-2C78-B1DAE855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56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667A5F-57FF-4860-1FDA-175036A1A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Vanguard, State Street, BlackRock, and Fidelity are the largest shareholders of many important U.S. companies.</a:t>
            </a:r>
          </a:p>
          <a:p>
            <a:pPr lvl="1"/>
            <a:r>
              <a:rPr lang="en-US" sz="2650" dirty="0"/>
              <a:t>Vanguard owns around 9% of MSFT and Nvidia; 7% of Alphabet and AMZN</a:t>
            </a:r>
          </a:p>
          <a:p>
            <a:pPr lvl="1"/>
            <a:r>
              <a:rPr lang="en-US" sz="2650" dirty="0"/>
              <a:t>V, BR, FMR, and SS own around 23% of Alphabet</a:t>
            </a:r>
          </a:p>
          <a:p>
            <a:r>
              <a:rPr lang="en-US" sz="2800" dirty="0"/>
              <a:t>Common shareholdings of competitor corporations may reduce incentives to compete.</a:t>
            </a:r>
          </a:p>
          <a:p>
            <a:pPr lvl="1"/>
            <a:r>
              <a:rPr lang="en-US" sz="2400" dirty="0"/>
              <a:t>If I own X% of the shares of two competitors, Corp A and Corp B, and Corp A competes away some of Corp B profits, market share, etc., my portfolio’s value may be reduced, and markets may move towards more monopolies. </a:t>
            </a:r>
          </a:p>
          <a:p>
            <a:pPr lvl="1"/>
            <a:r>
              <a:rPr lang="en-US" sz="2400" dirty="0"/>
              <a:t>”Ticket prices are approximately 3% to 7% higher in the average US airline route than would be the case under separate ownership.” Azar et al, </a:t>
            </a:r>
            <a:r>
              <a:rPr lang="en-US" sz="2400" dirty="0" err="1"/>
              <a:t>JoF</a:t>
            </a:r>
            <a:r>
              <a:rPr lang="en-US" sz="2400" dirty="0"/>
              <a:t> (2018)</a:t>
            </a:r>
          </a:p>
          <a:p>
            <a:r>
              <a:rPr lang="en-US" sz="2550" dirty="0"/>
              <a:t>Common shareholding may explain why corp. SHs support executive compensation based on industry success rather than the firm alone.  Elhauge, Har. LR (2016)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EB3521-1602-A58D-3D39-67F3460E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Shareholdings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491C0-6FC4-67B0-1189-D918ACF1F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6F0D6-C921-7350-5337-79817C88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0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B981C8-5985-2641-A2AC-6F0E9531B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Do index fund managers have the proper incentives to monitor their shareholdings?</a:t>
            </a:r>
          </a:p>
          <a:p>
            <a:r>
              <a:rPr lang="en-US" sz="2800" dirty="0"/>
              <a:t>Fund managers generally have small staff directed to stewardship.  V, for example, has around 60 professionals that that are involved in governance to monitor 12K to 14K companies.</a:t>
            </a:r>
          </a:p>
          <a:p>
            <a:r>
              <a:rPr lang="en-US" sz="2800" dirty="0"/>
              <a:t>If an ideal world, manager would spend $X on monitoring if the benefits (increased portfolio value, V+) were greater than $X:  V+ &gt; $X</a:t>
            </a:r>
          </a:p>
          <a:p>
            <a:r>
              <a:rPr lang="en-US" sz="2800" dirty="0"/>
              <a:t>Managers are generally paid NOT on V+ but on a percentage of AUM (%AUM+), so if:</a:t>
            </a:r>
          </a:p>
          <a:p>
            <a:pPr lvl="1"/>
            <a:r>
              <a:rPr lang="en-US" sz="2500" dirty="0"/>
              <a:t>V+ &gt; $X &gt; %AUM+, then manager won’t spend on stewardship</a:t>
            </a:r>
          </a:p>
          <a:p>
            <a:pPr lvl="1"/>
            <a:r>
              <a:rPr lang="en-US" sz="2500" dirty="0"/>
              <a:t>Example:  $1Bi fund can increase value of company by $1MM but would earn only 50bps (5K) of additional fees from the $1MM increase.</a:t>
            </a:r>
          </a:p>
          <a:p>
            <a:r>
              <a:rPr lang="en-US" sz="2650" dirty="0"/>
              <a:t>Freeriding problem of other index managers. </a:t>
            </a:r>
          </a:p>
          <a:p>
            <a:pPr lvl="1"/>
            <a:endParaRPr lang="en-US" sz="185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0B67AA-E8B9-DB61-D48B-423242030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Governance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BE5A1-8589-F06A-726F-124042613A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7E510-94CE-848F-E16F-45D8712E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8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65A03C-F89D-B0E6-E4D1-B20E8E8BA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Does the increase in index investing affect market efficiency, i.e., does it reduce price discovery?</a:t>
            </a:r>
          </a:p>
          <a:p>
            <a:r>
              <a:rPr lang="en-US" sz="2400" dirty="0"/>
              <a:t>True percentage of active/passive investors.  Maybe 33% (Sammon, </a:t>
            </a:r>
            <a:r>
              <a:rPr lang="en-US" sz="2400" dirty="0" err="1"/>
              <a:t>JoFE</a:t>
            </a:r>
            <a:r>
              <a:rPr lang="en-US" sz="2400" dirty="0"/>
              <a:t> (2024))</a:t>
            </a:r>
          </a:p>
          <a:p>
            <a:r>
              <a:rPr lang="en-US" sz="2400" dirty="0"/>
              <a:t>As a company’s price increase, it gets a bigger share of every new dollar invested, which may increase the price more, etc.</a:t>
            </a:r>
          </a:p>
          <a:p>
            <a:r>
              <a:rPr lang="en-US" sz="2400" dirty="0"/>
              <a:t>If there are fewer active investors, does the activity of the remaining active investors have an outsized weight on market volatility?</a:t>
            </a:r>
          </a:p>
          <a:p>
            <a:r>
              <a:rPr lang="en-US" sz="2400" dirty="0"/>
              <a:t>Can fewer active investors correct any distortions caused by index funds?</a:t>
            </a:r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F12F0A-709B-45E7-2E08-6CF3ADDE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7F0AA-BD1E-E6AB-DF6B-723DA2DA2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E65BB-6CA7-209B-C6AE-1732341CD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Indexing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77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1682</TotalTime>
  <Words>522</Words>
  <Application>Microsoft Office PowerPoint</Application>
  <PresentationFormat>Widescreen</PresentationFormat>
  <Paragraphs>50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NSimSun</vt:lpstr>
      <vt:lpstr>Aptos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 Corporate Finance The Rise and Challenges of Passive Investing   Fall 2025 Prof. Jeffery Colon</vt:lpstr>
      <vt:lpstr>The Rise of Passive Equity ETFs and Mutual Funds</vt:lpstr>
      <vt:lpstr>The Rise of Passive Investing</vt:lpstr>
      <vt:lpstr>Expense Ratios:  Actively managed and Index MFs and ETFs</vt:lpstr>
      <vt:lpstr>Potential Issues </vt:lpstr>
      <vt:lpstr>Horizontal Shareholdings</vt:lpstr>
      <vt:lpstr>Corporate Governance</vt:lpstr>
      <vt:lpstr>Market Efficiency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Corporate Finance The Rise and Challenges of Passive Investing   Fall 2025 Prof. Jeffery Colon</dc:title>
  <dc:creator>Colon, Jeffrey M.</dc:creator>
  <cp:lastModifiedBy>Colon, Jeffrey M.</cp:lastModifiedBy>
  <cp:revision>1</cp:revision>
  <dcterms:created xsi:type="dcterms:W3CDTF">2025-10-26T11:08:47Z</dcterms:created>
  <dcterms:modified xsi:type="dcterms:W3CDTF">2025-10-27T17:45:06Z</dcterms:modified>
</cp:coreProperties>
</file>