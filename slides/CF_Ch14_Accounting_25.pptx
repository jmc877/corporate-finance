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0" r:id="rId1"/>
  </p:sldMasterIdLst>
  <p:notesMasterIdLst>
    <p:notesMasterId r:id="rId26"/>
  </p:notesMasterIdLst>
  <p:handoutMasterIdLst>
    <p:handoutMasterId r:id="rId27"/>
  </p:handoutMasterIdLst>
  <p:sldIdLst>
    <p:sldId id="441" r:id="rId2"/>
    <p:sldId id="298" r:id="rId3"/>
    <p:sldId id="345" r:id="rId4"/>
    <p:sldId id="329" r:id="rId5"/>
    <p:sldId id="342" r:id="rId6"/>
    <p:sldId id="300" r:id="rId7"/>
    <p:sldId id="302" r:id="rId8"/>
    <p:sldId id="301" r:id="rId9"/>
    <p:sldId id="344" r:id="rId10"/>
    <p:sldId id="303" r:id="rId11"/>
    <p:sldId id="346" r:id="rId12"/>
    <p:sldId id="304" r:id="rId13"/>
    <p:sldId id="359" r:id="rId14"/>
    <p:sldId id="340" r:id="rId15"/>
    <p:sldId id="305" r:id="rId16"/>
    <p:sldId id="322" r:id="rId17"/>
    <p:sldId id="331" r:id="rId18"/>
    <p:sldId id="332" r:id="rId19"/>
    <p:sldId id="337" r:id="rId20"/>
    <p:sldId id="338" r:id="rId21"/>
    <p:sldId id="347" r:id="rId22"/>
    <p:sldId id="364" r:id="rId23"/>
    <p:sldId id="370" r:id="rId24"/>
    <p:sldId id="368" r:id="rId25"/>
  </p:sldIdLst>
  <p:sldSz cx="9144000" cy="6858000" type="screen4x3"/>
  <p:notesSz cx="69977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36042"/>
    <a:srgbClr val="FEFFB7"/>
    <a:srgbClr val="1A1A1A"/>
    <a:srgbClr val="F5FBAB"/>
    <a:srgbClr val="FBE6C0"/>
    <a:srgbClr val="FF0021"/>
    <a:srgbClr val="FF48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6E7F92-B336-8D4A-9E2E-3C6BE5F482C5}" v="2" dt="2025-11-03T12:25:16.36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/>
    <p:restoredTop sz="94640"/>
  </p:normalViewPr>
  <p:slideViewPr>
    <p:cSldViewPr>
      <p:cViewPr varScale="1">
        <p:scale>
          <a:sx n="165" d="100"/>
          <a:sy n="165" d="100"/>
        </p:scale>
        <p:origin x="216" y="10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647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6288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lon, Jeffrey M." userId="615143b1-cdee-493d-9a9d-1565ce8666d9" providerId="ADAL" clId="{DC1DB158-BAB1-5930-B714-AEF472873853}"/>
    <pc:docChg chg="modSld">
      <pc:chgData name="Colon, Jeffrey M." userId="615143b1-cdee-493d-9a9d-1565ce8666d9" providerId="ADAL" clId="{DC1DB158-BAB1-5930-B714-AEF472873853}" dt="2025-11-03T12:25:16.368" v="1" actId="20577"/>
      <pc:docMkLst>
        <pc:docMk/>
      </pc:docMkLst>
      <pc:sldChg chg="modSp">
        <pc:chgData name="Colon, Jeffrey M." userId="615143b1-cdee-493d-9a9d-1565ce8666d9" providerId="ADAL" clId="{DC1DB158-BAB1-5930-B714-AEF472873853}" dt="2025-11-03T12:25:16.368" v="1" actId="20577"/>
        <pc:sldMkLst>
          <pc:docMk/>
          <pc:sldMk cId="0" sldId="344"/>
        </pc:sldMkLst>
        <pc:spChg chg="mod">
          <ac:chgData name="Colon, Jeffrey M." userId="615143b1-cdee-493d-9a9d-1565ce8666d9" providerId="ADAL" clId="{DC1DB158-BAB1-5930-B714-AEF472873853}" dt="2025-11-03T12:25:16.368" v="1" actId="20577"/>
          <ac:spMkLst>
            <pc:docMk/>
            <pc:sldMk cId="0" sldId="344"/>
            <ac:spMk id="2662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Arial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>
              <a:latin typeface="Calibri"/>
            </a:endParaRPr>
          </a:p>
        </p:txBody>
      </p:sp>
      <p:sp>
        <p:nvSpPr>
          <p:cNvPr id="993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fld id="{F906A1B3-9ACC-2344-9538-309C90CA9A37}" type="slidenum">
              <a:rPr lang="en-US">
                <a:latin typeface="Calibri"/>
              </a:rPr>
              <a:pPr>
                <a:defRPr/>
              </a:pPr>
              <a:t>‹#›</a:t>
            </a:fld>
            <a:endParaRPr lang="en-US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9835812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3988" y="0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779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0088" y="4410075"/>
            <a:ext cx="5597525" cy="417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defTabSz="930275">
              <a:defRPr sz="1200">
                <a:latin typeface="Calibri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3988" y="8818563"/>
            <a:ext cx="3032125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031" tIns="46516" rIns="93031" bIns="4651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Calibri"/>
              </a:defRPr>
            </a:lvl1pPr>
          </a:lstStyle>
          <a:p>
            <a:pPr>
              <a:defRPr/>
            </a:pPr>
            <a:fld id="{D14AF6C4-53B4-9645-B01E-D4F4022AEB3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680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34703CB-0EAF-3B44-880F-CE86F175A90E}" type="slidenum">
              <a:rPr lang="en-US" sz="1200">
                <a:latin typeface="Calibri"/>
              </a:rPr>
              <a:pPr eaLnBrk="1" hangingPunct="1"/>
              <a:t>2</a:t>
            </a:fld>
            <a:endParaRPr lang="en-US" sz="1200">
              <a:latin typeface="Calibri"/>
            </a:endParaRPr>
          </a:p>
        </p:txBody>
      </p:sp>
      <p:sp>
        <p:nvSpPr>
          <p:cNvPr id="16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128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14AF6C4-53B4-9645-B01E-D4F4022AEB3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512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28CDEE25-7132-634C-98FC-0F1E8C1CFC94}" type="slidenum">
              <a:rPr lang="en-US" sz="1200">
                <a:latin typeface="Calibri"/>
              </a:rPr>
              <a:pPr eaLnBrk="1" hangingPunct="1"/>
              <a:t>6</a:t>
            </a:fld>
            <a:endParaRPr lang="en-US" sz="1200">
              <a:latin typeface="Calibri"/>
            </a:endParaRPr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2991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927F1F69-7C40-4147-8D8F-CF2F88AF620A}" type="slidenum">
              <a:rPr lang="en-US" sz="1200">
                <a:latin typeface="Calibri"/>
              </a:rPr>
              <a:pPr eaLnBrk="1" hangingPunct="1"/>
              <a:t>7</a:t>
            </a:fld>
            <a:endParaRPr lang="en-US" sz="1200">
              <a:latin typeface="Calibri"/>
            </a:endParaRPr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9795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64897992-1A8F-1843-8B43-8A427BA14311}" type="slidenum">
              <a:rPr lang="en-US" sz="1200">
                <a:latin typeface="Calibri"/>
              </a:rPr>
              <a:pPr eaLnBrk="1" hangingPunct="1"/>
              <a:t>8</a:t>
            </a:fld>
            <a:endParaRPr lang="en-US" sz="1200">
              <a:latin typeface="Calibri"/>
            </a:endParaRPr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764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5470089D-58F1-A34D-86AC-6F9780654E86}" type="slidenum">
              <a:rPr lang="en-US" sz="1200">
                <a:latin typeface="Calibri"/>
              </a:rPr>
              <a:pPr eaLnBrk="1" hangingPunct="1"/>
              <a:t>10</a:t>
            </a:fld>
            <a:endParaRPr lang="en-US" sz="1200">
              <a:latin typeface="Calibri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3289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B656B76-B8F1-3840-99F0-3A0317B46367}" type="slidenum">
              <a:rPr lang="en-US" sz="1200">
                <a:latin typeface="Calibri"/>
              </a:rPr>
              <a:pPr eaLnBrk="1" hangingPunct="1"/>
              <a:t>12</a:t>
            </a:fld>
            <a:endParaRPr lang="en-US" sz="1200">
              <a:latin typeface="Calibri"/>
            </a:endParaRPr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579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7F0584A5-83FC-1C47-A0ED-271B7F7DC46E}" type="slidenum">
              <a:rPr lang="en-US" sz="1200">
                <a:latin typeface="Calibri"/>
              </a:rPr>
              <a:pPr eaLnBrk="1" hangingPunct="1"/>
              <a:t>15</a:t>
            </a:fld>
            <a:endParaRPr lang="en-US" sz="1200">
              <a:latin typeface="Calibri"/>
            </a:endParaRPr>
          </a:p>
        </p:txBody>
      </p:sp>
      <p:sp>
        <p:nvSpPr>
          <p:cNvPr id="368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25362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448F17E0-C651-484F-80D2-340EAA7C7953}" type="slidenum">
              <a:rPr lang="en-US" sz="1200">
                <a:latin typeface="Calibri"/>
              </a:rPr>
              <a:pPr eaLnBrk="1" hangingPunct="1"/>
              <a:t>16</a:t>
            </a:fld>
            <a:endParaRPr lang="en-US" sz="1200">
              <a:latin typeface="Calibri"/>
            </a:endParaRPr>
          </a:p>
        </p:txBody>
      </p:sp>
      <p:sp>
        <p:nvSpPr>
          <p:cNvPr id="389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0075"/>
            <a:ext cx="5130800" cy="4176713"/>
          </a:xfrm>
          <a:solidFill>
            <a:srgbClr val="FFFFFF"/>
          </a:solidFill>
          <a:ln>
            <a:solidFill>
              <a:srgbClr val="000000"/>
            </a:solidFill>
          </a:ln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eaLnBrk="1" hangingPunct="1"/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255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14AF6C4-53B4-9645-B01E-D4F4022AEB3E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034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defTabSz="930275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fld id="{86A4E500-42D5-5140-A037-7DABDB96194B}" type="slidenum">
              <a:rPr lang="en-US" sz="1200">
                <a:latin typeface="Calibri"/>
              </a:rPr>
              <a:pPr eaLnBrk="1" hangingPunct="1"/>
              <a:t>22</a:t>
            </a:fld>
            <a:endParaRPr lang="en-US" sz="1200">
              <a:latin typeface="Calibri"/>
            </a:endParaRPr>
          </a:p>
        </p:txBody>
      </p:sp>
      <p:sp>
        <p:nvSpPr>
          <p:cNvPr id="6553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FAA26D3D-D897-4be2-8F04-BA451C77F1D7}">
              <ma14:placeholderFlag xmlns:ma14="http://schemas.microsoft.com/office/mac/drawingml/2011/main" xmlns="" val="1"/>
            </a:ex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charset="0"/>
              <a:cs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5444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1"/>
          <p:cNvSpPr txBox="1">
            <a:spLocks noChangeArrowheads="1"/>
          </p:cNvSpPr>
          <p:nvPr userDrawn="1"/>
        </p:nvSpPr>
        <p:spPr bwMode="auto">
          <a:xfrm>
            <a:off x="0" y="914400"/>
            <a:ext cx="9144000" cy="300082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>
                <a:alpha val="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eaLnBrk="1" hangingPunct="1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r">
              <a:defRPr/>
            </a:lvl1pPr>
          </a:lstStyle>
          <a:p>
            <a:fld id="{22D706CB-156B-8643-9A07-D8448DABBCBD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474734"/>
            <a:ext cx="2895600" cy="2889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A9E68-7C1E-2840-BE01-6F2323EF3DB0}"/>
              </a:ext>
            </a:extLst>
          </p:cNvPr>
          <p:cNvSpPr txBox="1"/>
          <p:nvPr userDrawn="1"/>
        </p:nvSpPr>
        <p:spPr>
          <a:xfrm>
            <a:off x="782320" y="6624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1793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48" y="533400"/>
            <a:ext cx="8458200" cy="5812064"/>
          </a:xfrm>
          <a:prstGeom prst="rect">
            <a:avLst/>
          </a:prstGeom>
        </p:spPr>
        <p:txBody>
          <a:bodyPr/>
          <a:lstStyle>
            <a:lvl1pPr marL="171450" indent="-171450" algn="just" defTabSz="685800" rtl="0" eaLnBrk="1" latinLnBrk="0" hangingPunct="1">
              <a:spcBef>
                <a:spcPct val="20000"/>
              </a:spcBef>
              <a:buClr>
                <a:srgbClr val="B01C2E"/>
              </a:buClr>
              <a:buSzPct val="60000"/>
              <a:buFont typeface="Wingdings 2" pitchFamily="18" charset="2"/>
              <a:buChar char=""/>
              <a:defRPr lang="en-US" sz="1800" kern="1200" dirty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1pPr>
            <a:lvl2pPr marL="342900" indent="-171450" algn="just">
              <a:buClr>
                <a:srgbClr val="B01C2E"/>
              </a:buClr>
              <a:buSzPct val="60000"/>
              <a:buFont typeface="Wingdings" charset="2"/>
              <a:buChar char="Ø"/>
              <a:defRPr lang="en-US" sz="165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 algn="just">
              <a:buClr>
                <a:srgbClr val="B01C2E"/>
              </a:buClr>
              <a:buSzPct val="60000"/>
              <a:buFont typeface="Courier New" charset="0"/>
              <a:buChar char="o"/>
              <a:defRPr lang="en-US" sz="165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3pPr>
            <a:lvl4pPr marL="685800" indent="-171450" algn="just">
              <a:buClr>
                <a:srgbClr val="B01C2E"/>
              </a:buClr>
              <a:buSzPct val="60000"/>
              <a:buFont typeface="Arial" charset="0"/>
              <a:buChar char="•"/>
              <a:defRPr lang="en-US" sz="1500" kern="1200" baseline="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4pPr>
            <a:lvl5pPr marL="857250" algn="just">
              <a:buClr>
                <a:srgbClr val="B01C2E"/>
              </a:buClr>
              <a:buSzPct val="60000"/>
              <a:buFont typeface="Calibri" pitchFamily="34" charset="0"/>
              <a:buChar char="–"/>
              <a:defRPr lang="en-US" sz="15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41934"/>
            <a:ext cx="8458200" cy="3651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marL="0" indent="0" algn="ctr">
              <a:tabLst>
                <a:tab pos="296466" algn="l"/>
              </a:tabLst>
              <a:defRPr sz="200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0"/>
          </p:nvPr>
        </p:nvSpPr>
        <p:spPr>
          <a:xfrm>
            <a:off x="8385048" y="6471106"/>
            <a:ext cx="457200" cy="365125"/>
          </a:xfrm>
        </p:spPr>
        <p:txBody>
          <a:bodyPr/>
          <a:lstStyle>
            <a:lvl1pPr algn="r">
              <a:defRPr/>
            </a:lvl1pPr>
          </a:lstStyle>
          <a:p>
            <a:fld id="{7B3E355C-57B9-BC4B-95D8-406A1F834537}" type="slidenum">
              <a:rPr lang="en-US" altLang="en-US" smtClean="0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1970224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572000"/>
          </a:xfrm>
          <a:prstGeom prst="rect">
            <a:avLst/>
          </a:prstGeom>
        </p:spPr>
        <p:txBody>
          <a:bodyPr/>
          <a:lstStyle>
            <a:lvl1pPr marL="171450" marR="0" indent="-17145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Pct val="60000"/>
              <a:buFont typeface="Wingdings 2" pitchFamily="18" charset="2"/>
              <a:buChar char=""/>
              <a:tabLst/>
              <a:defRPr sz="1200">
                <a:latin typeface="Calibri" charset="0"/>
                <a:ea typeface="Calibri" charset="0"/>
                <a:cs typeface="Calibri" charset="0"/>
              </a:defRPr>
            </a:lvl1pPr>
            <a:lvl2pPr marL="342900" indent="-171450">
              <a:buClr>
                <a:schemeClr val="accent1"/>
              </a:buClr>
              <a:buSzPct val="60000"/>
              <a:buFont typeface="Wingdings" charset="2"/>
              <a:buChar char="Ø"/>
              <a:defRPr lang="en-US" sz="1200" kern="1200" dirty="0" smtClean="0">
                <a:solidFill>
                  <a:schemeClr val="tx1"/>
                </a:solidFill>
                <a:latin typeface="Calibri" charset="0"/>
                <a:ea typeface="Calibri" charset="0"/>
                <a:cs typeface="Calibri" charset="0"/>
              </a:defRPr>
            </a:lvl2pPr>
            <a:lvl3pPr marL="514350" indent="-171450">
              <a:buClr>
                <a:schemeClr val="accent1"/>
              </a:buClr>
              <a:buSzPct val="60000"/>
              <a:buFont typeface="Courier New" charset="0"/>
              <a:buChar char="o"/>
              <a:defRPr sz="1200">
                <a:latin typeface="Calibri" charset="0"/>
                <a:ea typeface="Calibri" charset="0"/>
                <a:cs typeface="Calibri" charset="0"/>
              </a:defRPr>
            </a:lvl3pPr>
            <a:lvl4pPr marL="685800" indent="-171450">
              <a:buClr>
                <a:schemeClr val="accent1"/>
              </a:buClr>
              <a:buSzPct val="60000"/>
              <a:buFont typeface="Arial" charset="0"/>
              <a:buChar char="•"/>
              <a:defRPr sz="1200">
                <a:latin typeface="Calibri" charset="0"/>
                <a:ea typeface="Calibri" charset="0"/>
                <a:cs typeface="Calibri" charset="0"/>
              </a:defRPr>
            </a:lvl4pPr>
            <a:lvl5pPr marL="857250">
              <a:buClr>
                <a:schemeClr val="accent1"/>
              </a:buClr>
              <a:buSzPct val="60000"/>
              <a:buFont typeface="Arial" pitchFamily="34" charset="0"/>
              <a:buChar char="–"/>
              <a:defRPr sz="1200">
                <a:latin typeface="Calibri" charset="0"/>
                <a:ea typeface="Calibri" charset="0"/>
                <a:cs typeface="Calibri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463EAD6B-1B79-144E-A805-1CA6FF1F03FA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2061030" y="537029"/>
            <a:ext cx="184731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44912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/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381000" y="3886200"/>
            <a:ext cx="83820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DBDD9035-58B9-F243-8D2E-5AB7C4167337}" type="slidenum">
              <a:rPr lang="en-US" altLang="en-US"/>
              <a:pPr/>
              <a:t>‹#›</a:t>
            </a:fld>
            <a:endParaRPr lang="en-US" altLang="en-US" dirty="0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507603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Left / On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10"/>
          <p:cNvSpPr>
            <a:spLocks noGrp="1"/>
          </p:cNvSpPr>
          <p:nvPr>
            <p:ph sz="quarter" idx="17"/>
          </p:nvPr>
        </p:nvSpPr>
        <p:spPr>
          <a:xfrm>
            <a:off x="4648200" y="1417320"/>
            <a:ext cx="4114800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8"/>
          </p:nvPr>
        </p:nvSpPr>
        <p:spPr>
          <a:xfrm>
            <a:off x="381000" y="14173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2"/>
          <p:cNvSpPr>
            <a:spLocks noGrp="1"/>
          </p:cNvSpPr>
          <p:nvPr>
            <p:ph sz="quarter" idx="19"/>
          </p:nvPr>
        </p:nvSpPr>
        <p:spPr>
          <a:xfrm>
            <a:off x="381000" y="3931920"/>
            <a:ext cx="4114800" cy="22860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9"/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6C93E8D5-2692-0D44-9EA4-C6015F0C54D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12"/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20085468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95527EB-3756-C241-BFD3-DBB1E111190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822457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84048" y="805002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814835"/>
            <a:ext cx="4040188" cy="38039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195227"/>
            <a:ext cx="4041648" cy="4955707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  <p:sp>
        <p:nvSpPr>
          <p:cNvPr id="15" name="Rectangle 14"/>
          <p:cNvSpPr/>
          <p:nvPr userDrawn="1"/>
        </p:nvSpPr>
        <p:spPr>
          <a:xfrm>
            <a:off x="384048" y="407061"/>
            <a:ext cx="8458200" cy="91169"/>
          </a:xfrm>
          <a:prstGeom prst="rect">
            <a:avLst/>
          </a:prstGeom>
          <a:solidFill>
            <a:schemeClr val="accent1">
              <a:alpha val="69000"/>
            </a:schemeClr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384048" y="3"/>
            <a:ext cx="8458200" cy="3895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="1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871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w/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3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724400" y="1371600"/>
            <a:ext cx="4040188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1"/>
          </p:nvPr>
        </p:nvSpPr>
        <p:spPr>
          <a:xfrm>
            <a:off x="4724400" y="1807534"/>
            <a:ext cx="4041648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12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12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12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856F0A94-AD2E-974D-AF6B-04AF335E854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474821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Arrow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>
            <a:off x="4038600" y="3046413"/>
            <a:ext cx="990600" cy="1009650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28800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652385A1-7A9F-1D44-AA51-16856D64E5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9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579178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by Side Double Arr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Arrow 8"/>
          <p:cNvSpPr/>
          <p:nvPr userDrawn="1"/>
        </p:nvSpPr>
        <p:spPr bwMode="auto">
          <a:xfrm>
            <a:off x="4019344" y="2692959"/>
            <a:ext cx="994787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Right Arrow 11"/>
          <p:cNvSpPr/>
          <p:nvPr userDrawn="1"/>
        </p:nvSpPr>
        <p:spPr bwMode="auto">
          <a:xfrm rot="10800000">
            <a:off x="4070503" y="3778177"/>
            <a:ext cx="1014887" cy="1022289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379412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5029200" y="1371600"/>
            <a:ext cx="3657600" cy="380392"/>
          </a:xfrm>
          <a:prstGeom prst="rect">
            <a:avLst/>
          </a:prstGeom>
          <a:solidFill>
            <a:schemeClr val="accent1"/>
          </a:solidFill>
          <a:ln cmpd="sng">
            <a:solidFill>
              <a:srgbClr val="B01C2E"/>
            </a:solidFill>
            <a:prstDash val="solid"/>
          </a:ln>
        </p:spPr>
        <p:txBody>
          <a:bodyPr lIns="91440" rIns="9144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379412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1"/>
          </p:nvPr>
        </p:nvSpPr>
        <p:spPr>
          <a:xfrm>
            <a:off x="5029200" y="1807534"/>
            <a:ext cx="365760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lang="en-US" sz="9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22"/>
          </p:nvPr>
        </p:nvSpPr>
        <p:spPr/>
        <p:txBody>
          <a:bodyPr/>
          <a:lstStyle>
            <a:lvl1pPr>
              <a:defRPr/>
            </a:lvl1pPr>
          </a:lstStyle>
          <a:p>
            <a:fld id="{0A6B8188-A85F-5349-B14D-08361E6A724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23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9944990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Top Arrow to Two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4479952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180753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141732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4114800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7C6F7C23-5FF9-2A4B-BF08-C1294322DB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1659733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Top Arrow to On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Arrow 9"/>
          <p:cNvSpPr/>
          <p:nvPr userDrawn="1"/>
        </p:nvSpPr>
        <p:spPr bwMode="auto">
          <a:xfrm rot="5400000">
            <a:off x="4244941" y="3276599"/>
            <a:ext cx="654118" cy="1022294"/>
          </a:xfrm>
          <a:prstGeom prst="rightArrow">
            <a:avLst>
              <a:gd name="adj1" fmla="val 50000"/>
              <a:gd name="adj2" fmla="val 62230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scene3d>
            <a:camera prst="orthographicFront"/>
            <a:lightRig rig="threePt" dir="t"/>
          </a:scene3d>
          <a:sp3d prstMaterial="dkEdge"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6"/>
          </p:nvPr>
        </p:nvSpPr>
        <p:spPr>
          <a:xfrm>
            <a:off x="4572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17"/>
          </p:nvPr>
        </p:nvSpPr>
        <p:spPr>
          <a:xfrm>
            <a:off x="4800600" y="1783080"/>
            <a:ext cx="3886200" cy="164592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505014"/>
            <a:ext cx="8229600" cy="1645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3"/>
          </p:nvPr>
        </p:nvSpPr>
        <p:spPr>
          <a:xfrm>
            <a:off x="457200" y="4114800"/>
            <a:ext cx="82296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9"/>
          </p:nvPr>
        </p:nvSpPr>
        <p:spPr>
          <a:xfrm>
            <a:off x="4572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0"/>
          </p:nvPr>
        </p:nvSpPr>
        <p:spPr>
          <a:xfrm>
            <a:off x="4800600" y="1417928"/>
            <a:ext cx="388620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06494A95-A7E5-E34F-8DB1-F10A4839B0B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565415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Six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46434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7"/>
          </p:nvPr>
        </p:nvSpPr>
        <p:spPr>
          <a:xfrm>
            <a:off x="376238" y="4627745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6"/>
          </p:nvPr>
        </p:nvSpPr>
        <p:spPr>
          <a:xfrm>
            <a:off x="3762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29"/>
          </p:nvPr>
        </p:nvSpPr>
        <p:spPr>
          <a:xfrm>
            <a:off x="4643438" y="3015622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28"/>
          </p:nvPr>
        </p:nvSpPr>
        <p:spPr>
          <a:xfrm>
            <a:off x="46434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376238" y="1403499"/>
            <a:ext cx="388620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762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376238" y="3302419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2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762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4643438" y="167640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4643438" y="3302418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4643438" y="4914990"/>
            <a:ext cx="3886200" cy="12527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7"/>
          </p:nvPr>
        </p:nvSpPr>
        <p:spPr/>
        <p:txBody>
          <a:bodyPr/>
          <a:lstStyle>
            <a:lvl1pPr>
              <a:defRPr/>
            </a:lvl1pPr>
          </a:lstStyle>
          <a:p>
            <a:fld id="{A23329EE-AB34-E748-89A3-8E74FFF398F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2"/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2249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Five Palet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451174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6"/>
          </p:nvPr>
        </p:nvSpPr>
        <p:spPr>
          <a:xfrm>
            <a:off x="3847770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7"/>
          </p:nvPr>
        </p:nvSpPr>
        <p:spPr>
          <a:xfrm>
            <a:off x="5556729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/>
          <p:cNvSpPr>
            <a:spLocks noGrp="1"/>
          </p:cNvSpPr>
          <p:nvPr>
            <p:ph type="body" sz="quarter" idx="38"/>
          </p:nvPr>
        </p:nvSpPr>
        <p:spPr>
          <a:xfrm>
            <a:off x="7310438" y="1402080"/>
            <a:ext cx="1508760" cy="27432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Tx/>
              <a:buFont typeface="Wingdings" pitchFamily="2" charset="2"/>
              <a:buNone/>
              <a:tabLst/>
              <a:defRPr sz="825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9"/>
          </p:nvPr>
        </p:nvSpPr>
        <p:spPr>
          <a:xfrm>
            <a:off x="451174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40"/>
          </p:nvPr>
        </p:nvSpPr>
        <p:spPr>
          <a:xfrm>
            <a:off x="213360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41"/>
          </p:nvPr>
        </p:nvSpPr>
        <p:spPr>
          <a:xfrm>
            <a:off x="3847770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42"/>
          </p:nvPr>
        </p:nvSpPr>
        <p:spPr>
          <a:xfrm>
            <a:off x="5556729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9" name="Text Placeholder 5"/>
          <p:cNvSpPr>
            <a:spLocks noGrp="1"/>
          </p:cNvSpPr>
          <p:nvPr>
            <p:ph type="body" sz="quarter" idx="43"/>
          </p:nvPr>
        </p:nvSpPr>
        <p:spPr>
          <a:xfrm>
            <a:off x="7310438" y="1676400"/>
            <a:ext cx="150876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825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825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825" baseline="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1EB3DA79-8920-3645-A529-9AD16B41E6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9" name="Footer Placeholder 12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6513293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jor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457200" y="1417320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21"/>
          </p:nvPr>
        </p:nvSpPr>
        <p:spPr>
          <a:xfrm>
            <a:off x="457200" y="3065544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457200" y="4713767"/>
            <a:ext cx="1682496" cy="1508760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>
              <a:buNone/>
              <a:defRPr sz="900" b="1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417320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3065543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4713767"/>
            <a:ext cx="6556248" cy="15087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15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055F7767-1EA1-1B4C-AF44-6A3FCE36527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1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0163454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ext Placeholder 2"/>
          <p:cNvSpPr>
            <a:spLocks noGrp="1"/>
          </p:cNvSpPr>
          <p:nvPr>
            <p:ph type="body" sz="quarter" idx="12"/>
          </p:nvPr>
        </p:nvSpPr>
        <p:spPr>
          <a:xfrm>
            <a:off x="422276" y="1397000"/>
            <a:ext cx="1738313" cy="1155700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/>
          <p:cNvSpPr>
            <a:spLocks noGrp="1"/>
          </p:cNvSpPr>
          <p:nvPr>
            <p:ph type="body" sz="quarter" idx="13"/>
          </p:nvPr>
        </p:nvSpPr>
        <p:spPr>
          <a:xfrm>
            <a:off x="2060576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5335590" y="1397000"/>
            <a:ext cx="1738312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3698876" y="1397000"/>
            <a:ext cx="1736725" cy="1155700"/>
          </a:xfrm>
          <a:prstGeom prst="chevron">
            <a:avLst>
              <a:gd name="adj" fmla="val 1868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973891" y="1397000"/>
            <a:ext cx="173672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7"/>
          <p:cNvSpPr>
            <a:spLocks noGrp="1"/>
          </p:cNvSpPr>
          <p:nvPr>
            <p:ph type="body" sz="quarter" idx="18"/>
          </p:nvPr>
        </p:nvSpPr>
        <p:spPr>
          <a:xfrm>
            <a:off x="422275" y="2954338"/>
            <a:ext cx="2147888" cy="1155700"/>
          </a:xfrm>
          <a:prstGeom prst="homePlate">
            <a:avLst>
              <a:gd name="adj" fmla="val 19557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2468564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9"/>
          <p:cNvSpPr>
            <a:spLocks noGrp="1"/>
          </p:cNvSpPr>
          <p:nvPr>
            <p:ph type="body" sz="quarter" idx="20"/>
          </p:nvPr>
        </p:nvSpPr>
        <p:spPr>
          <a:xfrm>
            <a:off x="6561140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0"/>
          <p:cNvSpPr>
            <a:spLocks noGrp="1"/>
          </p:cNvSpPr>
          <p:nvPr>
            <p:ph type="body" sz="quarter" idx="21"/>
          </p:nvPr>
        </p:nvSpPr>
        <p:spPr>
          <a:xfrm>
            <a:off x="4514852" y="2954338"/>
            <a:ext cx="2149475" cy="1155700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1"/>
          <p:cNvSpPr>
            <a:spLocks noGrp="1"/>
          </p:cNvSpPr>
          <p:nvPr>
            <p:ph type="body" sz="quarter" idx="22"/>
          </p:nvPr>
        </p:nvSpPr>
        <p:spPr>
          <a:xfrm>
            <a:off x="431801" y="4497388"/>
            <a:ext cx="2816225" cy="1154112"/>
          </a:xfrm>
          <a:prstGeom prst="homePlate">
            <a:avLst>
              <a:gd name="adj" fmla="val 19565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23"/>
          </p:nvPr>
        </p:nvSpPr>
        <p:spPr>
          <a:xfrm>
            <a:off x="3170239" y="4497388"/>
            <a:ext cx="2816225" cy="1154112"/>
          </a:xfrm>
          <a:prstGeom prst="chevron">
            <a:avLst>
              <a:gd name="adj" fmla="val 18696"/>
            </a:avLst>
          </a:prstGeom>
          <a:solidFill>
            <a:srgbClr val="D7D7D7"/>
          </a:solidFill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3"/>
          <p:cNvSpPr>
            <a:spLocks noGrp="1"/>
          </p:cNvSpPr>
          <p:nvPr>
            <p:ph type="body" sz="quarter" idx="25"/>
          </p:nvPr>
        </p:nvSpPr>
        <p:spPr>
          <a:xfrm>
            <a:off x="5908676" y="4497388"/>
            <a:ext cx="2816225" cy="1154112"/>
          </a:xfrm>
          <a:prstGeom prst="chevron">
            <a:avLst>
              <a:gd name="adj" fmla="val 1871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fld id="{48E524AC-D0C7-2340-84EA-A4DF70E8214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7165113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 Blocks - Major Points -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33600" y="1344304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33600" y="2360778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133600" y="3377252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133600" y="4393726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5"/>
          </p:nvPr>
        </p:nvSpPr>
        <p:spPr>
          <a:xfrm>
            <a:off x="2133600" y="5410200"/>
            <a:ext cx="6629400" cy="859536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36576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457200" y="1344304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457200" y="2357366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24"/>
          </p:nvPr>
        </p:nvSpPr>
        <p:spPr>
          <a:xfrm>
            <a:off x="457200" y="3370428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26"/>
          </p:nvPr>
        </p:nvSpPr>
        <p:spPr>
          <a:xfrm>
            <a:off x="457200" y="4383490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8"/>
          </p:nvPr>
        </p:nvSpPr>
        <p:spPr>
          <a:xfrm>
            <a:off x="457200" y="5396552"/>
            <a:ext cx="1905000" cy="859536"/>
          </a:xfrm>
          <a:prstGeom prst="homePlate">
            <a:avLst>
              <a:gd name="adj" fmla="val 29359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19846C2F-D19C-FA45-A159-B087F18BCD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8899869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Line 105"/>
          <p:cNvSpPr>
            <a:spLocks noChangeShapeType="1"/>
          </p:cNvSpPr>
          <p:nvPr/>
        </p:nvSpPr>
        <p:spPr bwMode="gray">
          <a:xfrm>
            <a:off x="44196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6" name="Line 115"/>
          <p:cNvSpPr>
            <a:spLocks noChangeShapeType="1"/>
          </p:cNvSpPr>
          <p:nvPr userDrawn="1"/>
        </p:nvSpPr>
        <p:spPr bwMode="gray">
          <a:xfrm>
            <a:off x="2286000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17" name="Line 118"/>
          <p:cNvSpPr>
            <a:spLocks noChangeShapeType="1"/>
          </p:cNvSpPr>
          <p:nvPr/>
        </p:nvSpPr>
        <p:spPr bwMode="gray">
          <a:xfrm>
            <a:off x="6753225" y="3632202"/>
            <a:ext cx="0" cy="51911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grpSp>
        <p:nvGrpSpPr>
          <p:cNvPr id="18" name="Group 123"/>
          <p:cNvGrpSpPr>
            <a:grpSpLocks/>
          </p:cNvGrpSpPr>
          <p:nvPr userDrawn="1"/>
        </p:nvGrpSpPr>
        <p:grpSpPr bwMode="auto">
          <a:xfrm>
            <a:off x="458789" y="3478213"/>
            <a:ext cx="7769225" cy="182562"/>
            <a:chOff x="289" y="2191"/>
            <a:chExt cx="4894" cy="115"/>
          </a:xfrm>
        </p:grpSpPr>
        <p:grpSp>
          <p:nvGrpSpPr>
            <p:cNvPr id="19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53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4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5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6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7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8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9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0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1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2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3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4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65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0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40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1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2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3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4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5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6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7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8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49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0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1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52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21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27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8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29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0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1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2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3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4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5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6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7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8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39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22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3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4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5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26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66" name="Line 125"/>
          <p:cNvSpPr>
            <a:spLocks noChangeShapeType="1"/>
          </p:cNvSpPr>
          <p:nvPr userDrawn="1"/>
        </p:nvSpPr>
        <p:spPr bwMode="gray">
          <a:xfrm>
            <a:off x="3429000" y="3651252"/>
            <a:ext cx="0" cy="1757363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7" name="Line 4"/>
          <p:cNvSpPr>
            <a:spLocks noChangeShapeType="1"/>
          </p:cNvSpPr>
          <p:nvPr userDrawn="1"/>
        </p:nvSpPr>
        <p:spPr bwMode="gray">
          <a:xfrm>
            <a:off x="16764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8" name="Line 108"/>
          <p:cNvSpPr>
            <a:spLocks noChangeShapeType="1"/>
          </p:cNvSpPr>
          <p:nvPr userDrawn="1"/>
        </p:nvSpPr>
        <p:spPr bwMode="gray">
          <a:xfrm>
            <a:off x="55626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69" name="Line 111"/>
          <p:cNvSpPr>
            <a:spLocks noChangeShapeType="1"/>
          </p:cNvSpPr>
          <p:nvPr userDrawn="1"/>
        </p:nvSpPr>
        <p:spPr bwMode="gray">
          <a:xfrm>
            <a:off x="7696200" y="2976563"/>
            <a:ext cx="0" cy="5127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0" name="Line 139"/>
          <p:cNvSpPr>
            <a:spLocks noChangeShapeType="1"/>
          </p:cNvSpPr>
          <p:nvPr userDrawn="1"/>
        </p:nvSpPr>
        <p:spPr bwMode="gray">
          <a:xfrm>
            <a:off x="3281363" y="2074863"/>
            <a:ext cx="0" cy="1414462"/>
          </a:xfrm>
          <a:prstGeom prst="line">
            <a:avLst/>
          </a:prstGeom>
          <a:noFill/>
          <a:ln w="12700">
            <a:solidFill>
              <a:srgbClr val="C0C0C0"/>
            </a:solidFill>
            <a:round/>
            <a:headEnd type="none" w="sm" len="sm"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tIns="68580" bIns="68580"/>
          <a:lstStyle/>
          <a:p>
            <a:endParaRPr lang="en-US" sz="1350"/>
          </a:p>
        </p:txBody>
      </p:sp>
      <p:sp>
        <p:nvSpPr>
          <p:cNvPr id="71" name="AutoShape 3"/>
          <p:cNvSpPr>
            <a:spLocks noChangeArrowheads="1"/>
          </p:cNvSpPr>
          <p:nvPr userDrawn="1"/>
        </p:nvSpPr>
        <p:spPr bwMode="gray">
          <a:xfrm>
            <a:off x="452438" y="3413125"/>
            <a:ext cx="8239125" cy="311150"/>
          </a:xfrm>
          <a:prstGeom prst="rightArrow">
            <a:avLst>
              <a:gd name="adj1" fmla="val 52037"/>
              <a:gd name="adj2" fmla="val 96479"/>
            </a:avLst>
          </a:prstGeom>
          <a:solidFill>
            <a:srgbClr val="80808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med" len="lg"/>
              </a14:hiddenLine>
            </a:ext>
          </a:extLst>
        </p:spPr>
        <p:txBody>
          <a:bodyPr wrap="none" tIns="68580" bIns="68580" anchor="ctr"/>
          <a:lstStyle>
            <a:lvl1pPr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35100" algn="ctr"/>
                <a:tab pos="2870200" algn="ctr"/>
                <a:tab pos="4305300" algn="ctr"/>
                <a:tab pos="5740400" algn="ctr"/>
                <a:tab pos="7175500" algn="r"/>
              </a:tabLs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nl-NL" altLang="en-US" sz="750" b="1">
              <a:solidFill>
                <a:srgbClr val="4D4D4D"/>
              </a:solidFill>
              <a:latin typeface="Arial" charset="0"/>
            </a:endParaRPr>
          </a:p>
        </p:txBody>
      </p:sp>
      <p:grpSp>
        <p:nvGrpSpPr>
          <p:cNvPr id="72" name="Group 123"/>
          <p:cNvGrpSpPr>
            <a:grpSpLocks/>
          </p:cNvGrpSpPr>
          <p:nvPr userDrawn="1"/>
        </p:nvGrpSpPr>
        <p:grpSpPr bwMode="auto">
          <a:xfrm>
            <a:off x="611189" y="3460752"/>
            <a:ext cx="7769225" cy="182563"/>
            <a:chOff x="289" y="2191"/>
            <a:chExt cx="4894" cy="115"/>
          </a:xfrm>
        </p:grpSpPr>
        <p:grpSp>
          <p:nvGrpSpPr>
            <p:cNvPr id="73" name="Group 44"/>
            <p:cNvGrpSpPr>
              <a:grpSpLocks/>
            </p:cNvGrpSpPr>
            <p:nvPr/>
          </p:nvGrpSpPr>
          <p:grpSpPr bwMode="auto">
            <a:xfrm>
              <a:off x="289" y="2191"/>
              <a:ext cx="1470" cy="115"/>
              <a:chOff x="696" y="2508"/>
              <a:chExt cx="1470" cy="168"/>
            </a:xfrm>
          </p:grpSpPr>
          <p:sp>
            <p:nvSpPr>
              <p:cNvPr id="107" name="Line 45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8" name="Line 46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9" name="Line 47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0" name="Line 48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1" name="Line 49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2" name="Line 50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3" name="Line 51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4" name="Line 52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5" name="Line 53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6" name="Line 54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7" name="Line 55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8" name="Line 56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19" name="Line 57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4" name="Group 58"/>
            <p:cNvGrpSpPr>
              <a:grpSpLocks/>
            </p:cNvGrpSpPr>
            <p:nvPr/>
          </p:nvGrpSpPr>
          <p:grpSpPr bwMode="auto">
            <a:xfrm>
              <a:off x="1758" y="2191"/>
              <a:ext cx="1470" cy="115"/>
              <a:chOff x="696" y="2508"/>
              <a:chExt cx="1470" cy="168"/>
            </a:xfrm>
          </p:grpSpPr>
          <p:sp>
            <p:nvSpPr>
              <p:cNvPr id="94" name="Line 59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5" name="Line 60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6" name="Line 61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7" name="Line 62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8" name="Line 63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9" name="Line 64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0" name="Line 65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1" name="Line 66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2" name="Line 67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3" name="Line 68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4" name="Line 69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5" name="Line 70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106" name="Line 71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grpSp>
          <p:nvGrpSpPr>
            <p:cNvPr id="75" name="Group 72"/>
            <p:cNvGrpSpPr>
              <a:grpSpLocks/>
            </p:cNvGrpSpPr>
            <p:nvPr/>
          </p:nvGrpSpPr>
          <p:grpSpPr bwMode="auto">
            <a:xfrm>
              <a:off x="3227" y="2191"/>
              <a:ext cx="1470" cy="115"/>
              <a:chOff x="696" y="2508"/>
              <a:chExt cx="1470" cy="168"/>
            </a:xfrm>
          </p:grpSpPr>
          <p:sp>
            <p:nvSpPr>
              <p:cNvPr id="81" name="Line 73"/>
              <p:cNvSpPr>
                <a:spLocks noChangeShapeType="1"/>
              </p:cNvSpPr>
              <p:nvPr/>
            </p:nvSpPr>
            <p:spPr bwMode="gray">
              <a:xfrm>
                <a:off x="69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2" name="Line 74"/>
              <p:cNvSpPr>
                <a:spLocks noChangeShapeType="1"/>
              </p:cNvSpPr>
              <p:nvPr/>
            </p:nvSpPr>
            <p:spPr bwMode="gray">
              <a:xfrm>
                <a:off x="81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3" name="Line 75"/>
              <p:cNvSpPr>
                <a:spLocks noChangeShapeType="1"/>
              </p:cNvSpPr>
              <p:nvPr/>
            </p:nvSpPr>
            <p:spPr bwMode="gray">
              <a:xfrm>
                <a:off x="94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4" name="Line 76"/>
              <p:cNvSpPr>
                <a:spLocks noChangeShapeType="1"/>
              </p:cNvSpPr>
              <p:nvPr/>
            </p:nvSpPr>
            <p:spPr bwMode="gray">
              <a:xfrm>
                <a:off x="106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5" name="Line 77"/>
              <p:cNvSpPr>
                <a:spLocks noChangeShapeType="1"/>
              </p:cNvSpPr>
              <p:nvPr/>
            </p:nvSpPr>
            <p:spPr bwMode="gray">
              <a:xfrm>
                <a:off x="118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6" name="Line 78"/>
              <p:cNvSpPr>
                <a:spLocks noChangeShapeType="1"/>
              </p:cNvSpPr>
              <p:nvPr/>
            </p:nvSpPr>
            <p:spPr bwMode="gray">
              <a:xfrm>
                <a:off x="130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7" name="Line 79"/>
              <p:cNvSpPr>
                <a:spLocks noChangeShapeType="1"/>
              </p:cNvSpPr>
              <p:nvPr/>
            </p:nvSpPr>
            <p:spPr bwMode="gray">
              <a:xfrm>
                <a:off x="143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8" name="Line 80"/>
              <p:cNvSpPr>
                <a:spLocks noChangeShapeType="1"/>
              </p:cNvSpPr>
              <p:nvPr/>
            </p:nvSpPr>
            <p:spPr bwMode="gray">
              <a:xfrm>
                <a:off x="155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89" name="Line 81"/>
              <p:cNvSpPr>
                <a:spLocks noChangeShapeType="1"/>
              </p:cNvSpPr>
              <p:nvPr/>
            </p:nvSpPr>
            <p:spPr bwMode="gray">
              <a:xfrm>
                <a:off x="1676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0" name="Line 82"/>
              <p:cNvSpPr>
                <a:spLocks noChangeShapeType="1"/>
              </p:cNvSpPr>
              <p:nvPr/>
            </p:nvSpPr>
            <p:spPr bwMode="gray">
              <a:xfrm>
                <a:off x="2166" y="2508"/>
                <a:ext cx="0" cy="16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1" name="Line 83"/>
              <p:cNvSpPr>
                <a:spLocks noChangeShapeType="1"/>
              </p:cNvSpPr>
              <p:nvPr/>
            </p:nvSpPr>
            <p:spPr bwMode="gray">
              <a:xfrm>
                <a:off x="1798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2" name="Line 84"/>
              <p:cNvSpPr>
                <a:spLocks noChangeShapeType="1"/>
              </p:cNvSpPr>
              <p:nvPr/>
            </p:nvSpPr>
            <p:spPr bwMode="gray">
              <a:xfrm>
                <a:off x="1921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  <p:sp>
            <p:nvSpPr>
              <p:cNvPr id="93" name="Line 85"/>
              <p:cNvSpPr>
                <a:spLocks noChangeShapeType="1"/>
              </p:cNvSpPr>
              <p:nvPr/>
            </p:nvSpPr>
            <p:spPr bwMode="gray">
              <a:xfrm>
                <a:off x="2043" y="2508"/>
                <a:ext cx="0" cy="16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1350"/>
              </a:p>
            </p:txBody>
          </p:sp>
        </p:grpSp>
        <p:sp>
          <p:nvSpPr>
            <p:cNvPr id="76" name="Line 90"/>
            <p:cNvSpPr>
              <a:spLocks noChangeShapeType="1"/>
            </p:cNvSpPr>
            <p:nvPr/>
          </p:nvSpPr>
          <p:spPr bwMode="gray">
            <a:xfrm>
              <a:off x="4698" y="2191"/>
              <a:ext cx="0" cy="115"/>
            </a:xfrm>
            <a:prstGeom prst="line">
              <a:avLst/>
            </a:prstGeom>
            <a:noFill/>
            <a:ln w="190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7" name="Line 91"/>
            <p:cNvSpPr>
              <a:spLocks noChangeShapeType="1"/>
            </p:cNvSpPr>
            <p:nvPr/>
          </p:nvSpPr>
          <p:spPr bwMode="gray">
            <a:xfrm>
              <a:off x="4820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8" name="Line 92"/>
            <p:cNvSpPr>
              <a:spLocks noChangeShapeType="1"/>
            </p:cNvSpPr>
            <p:nvPr/>
          </p:nvSpPr>
          <p:spPr bwMode="gray">
            <a:xfrm>
              <a:off x="494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79" name="Line 93"/>
            <p:cNvSpPr>
              <a:spLocks noChangeShapeType="1"/>
            </p:cNvSpPr>
            <p:nvPr/>
          </p:nvSpPr>
          <p:spPr bwMode="gray">
            <a:xfrm>
              <a:off x="5065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  <p:sp>
          <p:nvSpPr>
            <p:cNvPr id="80" name="Line 122"/>
            <p:cNvSpPr>
              <a:spLocks noChangeShapeType="1"/>
            </p:cNvSpPr>
            <p:nvPr/>
          </p:nvSpPr>
          <p:spPr bwMode="gray">
            <a:xfrm>
              <a:off x="5183" y="2191"/>
              <a:ext cx="0" cy="11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350"/>
            </a:p>
          </p:txBody>
        </p:sp>
      </p:grpSp>
      <p:sp>
        <p:nvSpPr>
          <p:cNvPr id="248" name="Text Placeholder 246"/>
          <p:cNvSpPr>
            <a:spLocks noGrp="1"/>
          </p:cNvSpPr>
          <p:nvPr>
            <p:ph type="body" sz="quarter" idx="11"/>
          </p:nvPr>
        </p:nvSpPr>
        <p:spPr>
          <a:xfrm>
            <a:off x="2535866" y="12954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3" name="Text Placeholder 142"/>
          <p:cNvSpPr>
            <a:spLocks noGrp="1"/>
          </p:cNvSpPr>
          <p:nvPr>
            <p:ph type="body" sz="quarter" idx="19"/>
          </p:nvPr>
        </p:nvSpPr>
        <p:spPr>
          <a:xfrm>
            <a:off x="10668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4" name="Text Placeholder 142"/>
          <p:cNvSpPr>
            <a:spLocks noGrp="1"/>
          </p:cNvSpPr>
          <p:nvPr>
            <p:ph type="body" sz="quarter" idx="20"/>
          </p:nvPr>
        </p:nvSpPr>
        <p:spPr>
          <a:xfrm>
            <a:off x="358140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6" name="Text Placeholder 142"/>
          <p:cNvSpPr>
            <a:spLocks noGrp="1"/>
          </p:cNvSpPr>
          <p:nvPr>
            <p:ph type="body" sz="quarter" idx="21"/>
          </p:nvPr>
        </p:nvSpPr>
        <p:spPr>
          <a:xfrm>
            <a:off x="530352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7" name="Text Placeholder 142"/>
          <p:cNvSpPr>
            <a:spLocks noGrp="1"/>
          </p:cNvSpPr>
          <p:nvPr>
            <p:ph type="body" sz="quarter" idx="22"/>
          </p:nvPr>
        </p:nvSpPr>
        <p:spPr>
          <a:xfrm>
            <a:off x="7223760" y="3733800"/>
            <a:ext cx="457200" cy="137160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675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2" name="Text Placeholder 246"/>
          <p:cNvSpPr>
            <a:spLocks noGrp="1"/>
          </p:cNvSpPr>
          <p:nvPr>
            <p:ph type="body" sz="quarter" idx="23"/>
          </p:nvPr>
        </p:nvSpPr>
        <p:spPr>
          <a:xfrm>
            <a:off x="9144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8" name="Text Placeholder 246"/>
          <p:cNvSpPr>
            <a:spLocks noGrp="1"/>
          </p:cNvSpPr>
          <p:nvPr>
            <p:ph type="body" sz="quarter" idx="24"/>
          </p:nvPr>
        </p:nvSpPr>
        <p:spPr>
          <a:xfrm>
            <a:off x="69342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9" name="Text Placeholder 246"/>
          <p:cNvSpPr>
            <a:spLocks noGrp="1"/>
          </p:cNvSpPr>
          <p:nvPr>
            <p:ph type="body" sz="quarter" idx="25"/>
          </p:nvPr>
        </p:nvSpPr>
        <p:spPr>
          <a:xfrm>
            <a:off x="15240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0" name="Text Placeholder 246"/>
          <p:cNvSpPr>
            <a:spLocks noGrp="1"/>
          </p:cNvSpPr>
          <p:nvPr>
            <p:ph type="body" sz="quarter" idx="26"/>
          </p:nvPr>
        </p:nvSpPr>
        <p:spPr>
          <a:xfrm>
            <a:off x="4800600" y="2133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1" name="Text Placeholder 246"/>
          <p:cNvSpPr>
            <a:spLocks noGrp="1"/>
          </p:cNvSpPr>
          <p:nvPr>
            <p:ph type="body" sz="quarter" idx="27"/>
          </p:nvPr>
        </p:nvSpPr>
        <p:spPr>
          <a:xfrm>
            <a:off x="2667000" y="51816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2" name="Text Placeholder 246"/>
          <p:cNvSpPr>
            <a:spLocks noGrp="1"/>
          </p:cNvSpPr>
          <p:nvPr>
            <p:ph type="body" sz="quarter" idx="28"/>
          </p:nvPr>
        </p:nvSpPr>
        <p:spPr>
          <a:xfrm>
            <a:off x="5991225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3" name="Text Placeholder 246"/>
          <p:cNvSpPr>
            <a:spLocks noGrp="1"/>
          </p:cNvSpPr>
          <p:nvPr>
            <p:ph type="body" sz="quarter" idx="29"/>
          </p:nvPr>
        </p:nvSpPr>
        <p:spPr>
          <a:xfrm>
            <a:off x="3657600" y="4114800"/>
            <a:ext cx="1524000" cy="838200"/>
          </a:xfrm>
          <a:prstGeom prst="rect">
            <a:avLst/>
          </a:prstGeom>
          <a:solidFill>
            <a:schemeClr val="bg1"/>
          </a:solidFill>
          <a:ln>
            <a:solidFill>
              <a:srgbClr val="C0C0C0"/>
            </a:solidFill>
          </a:ln>
        </p:spPr>
        <p:txBody>
          <a:bodyPr/>
          <a:lstStyle>
            <a:lvl1pPr marL="0" indent="0">
              <a:buFont typeface="NSimSun" pitchFamily="49" charset="-122"/>
              <a:buChar char=" "/>
              <a:defRPr sz="750" b="1">
                <a:solidFill>
                  <a:srgbClr val="B01C2E"/>
                </a:solidFill>
              </a:defRPr>
            </a:lvl1pPr>
            <a:lvl2pPr marL="0" indent="0">
              <a:buFont typeface="NSimSun" pitchFamily="49" charset="-122"/>
              <a:buChar char=" "/>
              <a:tabLst/>
              <a:defRPr sz="675" baseline="0"/>
            </a:lvl2pPr>
            <a:lvl3pPr>
              <a:buNone/>
              <a:defRPr sz="750"/>
            </a:lvl3pPr>
            <a:lvl4pPr>
              <a:buNone/>
              <a:defRPr sz="750"/>
            </a:lvl4pPr>
            <a:lvl5pPr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0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132B4441-E44F-854A-A9C3-46F08E0FCFC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1" name="Footer Placeholder 133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3516253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/ T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Placeholder 27"/>
          <p:cNvSpPr>
            <a:spLocks noGrp="1"/>
          </p:cNvSpPr>
          <p:nvPr>
            <p:ph type="body" sz="quarter" idx="21"/>
          </p:nvPr>
        </p:nvSpPr>
        <p:spPr>
          <a:xfrm>
            <a:off x="914401" y="129540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7"/>
          <p:cNvSpPr>
            <a:spLocks noGrp="1"/>
          </p:cNvSpPr>
          <p:nvPr>
            <p:ph type="body" sz="quarter" idx="22"/>
          </p:nvPr>
        </p:nvSpPr>
        <p:spPr>
          <a:xfrm>
            <a:off x="914401" y="1800013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7"/>
          <p:cNvSpPr>
            <a:spLocks noGrp="1"/>
          </p:cNvSpPr>
          <p:nvPr>
            <p:ph type="body" sz="quarter" idx="23"/>
          </p:nvPr>
        </p:nvSpPr>
        <p:spPr>
          <a:xfrm>
            <a:off x="914401" y="2304626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7"/>
          <p:cNvSpPr>
            <a:spLocks noGrp="1"/>
          </p:cNvSpPr>
          <p:nvPr>
            <p:ph type="body" sz="quarter" idx="24"/>
          </p:nvPr>
        </p:nvSpPr>
        <p:spPr>
          <a:xfrm>
            <a:off x="914401" y="2809239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7"/>
          <p:cNvSpPr>
            <a:spLocks noGrp="1"/>
          </p:cNvSpPr>
          <p:nvPr>
            <p:ph type="body" sz="quarter" idx="25"/>
          </p:nvPr>
        </p:nvSpPr>
        <p:spPr>
          <a:xfrm>
            <a:off x="914401" y="3313852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7"/>
          <p:cNvSpPr>
            <a:spLocks noGrp="1"/>
          </p:cNvSpPr>
          <p:nvPr>
            <p:ph type="body" sz="quarter" idx="26"/>
          </p:nvPr>
        </p:nvSpPr>
        <p:spPr>
          <a:xfrm>
            <a:off x="914401" y="3818465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7"/>
          <p:cNvSpPr>
            <a:spLocks noGrp="1"/>
          </p:cNvSpPr>
          <p:nvPr>
            <p:ph type="body" sz="quarter" idx="27"/>
          </p:nvPr>
        </p:nvSpPr>
        <p:spPr>
          <a:xfrm>
            <a:off x="914401" y="4323078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7"/>
          <p:cNvSpPr>
            <a:spLocks noGrp="1"/>
          </p:cNvSpPr>
          <p:nvPr>
            <p:ph type="body" sz="quarter" idx="28"/>
          </p:nvPr>
        </p:nvSpPr>
        <p:spPr>
          <a:xfrm>
            <a:off x="914401" y="4827691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457200" y="129540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457200" y="1800013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457200" y="2304626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457200" y="2809239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457200" y="3313852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457200" y="3818465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5"/>
          </p:nvPr>
        </p:nvSpPr>
        <p:spPr>
          <a:xfrm>
            <a:off x="457200" y="4323078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6"/>
          </p:nvPr>
        </p:nvSpPr>
        <p:spPr>
          <a:xfrm>
            <a:off x="457200" y="4827691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2"/>
          <p:cNvSpPr>
            <a:spLocks noGrp="1"/>
          </p:cNvSpPr>
          <p:nvPr>
            <p:ph type="body" sz="quarter" idx="37"/>
          </p:nvPr>
        </p:nvSpPr>
        <p:spPr>
          <a:xfrm>
            <a:off x="8229600" y="129540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2"/>
          <p:cNvSpPr>
            <a:spLocks noGrp="1"/>
          </p:cNvSpPr>
          <p:nvPr>
            <p:ph type="body" sz="quarter" idx="38"/>
          </p:nvPr>
        </p:nvSpPr>
        <p:spPr>
          <a:xfrm>
            <a:off x="8229600" y="1800013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2"/>
          <p:cNvSpPr>
            <a:spLocks noGrp="1"/>
          </p:cNvSpPr>
          <p:nvPr>
            <p:ph type="body" sz="quarter" idx="39"/>
          </p:nvPr>
        </p:nvSpPr>
        <p:spPr>
          <a:xfrm>
            <a:off x="8229600" y="2304626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40"/>
          </p:nvPr>
        </p:nvSpPr>
        <p:spPr>
          <a:xfrm>
            <a:off x="8229600" y="2809239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2"/>
          <p:cNvSpPr>
            <a:spLocks noGrp="1"/>
          </p:cNvSpPr>
          <p:nvPr>
            <p:ph type="body" sz="quarter" idx="41"/>
          </p:nvPr>
        </p:nvSpPr>
        <p:spPr>
          <a:xfrm>
            <a:off x="8229600" y="3313852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2"/>
          <p:cNvSpPr>
            <a:spLocks noGrp="1"/>
          </p:cNvSpPr>
          <p:nvPr>
            <p:ph type="body" sz="quarter" idx="42"/>
          </p:nvPr>
        </p:nvSpPr>
        <p:spPr>
          <a:xfrm>
            <a:off x="8229600" y="3818465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2"/>
          <p:cNvSpPr>
            <a:spLocks noGrp="1"/>
          </p:cNvSpPr>
          <p:nvPr>
            <p:ph type="body" sz="quarter" idx="43"/>
          </p:nvPr>
        </p:nvSpPr>
        <p:spPr>
          <a:xfrm>
            <a:off x="8229600" y="4323078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2"/>
          <p:cNvSpPr>
            <a:spLocks noGrp="1"/>
          </p:cNvSpPr>
          <p:nvPr>
            <p:ph type="body" sz="quarter" idx="44"/>
          </p:nvPr>
        </p:nvSpPr>
        <p:spPr>
          <a:xfrm>
            <a:off x="8229600" y="4827691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7"/>
          <p:cNvSpPr>
            <a:spLocks noGrp="1"/>
          </p:cNvSpPr>
          <p:nvPr>
            <p:ph type="body" sz="quarter" idx="45"/>
          </p:nvPr>
        </p:nvSpPr>
        <p:spPr>
          <a:xfrm>
            <a:off x="911777" y="5332304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22"/>
          <p:cNvSpPr>
            <a:spLocks noGrp="1"/>
          </p:cNvSpPr>
          <p:nvPr>
            <p:ph type="body" sz="quarter" idx="46"/>
          </p:nvPr>
        </p:nvSpPr>
        <p:spPr>
          <a:xfrm>
            <a:off x="454575" y="5332304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2"/>
          <p:cNvSpPr>
            <a:spLocks noGrp="1"/>
          </p:cNvSpPr>
          <p:nvPr>
            <p:ph type="body" sz="quarter" idx="47"/>
          </p:nvPr>
        </p:nvSpPr>
        <p:spPr>
          <a:xfrm>
            <a:off x="8226975" y="5332304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7"/>
          <p:cNvSpPr>
            <a:spLocks noGrp="1"/>
          </p:cNvSpPr>
          <p:nvPr>
            <p:ph type="body" sz="quarter" idx="48"/>
          </p:nvPr>
        </p:nvSpPr>
        <p:spPr>
          <a:xfrm>
            <a:off x="911777" y="5836920"/>
            <a:ext cx="7174523" cy="4114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anchor="ctr"/>
          <a:lstStyle>
            <a:lvl1pPr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22"/>
          <p:cNvSpPr>
            <a:spLocks noGrp="1"/>
          </p:cNvSpPr>
          <p:nvPr>
            <p:ph type="body" sz="quarter" idx="49"/>
          </p:nvPr>
        </p:nvSpPr>
        <p:spPr>
          <a:xfrm>
            <a:off x="454575" y="5836920"/>
            <a:ext cx="457200" cy="411480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10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22"/>
          <p:cNvSpPr>
            <a:spLocks noGrp="1"/>
          </p:cNvSpPr>
          <p:nvPr>
            <p:ph type="body" sz="quarter" idx="50"/>
          </p:nvPr>
        </p:nvSpPr>
        <p:spPr>
          <a:xfrm>
            <a:off x="8226975" y="5836920"/>
            <a:ext cx="457200" cy="41148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Slide Number Placeholder 9"/>
          <p:cNvSpPr>
            <a:spLocks noGrp="1"/>
          </p:cNvSpPr>
          <p:nvPr>
            <p:ph type="sldNum" sz="quarter" idx="51"/>
          </p:nvPr>
        </p:nvSpPr>
        <p:spPr/>
        <p:txBody>
          <a:bodyPr/>
          <a:lstStyle>
            <a:lvl1pPr>
              <a:defRPr/>
            </a:lvl1pPr>
          </a:lstStyle>
          <a:p>
            <a:fld id="{4A9EBD57-3091-C548-9F5E-83F63CC3338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3" name="Footer Placeholder 12"/>
          <p:cNvSpPr>
            <a:spLocks noGrp="1"/>
          </p:cNvSpPr>
          <p:nvPr>
            <p:ph type="ftr" sz="quarter" idx="5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3144821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Major and Sub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1335024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5"/>
          <p:cNvSpPr>
            <a:spLocks noGrp="1"/>
          </p:cNvSpPr>
          <p:nvPr>
            <p:ph type="body" sz="quarter" idx="22"/>
          </p:nvPr>
        </p:nvSpPr>
        <p:spPr>
          <a:xfrm>
            <a:off x="457200" y="3744363"/>
            <a:ext cx="1371600" cy="2322576"/>
          </a:xfrm>
          <a:prstGeom prst="rect">
            <a:avLst/>
          </a:prstGeom>
          <a:solidFill>
            <a:srgbClr val="B01C2E"/>
          </a:solidFill>
        </p:spPr>
        <p:txBody>
          <a:bodyPr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1905000" y="1348565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1905000" y="3763963"/>
            <a:ext cx="914400" cy="7772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25"/>
          </p:nvPr>
        </p:nvSpPr>
        <p:spPr>
          <a:xfrm>
            <a:off x="1905000" y="2199167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6"/>
          </p:nvPr>
        </p:nvSpPr>
        <p:spPr>
          <a:xfrm>
            <a:off x="1905000" y="4619625"/>
            <a:ext cx="914400" cy="1463040"/>
          </a:xfrm>
          <a:prstGeom prst="rect">
            <a:avLst/>
          </a:prstGeom>
          <a:solidFill>
            <a:srgbClr val="8E8E8E"/>
          </a:solidFill>
          <a:ln>
            <a:solidFill>
              <a:srgbClr val="8E8E8E"/>
            </a:solidFill>
          </a:ln>
        </p:spPr>
        <p:txBody>
          <a:bodyPr rIns="45720" anchor="ctr"/>
          <a:lstStyle>
            <a:lvl1pPr marL="0" indent="0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819400" y="1348565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819400" y="3763963"/>
            <a:ext cx="5870448" cy="777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2819400" y="2199167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2819400" y="4619625"/>
            <a:ext cx="5870448" cy="14630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rIns="45720" anchor="ctr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1622A13A-1CFD-CA4E-A8DD-C641C07281E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3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6436464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4"/>
          <p:cNvSpPr>
            <a:spLocks/>
          </p:cNvSpPr>
          <p:nvPr userDrawn="1"/>
        </p:nvSpPr>
        <p:spPr bwMode="auto">
          <a:xfrm>
            <a:off x="4646613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8" name="Freeform 4"/>
          <p:cNvSpPr>
            <a:spLocks/>
          </p:cNvSpPr>
          <p:nvPr userDrawn="1"/>
        </p:nvSpPr>
        <p:spPr bwMode="auto">
          <a:xfrm>
            <a:off x="752475" y="1914525"/>
            <a:ext cx="3657600" cy="4184650"/>
          </a:xfrm>
          <a:custGeom>
            <a:avLst/>
            <a:gdLst>
              <a:gd name="T0" fmla="*/ 2147483647 w 2475"/>
              <a:gd name="T1" fmla="*/ 2147483647 h 2469"/>
              <a:gd name="T2" fmla="*/ 2147483647 w 2475"/>
              <a:gd name="T3" fmla="*/ 0 h 2469"/>
              <a:gd name="T4" fmla="*/ 2147483647 w 2475"/>
              <a:gd name="T5" fmla="*/ 2147483647 h 2469"/>
              <a:gd name="T6" fmla="*/ 0 w 2475"/>
              <a:gd name="T7" fmla="*/ 2147483647 h 2469"/>
              <a:gd name="T8" fmla="*/ 0 w 2475"/>
              <a:gd name="T9" fmla="*/ 0 h 2469"/>
              <a:gd name="T10" fmla="*/ 2147483647 w 2475"/>
              <a:gd name="T11" fmla="*/ 2147483647 h 2469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475" h="2469">
                <a:moveTo>
                  <a:pt x="1235" y="147"/>
                </a:moveTo>
                <a:lnTo>
                  <a:pt x="2475" y="0"/>
                </a:lnTo>
                <a:lnTo>
                  <a:pt x="2475" y="2469"/>
                </a:lnTo>
                <a:lnTo>
                  <a:pt x="0" y="2469"/>
                </a:lnTo>
                <a:lnTo>
                  <a:pt x="0" y="0"/>
                </a:lnTo>
                <a:lnTo>
                  <a:pt x="1235" y="147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37160" tIns="274320" rIns="137160" bIns="137160"/>
          <a:lstStyle/>
          <a:p>
            <a:endParaRPr lang="en-US" sz="135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2262459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5"/>
          </p:nvPr>
        </p:nvSpPr>
        <p:spPr>
          <a:xfrm rot="5400000">
            <a:off x="6157271" y="-89846"/>
            <a:ext cx="636898" cy="3657600"/>
          </a:xfrm>
          <a:prstGeom prst="homePlate">
            <a:avLst>
              <a:gd name="adj" fmla="val 35000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752108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4646920" y="2282953"/>
            <a:ext cx="3657600" cy="38130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9B3A2EF8-18A0-3548-8284-3CDE95E84B9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0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8535238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Vertical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4"/>
          <p:cNvSpPr>
            <a:spLocks/>
          </p:cNvSpPr>
          <p:nvPr userDrawn="1"/>
        </p:nvSpPr>
        <p:spPr bwMode="auto">
          <a:xfrm>
            <a:off x="441326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2" name="Freeform 4"/>
          <p:cNvSpPr>
            <a:spLocks/>
          </p:cNvSpPr>
          <p:nvPr userDrawn="1"/>
        </p:nvSpPr>
        <p:spPr bwMode="auto">
          <a:xfrm>
            <a:off x="2552701" y="1911352"/>
            <a:ext cx="1919288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3" name="Freeform 4"/>
          <p:cNvSpPr>
            <a:spLocks/>
          </p:cNvSpPr>
          <p:nvPr userDrawn="1"/>
        </p:nvSpPr>
        <p:spPr bwMode="auto">
          <a:xfrm>
            <a:off x="4648201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4" name="Freeform 4"/>
          <p:cNvSpPr>
            <a:spLocks/>
          </p:cNvSpPr>
          <p:nvPr userDrawn="1"/>
        </p:nvSpPr>
        <p:spPr bwMode="auto">
          <a:xfrm>
            <a:off x="6770689" y="1911352"/>
            <a:ext cx="1920875" cy="4206875"/>
          </a:xfrm>
          <a:custGeom>
            <a:avLst/>
            <a:gdLst>
              <a:gd name="T0" fmla="*/ 2147483647 w 2475"/>
              <a:gd name="T1" fmla="*/ 2147483647 h 2946"/>
              <a:gd name="T2" fmla="*/ 2147483647 w 2475"/>
              <a:gd name="T3" fmla="*/ 2147483647 h 2946"/>
              <a:gd name="T4" fmla="*/ 2147483647 w 2475"/>
              <a:gd name="T5" fmla="*/ 2147483647 h 2946"/>
              <a:gd name="T6" fmla="*/ 2147483647 w 2475"/>
              <a:gd name="T7" fmla="*/ 2147483647 h 2946"/>
              <a:gd name="T8" fmla="*/ 0 w 2475"/>
              <a:gd name="T9" fmla="*/ 2147483647 h 2946"/>
              <a:gd name="T10" fmla="*/ 0 w 2475"/>
              <a:gd name="T11" fmla="*/ 2147483647 h 2946"/>
              <a:gd name="T12" fmla="*/ 2147483647 w 2475"/>
              <a:gd name="T13" fmla="*/ 0 h 2946"/>
              <a:gd name="T14" fmla="*/ 2147483647 w 2475"/>
              <a:gd name="T15" fmla="*/ 2147483647 h 294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2475" h="2946">
                <a:moveTo>
                  <a:pt x="1235" y="149"/>
                </a:moveTo>
                <a:lnTo>
                  <a:pt x="2475" y="2"/>
                </a:lnTo>
                <a:lnTo>
                  <a:pt x="2475" y="2471"/>
                </a:lnTo>
                <a:cubicBezTo>
                  <a:pt x="2466" y="2473"/>
                  <a:pt x="2458" y="2937"/>
                  <a:pt x="2449" y="2939"/>
                </a:cubicBezTo>
                <a:lnTo>
                  <a:pt x="0" y="2946"/>
                </a:lnTo>
                <a:lnTo>
                  <a:pt x="0" y="2"/>
                </a:lnTo>
                <a:cubicBezTo>
                  <a:pt x="1" y="1"/>
                  <a:pt x="2" y="1"/>
                  <a:pt x="3" y="0"/>
                </a:cubicBezTo>
                <a:lnTo>
                  <a:pt x="1235" y="149"/>
                </a:lnTo>
                <a:close/>
              </a:path>
            </a:pathLst>
          </a:custGeom>
          <a:noFill/>
          <a:ln w="6350" cap="flat" cmpd="sng">
            <a:solidFill>
              <a:srgbClr val="C0C0C0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tIns="205740" bIns="68580"/>
          <a:lstStyle/>
          <a:p>
            <a:endParaRPr lang="en-US" sz="135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1095755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27"/>
          </p:nvPr>
        </p:nvSpPr>
        <p:spPr>
          <a:xfrm rot="5400000">
            <a:off x="320617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8"/>
          <p:cNvSpPr>
            <a:spLocks noGrp="1"/>
          </p:cNvSpPr>
          <p:nvPr>
            <p:ph type="body" sz="quarter" idx="28"/>
          </p:nvPr>
        </p:nvSpPr>
        <p:spPr>
          <a:xfrm rot="5400000">
            <a:off x="5301996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8"/>
          <p:cNvSpPr>
            <a:spLocks noGrp="1"/>
          </p:cNvSpPr>
          <p:nvPr>
            <p:ph type="body" sz="quarter" idx="29"/>
          </p:nvPr>
        </p:nvSpPr>
        <p:spPr>
          <a:xfrm rot="5400000">
            <a:off x="7425119" y="794004"/>
            <a:ext cx="612648" cy="1920240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441959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55238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4648200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34"/>
          </p:nvPr>
        </p:nvSpPr>
        <p:spPr>
          <a:xfrm>
            <a:off x="6771323" y="2155123"/>
            <a:ext cx="1920240" cy="39593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6D75ED15-758A-614E-A17B-56CD5E692F6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565783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338328" y="1450181"/>
            <a:ext cx="2596896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l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3273554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3"/>
          <p:cNvSpPr>
            <a:spLocks noGrp="1"/>
          </p:cNvSpPr>
          <p:nvPr>
            <p:ph type="body" sz="quarter" idx="29"/>
          </p:nvPr>
        </p:nvSpPr>
        <p:spPr>
          <a:xfrm>
            <a:off x="6208779" y="1447806"/>
            <a:ext cx="2651125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3273552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6208776" y="2057400"/>
            <a:ext cx="2523744" cy="310896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5"/>
          <p:cNvSpPr>
            <a:spLocks noGrp="1"/>
          </p:cNvSpPr>
          <p:nvPr>
            <p:ph type="body" sz="quarter" idx="33"/>
          </p:nvPr>
        </p:nvSpPr>
        <p:spPr>
          <a:xfrm>
            <a:off x="338328" y="2057403"/>
            <a:ext cx="2523744" cy="230832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91440" anchor="t" anchorCtr="0">
            <a:spAutoFit/>
          </a:bodyPr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30302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685800">
              <a:buClr>
                <a:srgbClr val="B01C2E"/>
              </a:buClr>
              <a:buFont typeface="Arial" pitchFamily="34" charset="0"/>
              <a:buChar char="–"/>
              <a:defRPr sz="1500"/>
            </a:lvl5pPr>
            <a:lvl6pPr marL="857250">
              <a:buClr>
                <a:srgbClr val="B01C2E"/>
              </a:buClr>
              <a:buFont typeface="Arial" pitchFamily="34" charset="0"/>
              <a:buChar char="–"/>
              <a:defRPr/>
            </a:lvl6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8A4AF9FF-8501-8442-BA34-6C86C862CF8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13539046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rg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8"/>
          <p:cNvSpPr>
            <a:spLocks noGrp="1"/>
          </p:cNvSpPr>
          <p:nvPr>
            <p:ph type="body" sz="quarter" idx="29"/>
          </p:nvPr>
        </p:nvSpPr>
        <p:spPr>
          <a:xfrm>
            <a:off x="7129272" y="1493520"/>
            <a:ext cx="1481328" cy="4754880"/>
          </a:xfrm>
          <a:prstGeom prst="rect">
            <a:avLst/>
          </a:prstGeom>
          <a:ln>
            <a:solidFill>
              <a:srgbClr val="C0C0C0"/>
            </a:solidFill>
          </a:ln>
        </p:spPr>
        <p:txBody>
          <a:bodyPr lIns="45720" anchor="t"/>
          <a:lstStyle>
            <a:lvl1pPr marL="123444" indent="-123444" algn="l">
              <a:lnSpc>
                <a:spcPts val="1050"/>
              </a:lnSpc>
              <a:spcBef>
                <a:spcPts val="0"/>
              </a:spcBef>
              <a:buClr>
                <a:schemeClr val="accent1"/>
              </a:buClr>
              <a:buFont typeface="Wingdings" pitchFamily="2" charset="2"/>
              <a:buChar char="§"/>
              <a:defRPr sz="900" b="0">
                <a:solidFill>
                  <a:srgbClr val="000000"/>
                </a:solidFill>
              </a:defRPr>
            </a:lvl1pPr>
            <a:lvl2pPr marL="123444" indent="0" algn="l">
              <a:spcBef>
                <a:spcPts val="525"/>
              </a:spcBef>
              <a:buNone/>
              <a:defRPr sz="900" b="0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5"/>
          <p:cNvSpPr>
            <a:spLocks noGrp="1"/>
          </p:cNvSpPr>
          <p:nvPr>
            <p:ph type="body" sz="quarter" idx="21"/>
          </p:nvPr>
        </p:nvSpPr>
        <p:spPr>
          <a:xfrm>
            <a:off x="457200" y="16002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C0C0C0"/>
              </a:buClr>
              <a:buSzTx/>
              <a:buFont typeface="Wingdings 2" pitchFamily="18" charset="2"/>
              <a:buChar char="¡"/>
              <a:tabLst/>
              <a:defRPr sz="900" b="1" baseline="0">
                <a:solidFill>
                  <a:srgbClr val="FFFFFF"/>
                </a:solidFill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/>
          <p:cNvSpPr>
            <a:spLocks noGrp="1"/>
          </p:cNvSpPr>
          <p:nvPr>
            <p:ph type="body" sz="quarter" idx="23"/>
          </p:nvPr>
        </p:nvSpPr>
        <p:spPr>
          <a:xfrm>
            <a:off x="457200" y="48768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/>
          <p:cNvSpPr>
            <a:spLocks noGrp="1"/>
          </p:cNvSpPr>
          <p:nvPr>
            <p:ph type="body" sz="quarter" idx="24"/>
          </p:nvPr>
        </p:nvSpPr>
        <p:spPr>
          <a:xfrm>
            <a:off x="457200" y="3238500"/>
            <a:ext cx="1600200" cy="128016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marL="89154" marR="0" indent="-8915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¡"/>
              <a:tabLst/>
              <a:defRPr lang="en-US" sz="900" b="1" kern="120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88106" indent="0">
              <a:buFontTx/>
              <a:buNone/>
              <a:defRPr sz="75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30"/>
          </p:nvPr>
        </p:nvSpPr>
        <p:spPr>
          <a:xfrm>
            <a:off x="2191512" y="16002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Text Placeholder 5"/>
          <p:cNvSpPr>
            <a:spLocks noGrp="1"/>
          </p:cNvSpPr>
          <p:nvPr>
            <p:ph type="body" sz="quarter" idx="31"/>
          </p:nvPr>
        </p:nvSpPr>
        <p:spPr>
          <a:xfrm>
            <a:off x="2191512" y="32385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5"/>
          <p:cNvSpPr>
            <a:spLocks noGrp="1"/>
          </p:cNvSpPr>
          <p:nvPr>
            <p:ph type="body" sz="quarter" idx="32"/>
          </p:nvPr>
        </p:nvSpPr>
        <p:spPr>
          <a:xfrm>
            <a:off x="2191512" y="4876800"/>
            <a:ext cx="4864608" cy="1280160"/>
          </a:xfrm>
          <a:prstGeom prst="homePlate">
            <a:avLst>
              <a:gd name="adj" fmla="val 25111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" anchor="ctr"/>
          <a:lstStyle>
            <a:lvl1pPr marL="123444" marR="0" indent="-123444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 2" pitchFamily="18" charset="2"/>
              <a:buChar char=""/>
              <a:tabLst/>
              <a:defRPr sz="900" baseline="0"/>
            </a:lvl1pPr>
            <a:lvl2pPr marL="246888" indent="-123444"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29184" indent="-123444">
              <a:buClr>
                <a:srgbClr val="B01C2E"/>
              </a:buClr>
              <a:buFont typeface="Arial" pitchFamily="34" charset="0"/>
              <a:buChar char="‒"/>
              <a:defRPr sz="900" baseline="0"/>
            </a:lvl3pPr>
            <a:lvl4pPr marL="452628" indent="-123444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576072" indent="-123444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685800" indent="-123444">
              <a:buClr>
                <a:srgbClr val="B01C2E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/>
            </a:lvl1pPr>
          </a:lstStyle>
          <a:p>
            <a:fld id="{00398512-78EB-D84B-88E3-8EFD360D49E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67302828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Two palettes moving forw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3"/>
          <p:cNvSpPr>
            <a:spLocks noChangeArrowheads="1"/>
          </p:cNvSpPr>
          <p:nvPr userDrawn="1"/>
        </p:nvSpPr>
        <p:spPr bwMode="auto">
          <a:xfrm>
            <a:off x="684213" y="2635250"/>
            <a:ext cx="7777162" cy="1587500"/>
          </a:xfrm>
          <a:prstGeom prst="homePlate">
            <a:avLst>
              <a:gd name="adj" fmla="val 32592"/>
            </a:avLst>
          </a:prstGeom>
          <a:gradFill rotWithShape="1">
            <a:gsLst>
              <a:gs pos="0">
                <a:srgbClr val="9E9E9E"/>
              </a:gs>
              <a:gs pos="50000">
                <a:srgbClr val="C4C4C4"/>
              </a:gs>
              <a:gs pos="100000">
                <a:srgbClr val="E3E3E3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tIns="68580" bIns="6858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endParaRPr lang="en-US" altLang="en-US" sz="1350">
              <a:latin typeface="Arial" charset="0"/>
            </a:endParaRPr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105156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4572000" y="1417320"/>
            <a:ext cx="3291840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0"/>
          <p:cNvSpPr>
            <a:spLocks noGrp="1"/>
          </p:cNvSpPr>
          <p:nvPr>
            <p:ph sz="quarter" idx="20"/>
          </p:nvPr>
        </p:nvSpPr>
        <p:spPr>
          <a:xfrm>
            <a:off x="105156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10"/>
          <p:cNvSpPr>
            <a:spLocks noGrp="1"/>
          </p:cNvSpPr>
          <p:nvPr>
            <p:ph sz="quarter" idx="24"/>
          </p:nvPr>
        </p:nvSpPr>
        <p:spPr>
          <a:xfrm>
            <a:off x="4572000" y="1874520"/>
            <a:ext cx="3291840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B47071-B393-DC4F-9921-408D035EE57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2109393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li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7"/>
          <p:cNvSpPr>
            <a:spLocks/>
          </p:cNvSpPr>
          <p:nvPr userDrawn="1"/>
        </p:nvSpPr>
        <p:spPr bwMode="auto">
          <a:xfrm>
            <a:off x="4384675" y="3341688"/>
            <a:ext cx="376238" cy="1403350"/>
          </a:xfrm>
          <a:custGeom>
            <a:avLst/>
            <a:gdLst>
              <a:gd name="T0" fmla="*/ 2147483647 w 176"/>
              <a:gd name="T1" fmla="*/ 0 h 608"/>
              <a:gd name="T2" fmla="*/ 0 w 176"/>
              <a:gd name="T3" fmla="*/ 2147483647 h 608"/>
              <a:gd name="T4" fmla="*/ 2147483647 w 176"/>
              <a:gd name="T5" fmla="*/ 2147483647 h 608"/>
              <a:gd name="T6" fmla="*/ 0 w 176"/>
              <a:gd name="T7" fmla="*/ 2147483647 h 608"/>
              <a:gd name="T8" fmla="*/ 2147483647 w 176"/>
              <a:gd name="T9" fmla="*/ 2147483647 h 608"/>
              <a:gd name="T10" fmla="*/ 2147483647 w 176"/>
              <a:gd name="T11" fmla="*/ 2147483647 h 608"/>
              <a:gd name="T12" fmla="*/ 0 w 176"/>
              <a:gd name="T13" fmla="*/ 2147483647 h 608"/>
              <a:gd name="T14" fmla="*/ 0 w 176"/>
              <a:gd name="T15" fmla="*/ 2147483647 h 608"/>
              <a:gd name="T16" fmla="*/ 2147483647 w 176"/>
              <a:gd name="T17" fmla="*/ 2147483647 h 608"/>
              <a:gd name="T18" fmla="*/ 2147483647 w 176"/>
              <a:gd name="T19" fmla="*/ 2147483647 h 608"/>
              <a:gd name="T20" fmla="*/ 2147483647 w 176"/>
              <a:gd name="T21" fmla="*/ 2147483647 h 608"/>
              <a:gd name="T22" fmla="*/ 2147483647 w 176"/>
              <a:gd name="T23" fmla="*/ 2147483647 h 608"/>
              <a:gd name="T24" fmla="*/ 2147483647 w 176"/>
              <a:gd name="T25" fmla="*/ 2147483647 h 608"/>
              <a:gd name="T26" fmla="*/ 2147483647 w 176"/>
              <a:gd name="T27" fmla="*/ 2147483647 h 608"/>
              <a:gd name="T28" fmla="*/ 2147483647 w 176"/>
              <a:gd name="T29" fmla="*/ 0 h 608"/>
              <a:gd name="T30" fmla="*/ 2147483647 w 176"/>
              <a:gd name="T31" fmla="*/ 0 h 60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0" t="0" r="r" b="b"/>
            <a:pathLst>
              <a:path w="176" h="608">
                <a:moveTo>
                  <a:pt x="72" y="0"/>
                </a:moveTo>
                <a:lnTo>
                  <a:pt x="0" y="232"/>
                </a:lnTo>
                <a:lnTo>
                  <a:pt x="48" y="232"/>
                </a:lnTo>
                <a:lnTo>
                  <a:pt x="0" y="376"/>
                </a:lnTo>
                <a:lnTo>
                  <a:pt x="72" y="376"/>
                </a:lnTo>
                <a:lnTo>
                  <a:pt x="32" y="504"/>
                </a:lnTo>
                <a:lnTo>
                  <a:pt x="0" y="504"/>
                </a:lnTo>
                <a:lnTo>
                  <a:pt x="0" y="608"/>
                </a:lnTo>
                <a:lnTo>
                  <a:pt x="96" y="496"/>
                </a:lnTo>
                <a:lnTo>
                  <a:pt x="48" y="504"/>
                </a:lnTo>
                <a:lnTo>
                  <a:pt x="144" y="336"/>
                </a:lnTo>
                <a:lnTo>
                  <a:pt x="72" y="336"/>
                </a:lnTo>
                <a:lnTo>
                  <a:pt x="144" y="192"/>
                </a:lnTo>
                <a:lnTo>
                  <a:pt x="88" y="192"/>
                </a:lnTo>
                <a:lnTo>
                  <a:pt x="176" y="0"/>
                </a:lnTo>
                <a:lnTo>
                  <a:pt x="72" y="0"/>
                </a:lnTo>
                <a:close/>
              </a:path>
            </a:pathLst>
          </a:custGeom>
          <a:solidFill>
            <a:srgbClr val="B01C2E"/>
          </a:solidFill>
          <a:ln w="6350" cap="flat" cmpd="sng">
            <a:solidFill>
              <a:srgbClr val="B01C2E"/>
            </a:solidFill>
            <a:prstDash val="solid"/>
            <a:round/>
            <a:headEnd/>
            <a:tailEnd/>
          </a:ln>
        </p:spPr>
        <p:txBody>
          <a:bodyPr lIns="54000" tIns="54000" rIns="54000" bIns="54000" anchor="ctr"/>
          <a:lstStyle/>
          <a:p>
            <a:endParaRPr lang="en-US" sz="135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21"/>
          </p:nvPr>
        </p:nvSpPr>
        <p:spPr>
          <a:xfrm>
            <a:off x="835152" y="1417320"/>
            <a:ext cx="3035808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 baseline="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7"/>
          <p:cNvSpPr>
            <a:spLocks noGrp="1"/>
          </p:cNvSpPr>
          <p:nvPr>
            <p:ph type="body" sz="quarter" idx="23"/>
          </p:nvPr>
        </p:nvSpPr>
        <p:spPr>
          <a:xfrm>
            <a:off x="5266627" y="1417320"/>
            <a:ext cx="3054096" cy="457200"/>
          </a:xfrm>
          <a:prstGeom prst="rect">
            <a:avLst/>
          </a:prstGeom>
          <a:solidFill>
            <a:srgbClr val="B01C2E"/>
          </a:solidFill>
          <a:ln>
            <a:solidFill>
              <a:srgbClr val="C0C0C0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0"/>
          </p:nvPr>
        </p:nvSpPr>
        <p:spPr>
          <a:xfrm>
            <a:off x="835152" y="1874520"/>
            <a:ext cx="3291840" cy="4343400"/>
          </a:xfrm>
          <a:prstGeom prst="homePlate">
            <a:avLst>
              <a:gd name="adj" fmla="val 7684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0"/>
          <p:cNvSpPr>
            <a:spLocks noGrp="1"/>
          </p:cNvSpPr>
          <p:nvPr>
            <p:ph sz="quarter" idx="24"/>
          </p:nvPr>
        </p:nvSpPr>
        <p:spPr>
          <a:xfrm flipH="1">
            <a:off x="5028883" y="1874520"/>
            <a:ext cx="3291840" cy="4343400"/>
          </a:xfrm>
          <a:prstGeom prst="homePlate">
            <a:avLst>
              <a:gd name="adj" fmla="val 7343"/>
            </a:avLst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2286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C637242-61C1-4C47-AFEF-079B86936FE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" name="Footer Placeholder 12"/>
          <p:cNvSpPr>
            <a:spLocks noGrp="1"/>
          </p:cNvSpPr>
          <p:nvPr>
            <p:ph type="ftr" sz="quarter" idx="2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34813492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sequences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ontent Placeholder 10"/>
          <p:cNvSpPr>
            <a:spLocks noGrp="1"/>
          </p:cNvSpPr>
          <p:nvPr>
            <p:ph sz="quarter" idx="35"/>
          </p:nvPr>
        </p:nvSpPr>
        <p:spPr>
          <a:xfrm>
            <a:off x="6181725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0" rIns="9144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Content Placeholder 10"/>
          <p:cNvSpPr>
            <a:spLocks noGrp="1"/>
          </p:cNvSpPr>
          <p:nvPr>
            <p:ph sz="quarter" idx="20"/>
          </p:nvPr>
        </p:nvSpPr>
        <p:spPr>
          <a:xfrm>
            <a:off x="484632" y="1577977"/>
            <a:ext cx="2487168" cy="393192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23"/>
          <p:cNvSpPr>
            <a:spLocks noGrp="1"/>
          </p:cNvSpPr>
          <p:nvPr>
            <p:ph type="body" sz="quarter" idx="10"/>
          </p:nvPr>
        </p:nvSpPr>
        <p:spPr>
          <a:xfrm>
            <a:off x="2667000" y="18288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3"/>
          <p:cNvSpPr>
            <a:spLocks noGrp="1"/>
          </p:cNvSpPr>
          <p:nvPr>
            <p:ph type="body" sz="quarter" idx="21"/>
          </p:nvPr>
        </p:nvSpPr>
        <p:spPr>
          <a:xfrm>
            <a:off x="2667000" y="242316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3"/>
          <p:cNvSpPr>
            <a:spLocks noGrp="1"/>
          </p:cNvSpPr>
          <p:nvPr>
            <p:ph type="body" sz="quarter" idx="22"/>
          </p:nvPr>
        </p:nvSpPr>
        <p:spPr>
          <a:xfrm>
            <a:off x="2667000" y="301752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3"/>
          <p:cNvSpPr>
            <a:spLocks noGrp="1"/>
          </p:cNvSpPr>
          <p:nvPr>
            <p:ph type="body" sz="quarter" idx="23"/>
          </p:nvPr>
        </p:nvSpPr>
        <p:spPr>
          <a:xfrm>
            <a:off x="2667000" y="361188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3"/>
          <p:cNvSpPr>
            <a:spLocks noGrp="1"/>
          </p:cNvSpPr>
          <p:nvPr>
            <p:ph type="body" sz="quarter" idx="24"/>
          </p:nvPr>
        </p:nvSpPr>
        <p:spPr>
          <a:xfrm>
            <a:off x="2667000" y="420624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3"/>
          <p:cNvSpPr>
            <a:spLocks noGrp="1"/>
          </p:cNvSpPr>
          <p:nvPr>
            <p:ph type="body" sz="quarter" idx="25"/>
          </p:nvPr>
        </p:nvSpPr>
        <p:spPr>
          <a:xfrm>
            <a:off x="2667000" y="4800600"/>
            <a:ext cx="3931920" cy="484632"/>
          </a:xfrm>
          <a:prstGeom prst="homePlate">
            <a:avLst>
              <a:gd name="adj" fmla="val 162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133350" indent="0">
              <a:spcBef>
                <a:spcPts val="0"/>
              </a:spcBef>
              <a:buNone/>
              <a:defRPr sz="9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22"/>
          <p:cNvSpPr>
            <a:spLocks noGrp="1"/>
          </p:cNvSpPr>
          <p:nvPr>
            <p:ph type="body" sz="quarter" idx="29"/>
          </p:nvPr>
        </p:nvSpPr>
        <p:spPr>
          <a:xfrm>
            <a:off x="2514600" y="1981200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2"/>
          <p:cNvSpPr>
            <a:spLocks noGrp="1"/>
          </p:cNvSpPr>
          <p:nvPr>
            <p:ph type="body" sz="quarter" idx="30"/>
          </p:nvPr>
        </p:nvSpPr>
        <p:spPr>
          <a:xfrm>
            <a:off x="2514600" y="2570074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2"/>
          <p:cNvSpPr>
            <a:spLocks noGrp="1"/>
          </p:cNvSpPr>
          <p:nvPr>
            <p:ph type="body" sz="quarter" idx="31"/>
          </p:nvPr>
        </p:nvSpPr>
        <p:spPr>
          <a:xfrm>
            <a:off x="2514600" y="315894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2"/>
          <p:cNvSpPr>
            <a:spLocks noGrp="1"/>
          </p:cNvSpPr>
          <p:nvPr>
            <p:ph type="body" sz="quarter" idx="32"/>
          </p:nvPr>
        </p:nvSpPr>
        <p:spPr>
          <a:xfrm>
            <a:off x="2514600" y="3747822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2"/>
          <p:cNvSpPr>
            <a:spLocks noGrp="1"/>
          </p:cNvSpPr>
          <p:nvPr>
            <p:ph type="body" sz="quarter" idx="33"/>
          </p:nvPr>
        </p:nvSpPr>
        <p:spPr>
          <a:xfrm>
            <a:off x="2514600" y="4336696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2"/>
          <p:cNvSpPr>
            <a:spLocks noGrp="1"/>
          </p:cNvSpPr>
          <p:nvPr>
            <p:ph type="body" sz="quarter" idx="34"/>
          </p:nvPr>
        </p:nvSpPr>
        <p:spPr>
          <a:xfrm>
            <a:off x="2514600" y="4925568"/>
            <a:ext cx="237744" cy="256032"/>
          </a:xfrm>
          <a:prstGeom prst="rect">
            <a:avLst/>
          </a:prstGeom>
          <a:solidFill>
            <a:srgbClr val="B01C2E"/>
          </a:solidFill>
          <a:ln>
            <a:solidFill>
              <a:srgbClr val="999999"/>
            </a:solidFill>
          </a:ln>
        </p:spPr>
        <p:txBody>
          <a:bodyPr lIns="0" tIns="0" rIns="0" bIns="0" anchor="ctr"/>
          <a:lstStyle>
            <a:lvl1pPr marL="0" indent="0" algn="ctr">
              <a:spcBef>
                <a:spcPts val="0"/>
              </a:spcBef>
              <a:buNone/>
              <a:defRPr sz="12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6F716D94-026E-1240-A247-91A0127FD88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88624071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Horizont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19"/>
          <p:cNvSpPr>
            <a:spLocks noGrp="1"/>
          </p:cNvSpPr>
          <p:nvPr>
            <p:ph type="body" sz="quarter" idx="10"/>
          </p:nvPr>
        </p:nvSpPr>
        <p:spPr>
          <a:xfrm>
            <a:off x="396240" y="160020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621280" y="160020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396240" y="274828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621280" y="274828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396240" y="389636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2621280" y="389636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402266" y="5044440"/>
            <a:ext cx="1828800" cy="1051560"/>
          </a:xfrm>
          <a:prstGeom prst="homePlate">
            <a:avLst>
              <a:gd name="adj" fmla="val 24892"/>
            </a:avLst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marL="0" indent="0"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35"/>
          </p:nvPr>
        </p:nvSpPr>
        <p:spPr>
          <a:xfrm>
            <a:off x="2627306" y="5044440"/>
            <a:ext cx="612648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DDD5FA0E-3EAB-CB47-B428-C2E5915BFD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4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76042117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Vertical chevron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3"/>
          <p:cNvSpPr>
            <a:spLocks noGrp="1"/>
          </p:cNvSpPr>
          <p:nvPr>
            <p:ph type="body" sz="quarter" idx="17"/>
          </p:nvPr>
        </p:nvSpPr>
        <p:spPr>
          <a:xfrm rot="5400000">
            <a:off x="731520" y="1097281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362200" y="1371600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30"/>
          </p:nvPr>
        </p:nvSpPr>
        <p:spPr>
          <a:xfrm>
            <a:off x="2362200" y="2474977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31"/>
          </p:nvPr>
        </p:nvSpPr>
        <p:spPr>
          <a:xfrm>
            <a:off x="2362200" y="3578353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2362200" y="4681728"/>
            <a:ext cx="6217920" cy="1051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13"/>
          <p:cNvSpPr>
            <a:spLocks noGrp="1"/>
          </p:cNvSpPr>
          <p:nvPr>
            <p:ph type="body" sz="quarter" idx="33"/>
          </p:nvPr>
        </p:nvSpPr>
        <p:spPr>
          <a:xfrm rot="5400000">
            <a:off x="731520" y="2200657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3"/>
          <p:cNvSpPr>
            <a:spLocks noGrp="1"/>
          </p:cNvSpPr>
          <p:nvPr>
            <p:ph type="body" sz="quarter" idx="34"/>
          </p:nvPr>
        </p:nvSpPr>
        <p:spPr>
          <a:xfrm rot="5400000">
            <a:off x="731520" y="3304033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3"/>
          <p:cNvSpPr>
            <a:spLocks noGrp="1"/>
          </p:cNvSpPr>
          <p:nvPr>
            <p:ph type="body" sz="quarter" idx="35"/>
          </p:nvPr>
        </p:nvSpPr>
        <p:spPr>
          <a:xfrm rot="5400000">
            <a:off x="731520" y="4407408"/>
            <a:ext cx="1271016" cy="1819656"/>
          </a:xfrm>
          <a:prstGeom prst="chevron">
            <a:avLst>
              <a:gd name="adj" fmla="val 18344"/>
            </a:avLst>
          </a:prstGeom>
          <a:solidFill>
            <a:srgbClr val="B01C2E"/>
          </a:solidFill>
        </p:spPr>
        <p:txBody>
          <a:bodyPr vert="vert270"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9"/>
          <p:cNvSpPr>
            <a:spLocks noGrp="1"/>
          </p:cNvSpPr>
          <p:nvPr>
            <p:ph type="sldNum" sz="quarter" idx="36"/>
          </p:nvPr>
        </p:nvSpPr>
        <p:spPr/>
        <p:txBody>
          <a:bodyPr/>
          <a:lstStyle>
            <a:lvl1pPr>
              <a:defRPr/>
            </a:lvl1pPr>
          </a:lstStyle>
          <a:p>
            <a:fld id="{4835DA82-056E-9542-8819-BE1B86DFF0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12"/>
          <p:cNvSpPr>
            <a:spLocks noGrp="1"/>
          </p:cNvSpPr>
          <p:nvPr>
            <p:ph type="ftr" sz="quarter" idx="3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48483799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tr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8"/>
          <p:cNvSpPr>
            <a:spLocks noChangeArrowheads="1"/>
          </p:cNvSpPr>
          <p:nvPr userDrawn="1"/>
        </p:nvSpPr>
        <p:spPr bwMode="auto">
          <a:xfrm rot="5400000">
            <a:off x="5297488" y="3346450"/>
            <a:ext cx="4406900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2" name="AutoShape 4"/>
          <p:cNvSpPr>
            <a:spLocks noChangeArrowheads="1"/>
          </p:cNvSpPr>
          <p:nvPr userDrawn="1"/>
        </p:nvSpPr>
        <p:spPr bwMode="auto">
          <a:xfrm rot="5400000">
            <a:off x="-76041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3" name="AutoShape 5"/>
          <p:cNvSpPr>
            <a:spLocks noChangeArrowheads="1"/>
          </p:cNvSpPr>
          <p:nvPr userDrawn="1"/>
        </p:nvSpPr>
        <p:spPr bwMode="auto">
          <a:xfrm rot="5400000">
            <a:off x="754063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AutoShape 6"/>
          <p:cNvSpPr>
            <a:spLocks noChangeArrowheads="1"/>
          </p:cNvSpPr>
          <p:nvPr userDrawn="1"/>
        </p:nvSpPr>
        <p:spPr bwMode="auto">
          <a:xfrm rot="5400000">
            <a:off x="2266951" y="3351213"/>
            <a:ext cx="4416425" cy="1371600"/>
          </a:xfrm>
          <a:prstGeom prst="homePlate">
            <a:avLst>
              <a:gd name="adj" fmla="val 19772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AutoShape 7"/>
          <p:cNvSpPr>
            <a:spLocks noChangeArrowheads="1"/>
          </p:cNvSpPr>
          <p:nvPr userDrawn="1"/>
        </p:nvSpPr>
        <p:spPr bwMode="auto">
          <a:xfrm rot="5400000">
            <a:off x="3781426" y="3351213"/>
            <a:ext cx="4416425" cy="1371600"/>
          </a:xfrm>
          <a:prstGeom prst="homePlate">
            <a:avLst>
              <a:gd name="adj" fmla="val 19749"/>
            </a:avLst>
          </a:prstGeom>
          <a:gradFill flip="none" rotWithShape="1">
            <a:gsLst>
              <a:gs pos="0">
                <a:schemeClr val="tx1">
                  <a:tint val="66000"/>
                  <a:satMod val="160000"/>
                </a:schemeClr>
              </a:gs>
              <a:gs pos="50000">
                <a:schemeClr val="tx1">
                  <a:tint val="44500"/>
                  <a:satMod val="160000"/>
                </a:schemeClr>
              </a:gs>
              <a:gs pos="100000">
                <a:schemeClr val="tx1">
                  <a:tint val="23500"/>
                  <a:satMod val="160000"/>
                </a:schemeClr>
              </a:gs>
            </a:gsLst>
            <a:lin ang="0" scaled="1"/>
            <a:tileRect/>
          </a:gradFill>
          <a:ln w="6350">
            <a:noFill/>
            <a:miter lim="800000"/>
            <a:headEnd/>
            <a:tailEnd/>
          </a:ln>
          <a:effectLst/>
        </p:spPr>
        <p:txBody>
          <a:bodyPr lIns="54000" tIns="54000" rIns="54000" bIns="54000" anchor="ctr"/>
          <a:lstStyle/>
          <a:p>
            <a:pPr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762000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6"/>
          <p:cNvSpPr>
            <a:spLocks noGrp="1"/>
          </p:cNvSpPr>
          <p:nvPr>
            <p:ph type="body" sz="quarter" idx="11"/>
          </p:nvPr>
        </p:nvSpPr>
        <p:spPr>
          <a:xfrm>
            <a:off x="2276475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6"/>
          <p:cNvSpPr>
            <a:spLocks noGrp="1"/>
          </p:cNvSpPr>
          <p:nvPr>
            <p:ph type="body" sz="quarter" idx="12"/>
          </p:nvPr>
        </p:nvSpPr>
        <p:spPr>
          <a:xfrm>
            <a:off x="3789363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6"/>
          <p:cNvSpPr>
            <a:spLocks noGrp="1"/>
          </p:cNvSpPr>
          <p:nvPr>
            <p:ph type="body" sz="quarter" idx="13"/>
          </p:nvPr>
        </p:nvSpPr>
        <p:spPr>
          <a:xfrm>
            <a:off x="53038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6815138" y="1417320"/>
            <a:ext cx="1371600" cy="457200"/>
          </a:xfrm>
          <a:prstGeom prst="rect">
            <a:avLst/>
          </a:prstGeom>
          <a:solidFill>
            <a:srgbClr val="4D4D4D"/>
          </a:solidFill>
        </p:spPr>
        <p:txBody>
          <a:bodyPr anchor="ctr"/>
          <a:lstStyle>
            <a:lvl1pPr marL="0" indent="0" algn="ctr">
              <a:spcBef>
                <a:spcPts val="0"/>
              </a:spcBef>
              <a:buNone/>
              <a:defRPr lang="en-US" sz="900" b="1" kern="1200" dirty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609600" y="21336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 marL="514350">
              <a:buClr>
                <a:srgbClr val="B01C2E"/>
              </a:buClr>
              <a:buFont typeface="Arial" pitchFamily="34" charset="0"/>
              <a:buChar char="–"/>
              <a:defRPr sz="900"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609600" y="3390901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609600" y="4648200"/>
            <a:ext cx="7891272" cy="114300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  <a:lvl4pPr>
              <a:defRPr lang="en-US" sz="9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fld id="{4755A724-3117-D848-90FF-6F79FEC2065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3169094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resulting Fr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3273552" y="1444752"/>
            <a:ext cx="2596896" cy="3968496"/>
          </a:xfrm>
          <a:prstGeom prst="rect">
            <a:avLst/>
          </a:prstGeom>
        </p:spPr>
        <p:txBody>
          <a:bodyPr wrap="square" lIns="640080" rIns="640080" anchor="ctr" anchorCtr="1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370576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31"/>
          </p:nvPr>
        </p:nvSpPr>
        <p:spPr>
          <a:xfrm flipH="1">
            <a:off x="609600" y="152400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32"/>
          </p:nvPr>
        </p:nvSpPr>
        <p:spPr>
          <a:xfrm>
            <a:off x="5370576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33"/>
          </p:nvPr>
        </p:nvSpPr>
        <p:spPr>
          <a:xfrm flipH="1">
            <a:off x="609600" y="255016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5370576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2" name="Text Placeholder 19"/>
          <p:cNvSpPr>
            <a:spLocks noGrp="1"/>
          </p:cNvSpPr>
          <p:nvPr>
            <p:ph type="body" sz="quarter" idx="35"/>
          </p:nvPr>
        </p:nvSpPr>
        <p:spPr>
          <a:xfrm flipH="1">
            <a:off x="609600" y="357632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6"/>
          </p:nvPr>
        </p:nvSpPr>
        <p:spPr>
          <a:xfrm>
            <a:off x="5370576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91440" tIns="45720" rIns="18288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4" name="Text Placeholder 19"/>
          <p:cNvSpPr>
            <a:spLocks noGrp="1"/>
          </p:cNvSpPr>
          <p:nvPr>
            <p:ph type="body" sz="quarter" idx="37"/>
          </p:nvPr>
        </p:nvSpPr>
        <p:spPr>
          <a:xfrm flipH="1">
            <a:off x="609600" y="4602480"/>
            <a:ext cx="3163824" cy="731520"/>
          </a:xfrm>
          <a:prstGeom prst="homePlate">
            <a:avLst>
              <a:gd name="adj" fmla="val 33249"/>
            </a:avLst>
          </a:prstGeom>
          <a:noFill/>
          <a:ln>
            <a:solidFill>
              <a:srgbClr val="B01C2E"/>
            </a:solidFill>
          </a:ln>
        </p:spPr>
        <p:txBody>
          <a:bodyPr wrap="square" lIns="182880" tIns="45720" rIns="91440" bIns="45720" anchor="ctr">
            <a:noAutofit/>
          </a:bodyPr>
          <a:lstStyle>
            <a:lvl1pPr marL="89154" indent="-89154">
              <a:spcBef>
                <a:spcPts val="15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lide Number Placeholder 9"/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/>
            </a:lvl1pPr>
          </a:lstStyle>
          <a:p>
            <a:fld id="{BA6B416F-5AE6-D74C-AE38-5D34E63DFA9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5" name="Footer Placeholder 12"/>
          <p:cNvSpPr>
            <a:spLocks noGrp="1"/>
          </p:cNvSpPr>
          <p:nvPr>
            <p:ph type="ftr" sz="quarter" idx="3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6264208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Chevron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248400" y="1420504"/>
            <a:ext cx="2587752" cy="48006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 marL="836676">
              <a:buClr>
                <a:srgbClr val="B01C1A"/>
              </a:buClr>
              <a:buFont typeface="Arial" pitchFamily="34" charset="0"/>
              <a:buChar char="–"/>
              <a:defRPr sz="900"/>
            </a:lvl6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502920" y="15544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21"/>
          </p:nvPr>
        </p:nvSpPr>
        <p:spPr>
          <a:xfrm>
            <a:off x="502920" y="27482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22"/>
          </p:nvPr>
        </p:nvSpPr>
        <p:spPr>
          <a:xfrm>
            <a:off x="502920" y="39420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23"/>
          </p:nvPr>
        </p:nvSpPr>
        <p:spPr>
          <a:xfrm>
            <a:off x="502920" y="5135880"/>
            <a:ext cx="5532120" cy="960120"/>
          </a:xfrm>
          <a:prstGeom prst="homePlate">
            <a:avLst>
              <a:gd name="adj" fmla="val 15807"/>
            </a:avLst>
          </a:prstGeom>
          <a:solidFill>
            <a:srgbClr val="FFFFFF"/>
          </a:solidFill>
          <a:ln>
            <a:solidFill>
              <a:srgbClr val="B01C2E"/>
            </a:solidFill>
          </a:ln>
        </p:spPr>
        <p:txBody>
          <a:bodyPr wrap="square" lIns="91440" tIns="45720" rIns="45720" bIns="45720" anchor="ctr">
            <a:noAutofit/>
          </a:bodyPr>
          <a:lstStyle>
            <a:lvl1pPr marL="89154" indent="-89154">
              <a:spcBef>
                <a:spcPts val="0"/>
              </a:spcBef>
              <a:buClr>
                <a:schemeClr val="accent1"/>
              </a:buClr>
              <a:buFont typeface="Wingdings 2" pitchFamily="18" charset="2"/>
              <a:buChar char=""/>
              <a:defRPr sz="900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>
            <a:lvl1pPr>
              <a:defRPr/>
            </a:lvl1pPr>
          </a:lstStyle>
          <a:p>
            <a:fld id="{12EFD6B5-614C-464C-AC16-8E45A0815BB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46006204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arrow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19"/>
          <p:cNvSpPr>
            <a:spLocks noGrp="1"/>
          </p:cNvSpPr>
          <p:nvPr>
            <p:ph type="body" sz="quarter" idx="15"/>
          </p:nvPr>
        </p:nvSpPr>
        <p:spPr>
          <a:xfrm>
            <a:off x="304800" y="2362200"/>
            <a:ext cx="6117336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9"/>
          <p:cNvSpPr>
            <a:spLocks noGrp="1"/>
          </p:cNvSpPr>
          <p:nvPr>
            <p:ph type="body" sz="quarter" idx="33"/>
          </p:nvPr>
        </p:nvSpPr>
        <p:spPr>
          <a:xfrm>
            <a:off x="304800" y="3491484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9"/>
          <p:cNvSpPr>
            <a:spLocks noGrp="1"/>
          </p:cNvSpPr>
          <p:nvPr>
            <p:ph type="body" sz="quarter" idx="34"/>
          </p:nvPr>
        </p:nvSpPr>
        <p:spPr>
          <a:xfrm>
            <a:off x="304800" y="4620768"/>
            <a:ext cx="6096000" cy="941832"/>
          </a:xfrm>
          <a:prstGeom prst="homePlate">
            <a:avLst>
              <a:gd name="adj" fmla="val 50223"/>
            </a:avLst>
          </a:prstGeom>
          <a:gradFill flip="none" rotWithShape="1">
            <a:gsLst>
              <a:gs pos="0">
                <a:srgbClr val="000000">
                  <a:tint val="66000"/>
                  <a:satMod val="160000"/>
                </a:srgbClr>
              </a:gs>
              <a:gs pos="50000">
                <a:srgbClr val="000000">
                  <a:tint val="44500"/>
                  <a:satMod val="160000"/>
                </a:srgbClr>
              </a:gs>
              <a:gs pos="100000">
                <a:srgbClr val="000000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wrap="square" lIns="91440" tIns="45720" rIns="5029200" bIns="45720" anchor="ctr">
            <a:noAutofit/>
          </a:bodyPr>
          <a:lstStyle>
            <a:lvl1pPr marL="0" indent="0">
              <a:spcBef>
                <a:spcPts val="0"/>
              </a:spcBef>
              <a:buClr>
                <a:schemeClr val="accent1"/>
              </a:buClr>
              <a:buFont typeface="Wingdings" pitchFamily="2" charset="2"/>
              <a:buNone/>
              <a:defRPr sz="750" b="1" baseline="0">
                <a:solidFill>
                  <a:schemeClr val="tx1"/>
                </a:solidFill>
              </a:defRPr>
            </a:lvl1pPr>
            <a:lvl2pPr marL="260604" indent="-123444">
              <a:spcBef>
                <a:spcPts val="225"/>
              </a:spcBef>
              <a:buClr>
                <a:srgbClr val="B01C2E"/>
              </a:buClr>
              <a:buFont typeface="Arial" pitchFamily="34" charset="0"/>
              <a:buChar char="•"/>
              <a:defRPr sz="900" baseline="0"/>
            </a:lvl2pPr>
            <a:lvl3pPr marL="397764" indent="-130302">
              <a:buClr>
                <a:srgbClr val="B01C2E"/>
              </a:buClr>
              <a:buFont typeface="Arial" pitchFamily="34" charset="0"/>
              <a:buChar char="‒"/>
              <a:defRPr sz="90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sz="quarter" idx="21"/>
          </p:nvPr>
        </p:nvSpPr>
        <p:spPr>
          <a:xfrm>
            <a:off x="6411433" y="1417320"/>
            <a:ext cx="2103120" cy="429768"/>
          </a:xfrm>
          <a:prstGeom prst="re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 anchor="ctr"/>
          <a:lstStyle>
            <a:lvl1pPr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27"/>
          </p:nvPr>
        </p:nvSpPr>
        <p:spPr>
          <a:xfrm>
            <a:off x="4391025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774061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29"/>
          </p:nvPr>
        </p:nvSpPr>
        <p:spPr>
          <a:xfrm>
            <a:off x="1157097" y="2136788"/>
            <a:ext cx="1481328" cy="365760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75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75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75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5"/>
          <p:cNvSpPr>
            <a:spLocks noGrp="1"/>
          </p:cNvSpPr>
          <p:nvPr>
            <p:ph type="body" sz="quarter" idx="30"/>
          </p:nvPr>
        </p:nvSpPr>
        <p:spPr>
          <a:xfrm>
            <a:off x="1157097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5"/>
          <p:cNvSpPr>
            <a:spLocks noGrp="1"/>
          </p:cNvSpPr>
          <p:nvPr>
            <p:ph type="body" sz="quarter" idx="31"/>
          </p:nvPr>
        </p:nvSpPr>
        <p:spPr>
          <a:xfrm>
            <a:off x="2774061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5"/>
          <p:cNvSpPr>
            <a:spLocks noGrp="1"/>
          </p:cNvSpPr>
          <p:nvPr>
            <p:ph type="body" sz="quarter" idx="32"/>
          </p:nvPr>
        </p:nvSpPr>
        <p:spPr>
          <a:xfrm>
            <a:off x="4391025" y="1738919"/>
            <a:ext cx="1481328" cy="384048"/>
          </a:xfrm>
          <a:prstGeom prst="rect">
            <a:avLst/>
          </a:prstGeom>
          <a:solidFill>
            <a:srgbClr val="4D4D4D"/>
          </a:solidFill>
          <a:ln>
            <a:solidFill>
              <a:srgbClr val="4D4D4D"/>
            </a:solidFill>
          </a:ln>
        </p:spPr>
        <p:txBody>
          <a:bodyPr anchor="ctr"/>
          <a:lstStyle>
            <a:lvl1pPr algn="ctr">
              <a:buNone/>
              <a:defRPr sz="75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0"/>
          <p:cNvSpPr>
            <a:spLocks noGrp="1"/>
          </p:cNvSpPr>
          <p:nvPr>
            <p:ph sz="quarter" idx="20"/>
          </p:nvPr>
        </p:nvSpPr>
        <p:spPr>
          <a:xfrm>
            <a:off x="6411433" y="1861185"/>
            <a:ext cx="2103120" cy="4206240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rIns="457200"/>
          <a:lstStyle>
            <a:lvl1pPr marL="171450" indent="-171450">
              <a:spcBef>
                <a:spcPts val="18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514350"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08AE5534-AA48-F74E-87DE-645A72BA9DD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2" name="Footer Placeholder 12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5246573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Phas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1"/>
          <p:cNvSpPr>
            <a:spLocks/>
          </p:cNvSpPr>
          <p:nvPr userDrawn="1"/>
        </p:nvSpPr>
        <p:spPr bwMode="auto">
          <a:xfrm>
            <a:off x="3068639" y="1981202"/>
            <a:ext cx="2536825" cy="339725"/>
          </a:xfrm>
          <a:custGeom>
            <a:avLst/>
            <a:gdLst>
              <a:gd name="T0" fmla="*/ 0 w 2536891"/>
              <a:gd name="T1" fmla="*/ 0 h 488372"/>
              <a:gd name="T2" fmla="*/ 1942613 w 2536891"/>
              <a:gd name="T3" fmla="*/ 0 h 488372"/>
              <a:gd name="T4" fmla="*/ 2455867 w 2536891"/>
              <a:gd name="T5" fmla="*/ 200 h 488372"/>
              <a:gd name="T6" fmla="*/ 2536627 w 2536891"/>
              <a:gd name="T7" fmla="*/ 114356 h 488372"/>
              <a:gd name="T8" fmla="*/ 131751 w 2536891"/>
              <a:gd name="T9" fmla="*/ 114356 h 488372"/>
              <a:gd name="T10" fmla="*/ 81090 w 2536891"/>
              <a:gd name="T11" fmla="*/ 113442 h 488372"/>
              <a:gd name="T12" fmla="*/ 0 w 2536891"/>
              <a:gd name="T13" fmla="*/ 0 h 488372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2536891" h="488372">
                <a:moveTo>
                  <a:pt x="0" y="0"/>
                </a:moveTo>
                <a:lnTo>
                  <a:pt x="1942817" y="0"/>
                </a:lnTo>
                <a:lnTo>
                  <a:pt x="2456123" y="856"/>
                </a:lnTo>
                <a:lnTo>
                  <a:pt x="2536891" y="488372"/>
                </a:lnTo>
                <a:lnTo>
                  <a:pt x="131763" y="488372"/>
                </a:lnTo>
                <a:lnTo>
                  <a:pt x="81098" y="484467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17" name="Freeform 13"/>
          <p:cNvSpPr>
            <a:spLocks/>
          </p:cNvSpPr>
          <p:nvPr userDrawn="1"/>
        </p:nvSpPr>
        <p:spPr bwMode="auto">
          <a:xfrm>
            <a:off x="457201" y="1982790"/>
            <a:ext cx="2530475" cy="339725"/>
          </a:xfrm>
          <a:custGeom>
            <a:avLst/>
            <a:gdLst>
              <a:gd name="T0" fmla="*/ 0 w 2529680"/>
              <a:gd name="T1" fmla="*/ 0 h 488372"/>
              <a:gd name="T2" fmla="*/ 1945261 w 2529680"/>
              <a:gd name="T3" fmla="*/ 0 h 488372"/>
              <a:gd name="T4" fmla="*/ 2463980 w 2529680"/>
              <a:gd name="T5" fmla="*/ 200 h 488372"/>
              <a:gd name="T6" fmla="*/ 2532861 w 2529680"/>
              <a:gd name="T7" fmla="*/ 113442 h 488372"/>
              <a:gd name="T8" fmla="*/ 0 w 2529680"/>
              <a:gd name="T9" fmla="*/ 114356 h 488372"/>
              <a:gd name="T10" fmla="*/ 0 w 2529680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529680" h="488372">
                <a:moveTo>
                  <a:pt x="0" y="0"/>
                </a:moveTo>
                <a:lnTo>
                  <a:pt x="1942817" y="0"/>
                </a:lnTo>
                <a:lnTo>
                  <a:pt x="2460885" y="856"/>
                </a:lnTo>
                <a:lnTo>
                  <a:pt x="2529680" y="484467"/>
                </a:lnTo>
                <a:lnTo>
                  <a:pt x="0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1" name="Freeform 14"/>
          <p:cNvSpPr>
            <a:spLocks/>
          </p:cNvSpPr>
          <p:nvPr userDrawn="1"/>
        </p:nvSpPr>
        <p:spPr bwMode="auto">
          <a:xfrm>
            <a:off x="5684839" y="1981202"/>
            <a:ext cx="2871787" cy="339725"/>
          </a:xfrm>
          <a:custGeom>
            <a:avLst/>
            <a:gdLst>
              <a:gd name="T0" fmla="*/ 0 w 2996886"/>
              <a:gd name="T1" fmla="*/ 0 h 488372"/>
              <a:gd name="T2" fmla="*/ 1638173 w 2996886"/>
              <a:gd name="T3" fmla="*/ 0 h 488372"/>
              <a:gd name="T4" fmla="*/ 2526959 w 2996886"/>
              <a:gd name="T5" fmla="*/ 200 h 488372"/>
              <a:gd name="T6" fmla="*/ 2525539 w 2996886"/>
              <a:gd name="T7" fmla="*/ 114356 h 488372"/>
              <a:gd name="T8" fmla="*/ 60236 w 2996886"/>
              <a:gd name="T9" fmla="*/ 114356 h 488372"/>
              <a:gd name="T10" fmla="*/ 0 w 2996886"/>
              <a:gd name="T11" fmla="*/ 0 h 488372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2996886" h="488372">
                <a:moveTo>
                  <a:pt x="0" y="0"/>
                </a:moveTo>
                <a:lnTo>
                  <a:pt x="1942817" y="0"/>
                </a:lnTo>
                <a:lnTo>
                  <a:pt x="2996886" y="855"/>
                </a:lnTo>
                <a:cubicBezTo>
                  <a:pt x="2996325" y="163361"/>
                  <a:pt x="2995763" y="325866"/>
                  <a:pt x="2995202" y="488372"/>
                </a:cubicBezTo>
                <a:lnTo>
                  <a:pt x="71438" y="488372"/>
                </a:lnTo>
                <a:lnTo>
                  <a:pt x="0" y="0"/>
                </a:lnTo>
                <a:close/>
              </a:path>
            </a:pathLst>
          </a:custGeom>
          <a:solidFill>
            <a:srgbClr val="4D4D4D"/>
          </a:solidFill>
          <a:ln w="6350" cap="flat" cmpd="sng">
            <a:solidFill>
              <a:srgbClr val="A9A9A9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16"/>
          </p:nvPr>
        </p:nvSpPr>
        <p:spPr bwMode="gray">
          <a:xfrm>
            <a:off x="5680886" y="1983087"/>
            <a:ext cx="2875741" cy="1903112"/>
          </a:xfrm>
          <a:custGeom>
            <a:avLst/>
            <a:gdLst>
              <a:gd name="connsiteX0" fmla="*/ 0 w 2674468"/>
              <a:gd name="connsiteY0" fmla="*/ 0 h 1724992"/>
              <a:gd name="connsiteX1" fmla="*/ 2472747 w 2674468"/>
              <a:gd name="connsiteY1" fmla="*/ 0 h 1724992"/>
              <a:gd name="connsiteX2" fmla="*/ 2674468 w 2674468"/>
              <a:gd name="connsiteY2" fmla="*/ 862496 h 1724992"/>
              <a:gd name="connsiteX3" fmla="*/ 2472747 w 2674468"/>
              <a:gd name="connsiteY3" fmla="*/ 1724992 h 1724992"/>
              <a:gd name="connsiteX4" fmla="*/ 0 w 2674468"/>
              <a:gd name="connsiteY4" fmla="*/ 1724992 h 1724992"/>
              <a:gd name="connsiteX5" fmla="*/ 201721 w 2674468"/>
              <a:gd name="connsiteY5" fmla="*/ 862496 h 1724992"/>
              <a:gd name="connsiteX6" fmla="*/ 0 w 2674468"/>
              <a:gd name="connsiteY6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201721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  <a:gd name="connsiteX0" fmla="*/ 0 w 2472747"/>
              <a:gd name="connsiteY0" fmla="*/ 0 h 1724992"/>
              <a:gd name="connsiteX1" fmla="*/ 2472747 w 2472747"/>
              <a:gd name="connsiteY1" fmla="*/ 0 h 1724992"/>
              <a:gd name="connsiteX2" fmla="*/ 2472747 w 2472747"/>
              <a:gd name="connsiteY2" fmla="*/ 1724992 h 1724992"/>
              <a:gd name="connsiteX3" fmla="*/ 0 w 2472747"/>
              <a:gd name="connsiteY3" fmla="*/ 1724992 h 1724992"/>
              <a:gd name="connsiteX4" fmla="*/ 169327 w 2472747"/>
              <a:gd name="connsiteY4" fmla="*/ 862496 h 1724992"/>
              <a:gd name="connsiteX5" fmla="*/ 0 w 2472747"/>
              <a:gd name="connsiteY5" fmla="*/ 0 h 1724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2747" h="1724992">
                <a:moveTo>
                  <a:pt x="0" y="0"/>
                </a:moveTo>
                <a:lnTo>
                  <a:pt x="2472747" y="0"/>
                </a:lnTo>
                <a:lnTo>
                  <a:pt x="2472747" y="1724992"/>
                </a:lnTo>
                <a:lnTo>
                  <a:pt x="0" y="1724992"/>
                </a:lnTo>
                <a:lnTo>
                  <a:pt x="169327" y="862496"/>
                </a:lnTo>
                <a:lnTo>
                  <a:pt x="0" y="0"/>
                </a:lnTo>
                <a:close/>
              </a:path>
            </a:pathLst>
          </a:custGeom>
          <a:noFill/>
          <a:ln w="6350">
            <a:solidFill>
              <a:srgbClr val="A9A9A9"/>
            </a:solidFill>
            <a:miter lim="800000"/>
            <a:headEnd/>
            <a:tailEnd/>
          </a:ln>
        </p:spPr>
        <p:txBody>
          <a:bodyPr lIns="41148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2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3068559" y="1983087"/>
            <a:ext cx="2674468" cy="1903112"/>
          </a:xfrm>
          <a:prstGeom prst="chevron">
            <a:avLst>
              <a:gd name="adj" fmla="val 10431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21"/>
          </p:nvPr>
        </p:nvSpPr>
        <p:spPr>
          <a:xfrm>
            <a:off x="457200" y="4038600"/>
            <a:ext cx="8077200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0" algn="ctr"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/>
          <p:cNvSpPr>
            <a:spLocks noGrp="1"/>
          </p:cNvSpPr>
          <p:nvPr>
            <p:ph type="body" sz="quarter" idx="23"/>
          </p:nvPr>
        </p:nvSpPr>
        <p:spPr>
          <a:xfrm>
            <a:off x="457200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/>
          <p:cNvSpPr>
            <a:spLocks noGrp="1"/>
          </p:cNvSpPr>
          <p:nvPr>
            <p:ph type="body" sz="quarter" idx="24"/>
          </p:nvPr>
        </p:nvSpPr>
        <p:spPr>
          <a:xfrm>
            <a:off x="4585778" y="5937504"/>
            <a:ext cx="3950208" cy="310896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txBody>
          <a:bodyPr anchor="ctr" anchorCtr="1"/>
          <a:lstStyle>
            <a:lvl1pPr marL="0" indent="130302" algn="l">
              <a:buClr>
                <a:schemeClr val="accent1"/>
              </a:buClr>
              <a:buFont typeface="Wingdings" pitchFamily="2" charset="2"/>
              <a:buNone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457200" y="1417320"/>
            <a:ext cx="5193792" cy="457200"/>
          </a:xfrm>
          <a:prstGeom prst="homePlate">
            <a:avLst>
              <a:gd name="adj" fmla="val 33316"/>
            </a:avLst>
          </a:prstGeom>
          <a:solidFill>
            <a:srgbClr val="B01C2E"/>
          </a:solidFill>
          <a:ln w="6350">
            <a:solidFill>
              <a:srgbClr val="A9A9A9"/>
            </a:solidFill>
          </a:ln>
        </p:spPr>
        <p:txBody>
          <a:bodyPr lIns="137160" tIns="137160" rIns="27432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3"/>
          <p:cNvSpPr>
            <a:spLocks noGrp="1"/>
          </p:cNvSpPr>
          <p:nvPr>
            <p:ph type="body" sz="quarter" idx="17"/>
          </p:nvPr>
        </p:nvSpPr>
        <p:spPr>
          <a:xfrm>
            <a:off x="5656263" y="1417326"/>
            <a:ext cx="3035808" cy="461963"/>
          </a:xfrm>
          <a:prstGeom prst="chevron">
            <a:avLst>
              <a:gd name="adj" fmla="val 34831"/>
            </a:avLst>
          </a:prstGeom>
          <a:solidFill>
            <a:srgbClr val="B01C2E"/>
          </a:solidFill>
        </p:spPr>
        <p:txBody>
          <a:bodyPr anchor="ctr"/>
          <a:lstStyle>
            <a:lvl1pPr marL="257175" marR="0" indent="-257175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1983087"/>
            <a:ext cx="2674468" cy="1903112"/>
          </a:xfrm>
          <a:prstGeom prst="homePlate">
            <a:avLst>
              <a:gd name="adj" fmla="val 11448"/>
            </a:avLst>
          </a:prstGeom>
          <a:ln w="6350">
            <a:solidFill>
              <a:srgbClr val="A9A9A9"/>
            </a:solidFill>
          </a:ln>
        </p:spPr>
        <p:txBody>
          <a:bodyPr lIns="137160" tIns="457200" rIns="137160" bIns="13716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90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1969" indent="-127397">
              <a:buClr>
                <a:srgbClr val="B01C2E"/>
              </a:buClr>
              <a:defRPr sz="90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9"/>
          <p:cNvSpPr>
            <a:spLocks noGrp="1"/>
          </p:cNvSpPr>
          <p:nvPr>
            <p:ph type="body" sz="quarter" idx="13"/>
          </p:nvPr>
        </p:nvSpPr>
        <p:spPr>
          <a:xfrm>
            <a:off x="457200" y="1981200"/>
            <a:ext cx="2473180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9"/>
          <p:cNvSpPr>
            <a:spLocks noGrp="1"/>
          </p:cNvSpPr>
          <p:nvPr>
            <p:ph type="body" sz="quarter" idx="15"/>
          </p:nvPr>
        </p:nvSpPr>
        <p:spPr>
          <a:xfrm>
            <a:off x="3144323" y="1988239"/>
            <a:ext cx="2387536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Content Placeholder 10"/>
          <p:cNvSpPr>
            <a:spLocks noGrp="1"/>
          </p:cNvSpPr>
          <p:nvPr>
            <p:ph sz="quarter" idx="18"/>
          </p:nvPr>
        </p:nvSpPr>
        <p:spPr>
          <a:xfrm>
            <a:off x="457200" y="4343400"/>
            <a:ext cx="807720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/>
          <a:lstStyle>
            <a:lvl1pPr marL="130302" indent="-130302">
              <a:lnSpc>
                <a:spcPct val="95000"/>
              </a:lnSpc>
              <a:spcBef>
                <a:spcPts val="540"/>
              </a:spcBef>
              <a:buClr>
                <a:schemeClr val="accent1"/>
              </a:buClr>
              <a:buFont typeface="Wingdings 2" pitchFamily="18" charset="2"/>
              <a:buChar char=""/>
              <a:defRPr sz="900"/>
            </a:lvl1pPr>
            <a:lvl2pPr marL="260604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•"/>
              <a:defRPr sz="900"/>
            </a:lvl2pPr>
            <a:lvl3pPr marL="390906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3pPr>
            <a:lvl4pPr marL="51435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4pPr>
            <a:lvl5pPr marL="685800" indent="-130302">
              <a:lnSpc>
                <a:spcPct val="95000"/>
              </a:lnSpc>
              <a:spcBef>
                <a:spcPts val="225"/>
              </a:spcBef>
              <a:buClr>
                <a:schemeClr val="accent1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29"/>
          <p:cNvSpPr>
            <a:spLocks noGrp="1"/>
          </p:cNvSpPr>
          <p:nvPr>
            <p:ph type="body" sz="quarter" idx="34"/>
          </p:nvPr>
        </p:nvSpPr>
        <p:spPr>
          <a:xfrm>
            <a:off x="5762431" y="1987175"/>
            <a:ext cx="2794197" cy="320988"/>
          </a:xfrm>
          <a:prstGeom prst="rect">
            <a:avLst/>
          </a:prstGeom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Slide Number Placeholder 9"/>
          <p:cNvSpPr>
            <a:spLocks noGrp="1"/>
          </p:cNvSpPr>
          <p:nvPr>
            <p:ph type="sldNum" sz="quarter" idx="35"/>
          </p:nvPr>
        </p:nvSpPr>
        <p:spPr/>
        <p:txBody>
          <a:bodyPr/>
          <a:lstStyle>
            <a:lvl1pPr>
              <a:defRPr/>
            </a:lvl1pPr>
          </a:lstStyle>
          <a:p>
            <a:fld id="{E70D8206-912D-3041-8A60-C5747B4B98E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4" name="Footer Placeholder 23"/>
          <p:cNvSpPr>
            <a:spLocks noGrp="1"/>
          </p:cNvSpPr>
          <p:nvPr>
            <p:ph type="ftr" sz="quarter" idx="36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18008978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Workstreams and outcom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entagon 32"/>
          <p:cNvSpPr/>
          <p:nvPr userDrawn="1"/>
        </p:nvSpPr>
        <p:spPr bwMode="auto">
          <a:xfrm>
            <a:off x="5507039" y="1755775"/>
            <a:ext cx="679450" cy="4343400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anchor="ctr"/>
          <a:lstStyle/>
          <a:p>
            <a:pPr indent="-88106" eaLnBrk="0" hangingPunct="0">
              <a:lnSpc>
                <a:spcPct val="95000"/>
              </a:lnSpc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6" name="Text Placeholder 2"/>
          <p:cNvSpPr>
            <a:spLocks noGrp="1"/>
          </p:cNvSpPr>
          <p:nvPr>
            <p:ph type="body" idx="38"/>
          </p:nvPr>
        </p:nvSpPr>
        <p:spPr>
          <a:xfrm>
            <a:off x="2993735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39"/>
          </p:nvPr>
        </p:nvSpPr>
        <p:spPr>
          <a:xfrm>
            <a:off x="477838" y="1290639"/>
            <a:ext cx="2377440" cy="48085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/>
          <p:cNvSpPr>
            <a:spLocks noGrp="1"/>
          </p:cNvSpPr>
          <p:nvPr>
            <p:ph type="body" idx="15"/>
          </p:nvPr>
        </p:nvSpPr>
        <p:spPr>
          <a:xfrm>
            <a:off x="2993735" y="1290638"/>
            <a:ext cx="2377440" cy="380392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22"/>
          </p:nvPr>
        </p:nvSpPr>
        <p:spPr>
          <a:xfrm>
            <a:off x="6300383" y="1290638"/>
            <a:ext cx="2377440" cy="380392"/>
          </a:xfrm>
          <a:prstGeom prst="rect">
            <a:avLst/>
          </a:prstGeom>
          <a:solidFill>
            <a:schemeClr val="accent1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/>
          <p:cNvSpPr>
            <a:spLocks noGrp="1"/>
          </p:cNvSpPr>
          <p:nvPr>
            <p:ph type="body" idx="30"/>
          </p:nvPr>
        </p:nvSpPr>
        <p:spPr>
          <a:xfrm>
            <a:off x="477838" y="1290638"/>
            <a:ext cx="2377440" cy="380392"/>
          </a:xfrm>
          <a:prstGeom prst="rect">
            <a:avLst/>
          </a:prstGeom>
          <a:solidFill>
            <a:srgbClr val="4D4D4D"/>
          </a:solidFill>
          <a:ln w="6350" cmpd="sng">
            <a:solidFill>
              <a:srgbClr val="C0C0C0"/>
            </a:solidFill>
            <a:prstDash val="solid"/>
          </a:ln>
        </p:spPr>
        <p:txBody>
          <a:bodyPr lIns="91440" rIns="91440" anchor="ctr"/>
          <a:lstStyle>
            <a:lvl1pPr marL="0" indent="0" algn="ctr">
              <a:buNone/>
              <a:defRPr sz="825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9"/>
          <p:cNvSpPr>
            <a:spLocks noGrp="1"/>
          </p:cNvSpPr>
          <p:nvPr>
            <p:ph type="body" sz="quarter" idx="40"/>
          </p:nvPr>
        </p:nvSpPr>
        <p:spPr>
          <a:xfrm>
            <a:off x="569278" y="173126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0" rIns="45720" bIns="0" anchor="ctr" anchorCtr="0"/>
          <a:lstStyle>
            <a:lvl1pPr marL="0" indent="-89154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9"/>
          <p:cNvSpPr>
            <a:spLocks noGrp="1"/>
          </p:cNvSpPr>
          <p:nvPr>
            <p:ph type="body" sz="quarter" idx="41"/>
          </p:nvPr>
        </p:nvSpPr>
        <p:spPr>
          <a:xfrm>
            <a:off x="569278" y="235712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9"/>
          <p:cNvSpPr>
            <a:spLocks noGrp="1"/>
          </p:cNvSpPr>
          <p:nvPr>
            <p:ph type="body" sz="quarter" idx="42"/>
          </p:nvPr>
        </p:nvSpPr>
        <p:spPr>
          <a:xfrm>
            <a:off x="569278" y="2982976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69278" y="3608832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9"/>
          <p:cNvSpPr>
            <a:spLocks noGrp="1"/>
          </p:cNvSpPr>
          <p:nvPr>
            <p:ph type="body" sz="quarter" idx="44"/>
          </p:nvPr>
        </p:nvSpPr>
        <p:spPr>
          <a:xfrm>
            <a:off x="569278" y="4234688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9"/>
          <p:cNvSpPr>
            <a:spLocks noGrp="1"/>
          </p:cNvSpPr>
          <p:nvPr>
            <p:ph type="body" sz="quarter" idx="45"/>
          </p:nvPr>
        </p:nvSpPr>
        <p:spPr>
          <a:xfrm>
            <a:off x="569278" y="5486400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46"/>
          </p:nvPr>
        </p:nvSpPr>
        <p:spPr>
          <a:xfrm>
            <a:off x="569278" y="4860544"/>
            <a:ext cx="2194560" cy="521208"/>
          </a:xfrm>
          <a:prstGeom prst="flowChartAlternateProcess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9"/>
          <p:cNvSpPr>
            <a:spLocks noGrp="1"/>
          </p:cNvSpPr>
          <p:nvPr>
            <p:ph type="body" sz="quarter" idx="47"/>
          </p:nvPr>
        </p:nvSpPr>
        <p:spPr>
          <a:xfrm>
            <a:off x="3085175" y="174345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9"/>
          <p:cNvSpPr>
            <a:spLocks noGrp="1"/>
          </p:cNvSpPr>
          <p:nvPr>
            <p:ph type="body" sz="quarter" idx="48"/>
          </p:nvPr>
        </p:nvSpPr>
        <p:spPr>
          <a:xfrm>
            <a:off x="3085175" y="236931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49"/>
          </p:nvPr>
        </p:nvSpPr>
        <p:spPr>
          <a:xfrm>
            <a:off x="3085175" y="2995168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/>
          <p:cNvSpPr>
            <a:spLocks noGrp="1"/>
          </p:cNvSpPr>
          <p:nvPr>
            <p:ph type="body" sz="quarter" idx="50"/>
          </p:nvPr>
        </p:nvSpPr>
        <p:spPr>
          <a:xfrm>
            <a:off x="3085175" y="3621024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19"/>
          <p:cNvSpPr>
            <a:spLocks noGrp="1"/>
          </p:cNvSpPr>
          <p:nvPr>
            <p:ph type="body" sz="quarter" idx="51"/>
          </p:nvPr>
        </p:nvSpPr>
        <p:spPr>
          <a:xfrm>
            <a:off x="3085175" y="4246880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9"/>
          <p:cNvSpPr>
            <a:spLocks noGrp="1"/>
          </p:cNvSpPr>
          <p:nvPr>
            <p:ph type="body" sz="quarter" idx="52"/>
          </p:nvPr>
        </p:nvSpPr>
        <p:spPr>
          <a:xfrm>
            <a:off x="3085175" y="5498592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19"/>
          <p:cNvSpPr>
            <a:spLocks noGrp="1"/>
          </p:cNvSpPr>
          <p:nvPr>
            <p:ph type="body" sz="quarter" idx="53"/>
          </p:nvPr>
        </p:nvSpPr>
        <p:spPr>
          <a:xfrm>
            <a:off x="3085175" y="4872736"/>
            <a:ext cx="219456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19"/>
          <p:cNvSpPr>
            <a:spLocks noGrp="1"/>
          </p:cNvSpPr>
          <p:nvPr>
            <p:ph type="body" sz="quarter" idx="54"/>
          </p:nvPr>
        </p:nvSpPr>
        <p:spPr>
          <a:xfrm>
            <a:off x="6300383" y="174345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19"/>
          <p:cNvSpPr>
            <a:spLocks noGrp="1"/>
          </p:cNvSpPr>
          <p:nvPr>
            <p:ph type="body" sz="quarter" idx="55"/>
          </p:nvPr>
        </p:nvSpPr>
        <p:spPr>
          <a:xfrm>
            <a:off x="6300383" y="236931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9"/>
          <p:cNvSpPr>
            <a:spLocks noGrp="1"/>
          </p:cNvSpPr>
          <p:nvPr>
            <p:ph type="body" sz="quarter" idx="56"/>
          </p:nvPr>
        </p:nvSpPr>
        <p:spPr>
          <a:xfrm>
            <a:off x="6300383" y="2995168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9"/>
          <p:cNvSpPr>
            <a:spLocks noGrp="1"/>
          </p:cNvSpPr>
          <p:nvPr>
            <p:ph type="body" sz="quarter" idx="57"/>
          </p:nvPr>
        </p:nvSpPr>
        <p:spPr>
          <a:xfrm>
            <a:off x="6300383" y="3621024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9"/>
          <p:cNvSpPr>
            <a:spLocks noGrp="1"/>
          </p:cNvSpPr>
          <p:nvPr>
            <p:ph type="body" sz="quarter" idx="58"/>
          </p:nvPr>
        </p:nvSpPr>
        <p:spPr>
          <a:xfrm>
            <a:off x="6300383" y="4246880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9"/>
          <p:cNvSpPr>
            <a:spLocks noGrp="1"/>
          </p:cNvSpPr>
          <p:nvPr>
            <p:ph type="body" sz="quarter" idx="59"/>
          </p:nvPr>
        </p:nvSpPr>
        <p:spPr>
          <a:xfrm>
            <a:off x="6300383" y="5498592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9"/>
          <p:cNvSpPr>
            <a:spLocks noGrp="1"/>
          </p:cNvSpPr>
          <p:nvPr>
            <p:ph type="body" sz="quarter" idx="60"/>
          </p:nvPr>
        </p:nvSpPr>
        <p:spPr>
          <a:xfrm>
            <a:off x="6300383" y="4872736"/>
            <a:ext cx="2377440" cy="521208"/>
          </a:xfrm>
          <a:prstGeom prst="rect">
            <a:avLst/>
          </a:prstGeom>
          <a:solidFill>
            <a:srgbClr val="FFFFFF"/>
          </a:solidFill>
          <a:ln>
            <a:solidFill>
              <a:srgbClr val="C0C0C0"/>
            </a:solidFill>
          </a:ln>
        </p:spPr>
        <p:txBody>
          <a:bodyPr lIns="45720" tIns="45720" rIns="45720" bIns="45720" anchor="ctr" anchorCtr="0"/>
          <a:lstStyle>
            <a:lvl1pPr marL="89154" indent="-89154">
              <a:lnSpc>
                <a:spcPct val="95000"/>
              </a:lnSpc>
              <a:spcBef>
                <a:spcPts val="150"/>
              </a:spcBef>
              <a:buClr>
                <a:srgbClr val="B01C2E"/>
              </a:buClr>
              <a:buFont typeface="Wingdings 2" pitchFamily="18" charset="2"/>
              <a:buChar char=""/>
              <a:defRPr sz="825" baseline="0">
                <a:solidFill>
                  <a:schemeClr val="tx1"/>
                </a:solidFill>
              </a:defRPr>
            </a:lvl1pPr>
            <a:lvl2pPr marL="89154" indent="0">
              <a:spcBef>
                <a:spcPts val="225"/>
              </a:spcBef>
              <a:buNone/>
              <a:defRPr sz="900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4" name="Slide Number Placeholder 9"/>
          <p:cNvSpPr>
            <a:spLocks noGrp="1"/>
          </p:cNvSpPr>
          <p:nvPr>
            <p:ph type="sldNum" sz="quarter" idx="61"/>
          </p:nvPr>
        </p:nvSpPr>
        <p:spPr/>
        <p:txBody>
          <a:bodyPr/>
          <a:lstStyle>
            <a:lvl1pPr>
              <a:defRPr/>
            </a:lvl1pPr>
          </a:lstStyle>
          <a:p>
            <a:fld id="{250D9D91-D592-1043-AF8D-0FC015913F1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5" name="Footer Placeholder 33"/>
          <p:cNvSpPr>
            <a:spLocks noGrp="1"/>
          </p:cNvSpPr>
          <p:nvPr>
            <p:ph type="ftr" sz="quarter" idx="6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01265806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Blocks - Elements Leading 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entagon 14"/>
          <p:cNvSpPr/>
          <p:nvPr userDrawn="1"/>
        </p:nvSpPr>
        <p:spPr bwMode="auto">
          <a:xfrm>
            <a:off x="5349876" y="1497015"/>
            <a:ext cx="679450" cy="4352925"/>
          </a:xfrm>
          <a:prstGeom prst="homePlate">
            <a:avLst>
              <a:gd name="adj" fmla="val 98835"/>
            </a:avLst>
          </a:prstGeom>
          <a:gradFill flip="none" rotWithShape="1">
            <a:gsLst>
              <a:gs pos="100000">
                <a:schemeClr val="bg1">
                  <a:lumMod val="65000"/>
                </a:schemeClr>
              </a:gs>
              <a:gs pos="0">
                <a:schemeClr val="bg1">
                  <a:lumMod val="85000"/>
                </a:schemeClr>
              </a:gs>
            </a:gsLst>
            <a:lin ang="0" scaled="1"/>
            <a:tileRect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1"/>
          </p:nvPr>
        </p:nvSpPr>
        <p:spPr>
          <a:xfrm rot="5400000">
            <a:off x="7082028" y="330708"/>
            <a:ext cx="640080" cy="2569464"/>
          </a:xfrm>
          <a:prstGeom prst="homePlate">
            <a:avLst>
              <a:gd name="adj" fmla="val 32482"/>
            </a:avLst>
          </a:prstGeom>
          <a:solidFill>
            <a:srgbClr val="B01C2E"/>
          </a:solidFill>
        </p:spPr>
        <p:txBody>
          <a:bodyPr vert="vert270" anchor="ctr"/>
          <a:lstStyle>
            <a:lvl1pPr marL="0" indent="0" algn="ctr">
              <a:lnSpc>
                <a:spcPts val="105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indent="0" algn="ctr">
              <a:spcBef>
                <a:spcPts val="0"/>
              </a:spcBef>
              <a:buNone/>
              <a:defRPr sz="900" b="1"/>
            </a:lvl2pPr>
            <a:lvl3pPr indent="0" algn="ctr">
              <a:spcBef>
                <a:spcPts val="0"/>
              </a:spcBef>
              <a:buNone/>
              <a:defRPr sz="900" b="1"/>
            </a:lvl3pPr>
            <a:lvl4pPr indent="0" algn="ctr">
              <a:spcBef>
                <a:spcPts val="0"/>
              </a:spcBef>
              <a:buNone/>
              <a:defRPr sz="900" b="1"/>
            </a:lvl4pPr>
            <a:lvl5pPr indent="0" algn="ctr">
              <a:spcBef>
                <a:spcPts val="0"/>
              </a:spcBef>
              <a:buNone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6117336" y="1981200"/>
            <a:ext cx="2569464" cy="4114800"/>
          </a:xfrm>
          <a:prstGeom prst="rect">
            <a:avLst/>
          </a:prstGeom>
          <a:noFill/>
          <a:ln>
            <a:solidFill>
              <a:srgbClr val="C0C0C0"/>
            </a:solidFill>
          </a:ln>
        </p:spPr>
        <p:txBody>
          <a:bodyPr wrap="square" lIns="91440" anchor="t" anchorCtr="0">
            <a:noAutofit/>
          </a:bodyPr>
          <a:lstStyle>
            <a:lvl1pPr marL="175022" indent="-17502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="1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="1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 b="1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="1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3810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22"/>
          </p:nvPr>
        </p:nvSpPr>
        <p:spPr>
          <a:xfrm>
            <a:off x="3810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3"/>
          </p:nvPr>
        </p:nvSpPr>
        <p:spPr>
          <a:xfrm>
            <a:off x="3810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24"/>
          </p:nvPr>
        </p:nvSpPr>
        <p:spPr>
          <a:xfrm>
            <a:off x="20574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25"/>
          </p:nvPr>
        </p:nvSpPr>
        <p:spPr>
          <a:xfrm>
            <a:off x="20574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Content Placeholder 3"/>
          <p:cNvSpPr>
            <a:spLocks noGrp="1"/>
          </p:cNvSpPr>
          <p:nvPr>
            <p:ph sz="half" idx="26"/>
          </p:nvPr>
        </p:nvSpPr>
        <p:spPr>
          <a:xfrm>
            <a:off x="20574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3"/>
          <p:cNvSpPr>
            <a:spLocks noGrp="1"/>
          </p:cNvSpPr>
          <p:nvPr>
            <p:ph sz="half" idx="27"/>
          </p:nvPr>
        </p:nvSpPr>
        <p:spPr>
          <a:xfrm>
            <a:off x="3733803" y="1497017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3"/>
          <p:cNvSpPr>
            <a:spLocks noGrp="1"/>
          </p:cNvSpPr>
          <p:nvPr>
            <p:ph sz="half" idx="28"/>
          </p:nvPr>
        </p:nvSpPr>
        <p:spPr>
          <a:xfrm>
            <a:off x="3733803" y="298543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3"/>
          <p:cNvSpPr>
            <a:spLocks noGrp="1"/>
          </p:cNvSpPr>
          <p:nvPr>
            <p:ph sz="half" idx="29"/>
          </p:nvPr>
        </p:nvSpPr>
        <p:spPr>
          <a:xfrm>
            <a:off x="3733803" y="4473859"/>
            <a:ext cx="1513753" cy="1376085"/>
          </a:xfrm>
          <a:prstGeom prst="rect">
            <a:avLst/>
          </a:prstGeom>
          <a:solidFill>
            <a:schemeClr val="bg1"/>
          </a:solidFill>
          <a:ln w="6350">
            <a:solidFill>
              <a:srgbClr val="C0C0C0"/>
            </a:solidFill>
          </a:ln>
        </p:spPr>
        <p:txBody>
          <a:bodyPr lIns="91440" tIns="91440" rIns="91440" bIns="91440" anchor="ctr"/>
          <a:lstStyle>
            <a:lvl1pPr marL="132160" indent="-132160">
              <a:lnSpc>
                <a:spcPct val="95000"/>
              </a:lnSpc>
              <a:spcBef>
                <a:spcPts val="0"/>
              </a:spcBef>
              <a:buClr>
                <a:srgbClr val="B01C2E"/>
              </a:buClr>
              <a:buFont typeface="Wingdings 2" pitchFamily="18" charset="2"/>
              <a:buChar char=""/>
              <a:defRPr sz="900" baseline="0"/>
            </a:lvl1pPr>
            <a:lvl2pPr marL="257175" indent="-125016">
              <a:lnSpc>
                <a:spcPct val="95000"/>
              </a:lnSpc>
              <a:buClr>
                <a:srgbClr val="B01C2E"/>
              </a:buClr>
              <a:buSzPct val="125000"/>
              <a:buFont typeface="Arial" pitchFamily="34" charset="0"/>
              <a:buChar char="–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buClr>
                <a:srgbClr val="B01C2E"/>
              </a:buClr>
              <a:defRPr sz="900"/>
            </a:lvl4pPr>
            <a:lvl5pPr marL="685800" indent="-125016">
              <a:defRPr sz="9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Slide Number Placehold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/>
            </a:lvl1pPr>
          </a:lstStyle>
          <a:p>
            <a:fld id="{09CF501B-85A3-0748-9525-578425C4928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3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5981047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Text Blocks - Sequ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Elbow Connector 24"/>
          <p:cNvCxnSpPr>
            <a:cxnSpLocks noChangeShapeType="1"/>
          </p:cNvCxnSpPr>
          <p:nvPr userDrawn="1"/>
        </p:nvCxnSpPr>
        <p:spPr bwMode="auto">
          <a:xfrm rot="16200000" flipH="1">
            <a:off x="909638" y="2395538"/>
            <a:ext cx="768350" cy="6381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Elbow Connector 28"/>
          <p:cNvCxnSpPr>
            <a:cxnSpLocks noChangeShapeType="1"/>
          </p:cNvCxnSpPr>
          <p:nvPr userDrawn="1"/>
        </p:nvCxnSpPr>
        <p:spPr bwMode="auto">
          <a:xfrm rot="16200000" flipH="1">
            <a:off x="2066926" y="3590927"/>
            <a:ext cx="752475" cy="625475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Elbow Connector 39"/>
          <p:cNvCxnSpPr>
            <a:cxnSpLocks noChangeShapeType="1"/>
          </p:cNvCxnSpPr>
          <p:nvPr userDrawn="1"/>
        </p:nvCxnSpPr>
        <p:spPr bwMode="auto">
          <a:xfrm rot="16200000" flipH="1">
            <a:off x="3234532" y="4814095"/>
            <a:ext cx="698500" cy="595313"/>
          </a:xfrm>
          <a:prstGeom prst="bentConnector2">
            <a:avLst/>
          </a:prstGeom>
          <a:noFill/>
          <a:ln w="12700">
            <a:solidFill>
              <a:srgbClr val="4D4D4D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" name="Content Placeholder 3"/>
          <p:cNvSpPr>
            <a:spLocks noGrp="1"/>
          </p:cNvSpPr>
          <p:nvPr>
            <p:ph sz="half" idx="17"/>
          </p:nvPr>
        </p:nvSpPr>
        <p:spPr>
          <a:xfrm>
            <a:off x="3881706" y="4986243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Content Placeholder 3"/>
          <p:cNvSpPr>
            <a:spLocks noGrp="1"/>
          </p:cNvSpPr>
          <p:nvPr>
            <p:ph sz="half" idx="14"/>
          </p:nvPr>
        </p:nvSpPr>
        <p:spPr>
          <a:xfrm>
            <a:off x="479117" y="1441358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5"/>
          </p:nvPr>
        </p:nvSpPr>
        <p:spPr>
          <a:xfrm>
            <a:off x="1612733" y="2622986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6"/>
          </p:nvPr>
        </p:nvSpPr>
        <p:spPr>
          <a:xfrm>
            <a:off x="2755736" y="3804614"/>
            <a:ext cx="4809859" cy="950976"/>
          </a:xfrm>
          <a:prstGeom prst="rect">
            <a:avLst/>
          </a:prstGeom>
          <a:solidFill>
            <a:schemeClr val="bg1"/>
          </a:solidFill>
          <a:ln w="12700">
            <a:solidFill>
              <a:schemeClr val="accent1"/>
            </a:solidFill>
          </a:ln>
        </p:spPr>
        <p:txBody>
          <a:bodyPr lIns="137160" tIns="137160" rIns="137160" bIns="137160" anchor="ctr"/>
          <a:lstStyle>
            <a:lvl1pPr marL="132160" marR="0" indent="-132160" algn="l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B01C2E"/>
              </a:buClr>
              <a:buSzTx/>
              <a:buFont typeface="Wingdings 2" pitchFamily="18" charset="2"/>
              <a:buChar char=""/>
              <a:tabLst/>
              <a:defRPr sz="900"/>
            </a:lvl1pPr>
            <a:lvl2pPr marL="257175" indent="-125016">
              <a:buClr>
                <a:srgbClr val="B01C2E"/>
              </a:buClr>
              <a:buSzPct val="125000"/>
              <a:defRPr sz="900"/>
            </a:lvl2pPr>
            <a:lvl3pPr marL="389335" indent="-13216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2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/>
            </a:lvl1pPr>
          </a:lstStyle>
          <a:p>
            <a:fld id="{0C10D6D8-3B97-854D-B9A2-DD1E2B17F6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3"/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4916695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uide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arallelogram 6"/>
          <p:cNvSpPr/>
          <p:nvPr userDrawn="1"/>
        </p:nvSpPr>
        <p:spPr bwMode="auto">
          <a:xfrm>
            <a:off x="712789" y="1782765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8" name="Parallelogram 7"/>
          <p:cNvSpPr/>
          <p:nvPr userDrawn="1"/>
        </p:nvSpPr>
        <p:spPr bwMode="auto">
          <a:xfrm>
            <a:off x="712789" y="5300665"/>
            <a:ext cx="7969250" cy="530225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4" name="Parallelogram 13"/>
          <p:cNvSpPr/>
          <p:nvPr userDrawn="1"/>
        </p:nvSpPr>
        <p:spPr bwMode="auto">
          <a:xfrm>
            <a:off x="712789" y="4129090"/>
            <a:ext cx="7969250" cy="528637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15" name="Parallelogram 14"/>
          <p:cNvSpPr/>
          <p:nvPr userDrawn="1"/>
        </p:nvSpPr>
        <p:spPr bwMode="auto">
          <a:xfrm>
            <a:off x="712789" y="2955925"/>
            <a:ext cx="7969250" cy="528638"/>
          </a:xfrm>
          <a:prstGeom prst="parallelogram">
            <a:avLst>
              <a:gd name="adj" fmla="val 135335"/>
            </a:avLst>
          </a:prstGeom>
          <a:gradFill>
            <a:gsLst>
              <a:gs pos="100000">
                <a:srgbClr val="666666"/>
              </a:gs>
              <a:gs pos="0">
                <a:schemeClr val="bg1">
                  <a:lumMod val="85000"/>
                </a:schemeClr>
              </a:gs>
            </a:gsLst>
            <a:lin ang="54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0" hangingPunct="0">
              <a:defRPr/>
            </a:pPr>
            <a:endParaRPr lang="en-US" sz="1350">
              <a:latin typeface="Arial" charset="0"/>
              <a:ea typeface="+mn-ea"/>
            </a:endParaRPr>
          </a:p>
        </p:txBody>
      </p:sp>
      <p:sp>
        <p:nvSpPr>
          <p:cNvPr id="9" name="Content Placeholder 3"/>
          <p:cNvSpPr>
            <a:spLocks noGrp="1"/>
          </p:cNvSpPr>
          <p:nvPr>
            <p:ph sz="half" idx="12"/>
          </p:nvPr>
        </p:nvSpPr>
        <p:spPr>
          <a:xfrm>
            <a:off x="708691" y="1501649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/>
          <p:cNvSpPr>
            <a:spLocks noGrp="1"/>
          </p:cNvSpPr>
          <p:nvPr>
            <p:ph sz="half" idx="13"/>
          </p:nvPr>
        </p:nvSpPr>
        <p:spPr>
          <a:xfrm>
            <a:off x="708691" y="5019704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marR="0" indent="-13216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/>
          </p:nvPr>
        </p:nvSpPr>
        <p:spPr>
          <a:xfrm>
            <a:off x="708691" y="3847017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/>
          </p:nvPr>
        </p:nvSpPr>
        <p:spPr>
          <a:xfrm>
            <a:off x="708691" y="2674336"/>
            <a:ext cx="7450574" cy="789371"/>
          </a:xfrm>
          <a:prstGeom prst="parallelogram">
            <a:avLst/>
          </a:prstGeom>
          <a:solidFill>
            <a:schemeClr val="accent1"/>
          </a:solidFill>
          <a:ln w="6350">
            <a:noFill/>
          </a:ln>
        </p:spPr>
        <p:txBody>
          <a:bodyPr lIns="137160" tIns="137160" rIns="137160" bIns="137160" anchor="ctr"/>
          <a:lstStyle>
            <a:lvl1pPr marL="132160" indent="-132160" algn="ctr">
              <a:buNone/>
              <a:defRPr sz="900" b="1">
                <a:solidFill>
                  <a:schemeClr val="bg1"/>
                </a:solidFill>
              </a:defRPr>
            </a:lvl1pPr>
            <a:lvl2pPr marL="257175" indent="-125016">
              <a:buSzPct val="125000"/>
              <a:defRPr sz="1050"/>
            </a:lvl2pPr>
            <a:lvl3pPr marL="389335" indent="-132160">
              <a:defRPr sz="1050"/>
            </a:lvl3pPr>
            <a:lvl4pPr marL="514350" indent="-125016">
              <a:defRPr sz="1050"/>
            </a:lvl4pPr>
            <a:lvl5pPr marL="685800" indent="-125016"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97E92AD8-7AD1-8240-8596-9839AB315E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4"/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81367468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ases and threads with chevr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Straight Connector 8"/>
          <p:cNvCxnSpPr>
            <a:cxnSpLocks noChangeShapeType="1"/>
          </p:cNvCxnSpPr>
          <p:nvPr userDrawn="1"/>
        </p:nvCxnSpPr>
        <p:spPr bwMode="auto">
          <a:xfrm>
            <a:off x="477838" y="3294065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477838" y="4670425"/>
            <a:ext cx="7988300" cy="1588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>
            <a:off x="477838" y="6046790"/>
            <a:ext cx="7988300" cy="1587"/>
          </a:xfrm>
          <a:prstGeom prst="line">
            <a:avLst/>
          </a:prstGeom>
          <a:noFill/>
          <a:ln w="12700">
            <a:solidFill>
              <a:srgbClr val="A9A9A9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" name="Text Placeholder 12"/>
          <p:cNvSpPr>
            <a:spLocks noGrp="1"/>
          </p:cNvSpPr>
          <p:nvPr>
            <p:ph type="body" sz="quarter" idx="12"/>
          </p:nvPr>
        </p:nvSpPr>
        <p:spPr>
          <a:xfrm>
            <a:off x="1582996" y="1290644"/>
            <a:ext cx="1870718" cy="600507"/>
          </a:xfrm>
          <a:prstGeom prst="homePlate">
            <a:avLst>
              <a:gd name="adj" fmla="val 31973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15"/>
          </p:nvPr>
        </p:nvSpPr>
        <p:spPr>
          <a:xfrm>
            <a:off x="689650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0"/>
          </p:nvPr>
        </p:nvSpPr>
        <p:spPr>
          <a:xfrm>
            <a:off x="5114285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marR="0" indent="0" algn="ctr" defTabSz="6858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332064" y="1290644"/>
            <a:ext cx="1903870" cy="600507"/>
          </a:xfrm>
          <a:prstGeom prst="chevron">
            <a:avLst>
              <a:gd name="adj" fmla="val 31246"/>
            </a:avLst>
          </a:prstGeom>
          <a:solidFill>
            <a:schemeClr val="accent1"/>
          </a:solidFill>
          <a:ln w="6350">
            <a:solidFill>
              <a:srgbClr val="A9A9A9"/>
            </a:solidFill>
          </a:ln>
        </p:spPr>
        <p:txBody>
          <a:bodyPr lIns="91440" tIns="137160" rIns="91440" bIns="137160" anchor="ctr"/>
          <a:lstStyle>
            <a:lvl1pPr marL="0" indent="0" algn="ctr"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900"/>
            </a:lvl2pPr>
            <a:lvl3pPr marL="384572" indent="-128588">
              <a:defRPr sz="900"/>
            </a:lvl3pPr>
            <a:lvl4pPr marL="511969" indent="-127397">
              <a:defRPr sz="900"/>
            </a:lvl4pPr>
            <a:lvl5pPr marL="640556" indent="-128588"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457200" y="2068960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457200" y="343666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457200" y="4802487"/>
            <a:ext cx="1005840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1582996" y="2068960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1582996" y="344150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1582996" y="4807328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33206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333206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333206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5114284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114284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114284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6896505" y="2066925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6896505" y="343947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6896505" y="4805293"/>
            <a:ext cx="1655064" cy="1124712"/>
          </a:xfrm>
          <a:prstGeom prst="rect">
            <a:avLst/>
          </a:prstGeom>
          <a:ln w="6350">
            <a:solidFill>
              <a:srgbClr val="A9A9A9"/>
            </a:solidFill>
          </a:ln>
        </p:spPr>
        <p:txBody>
          <a:bodyPr lIns="45720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Char char=""/>
              <a:defRPr sz="825" baseline="0"/>
            </a:lvl1pPr>
            <a:lvl2pPr marL="255985" indent="-127397">
              <a:buClr>
                <a:srgbClr val="B01C2E"/>
              </a:buClr>
              <a:buFont typeface="Arial" pitchFamily="34" charset="0"/>
              <a:buChar char="•"/>
              <a:defRPr sz="750"/>
            </a:lvl2pPr>
            <a:lvl3pPr marL="384572" indent="-128588">
              <a:buClr>
                <a:srgbClr val="B01C2E"/>
              </a:buClr>
              <a:buFont typeface="Arial" pitchFamily="34" charset="0"/>
              <a:buChar char="–"/>
              <a:defRPr sz="750"/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Slide Number Placeholder 9"/>
          <p:cNvSpPr>
            <a:spLocks noGrp="1"/>
          </p:cNvSpPr>
          <p:nvPr>
            <p:ph type="sldNum" sz="quarter" idx="46"/>
          </p:nvPr>
        </p:nvSpPr>
        <p:spPr/>
        <p:txBody>
          <a:bodyPr/>
          <a:lstStyle>
            <a:lvl1pPr>
              <a:defRPr/>
            </a:lvl1pPr>
          </a:lstStyle>
          <a:p>
            <a:fld id="{BC9105C1-E9DE-DA45-BFF7-4F496C07EBD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6" name="Footer Placeholder 37"/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201514316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entagon 11"/>
          <p:cNvSpPr>
            <a:spLocks noChangeArrowheads="1"/>
          </p:cNvSpPr>
          <p:nvPr userDrawn="1"/>
        </p:nvSpPr>
        <p:spPr bwMode="auto">
          <a:xfrm>
            <a:off x="2151064" y="1277938"/>
            <a:ext cx="6618287" cy="582612"/>
          </a:xfrm>
          <a:prstGeom prst="homePlate">
            <a:avLst>
              <a:gd name="adj" fmla="val 39286"/>
            </a:avLst>
          </a:prstGeom>
          <a:solidFill>
            <a:schemeClr val="accent1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23" name="Straight Connector 9"/>
          <p:cNvCxnSpPr>
            <a:cxnSpLocks noChangeShapeType="1"/>
          </p:cNvCxnSpPr>
          <p:nvPr userDrawn="1"/>
        </p:nvCxnSpPr>
        <p:spPr bwMode="auto">
          <a:xfrm>
            <a:off x="2160589" y="1568450"/>
            <a:ext cx="6608762" cy="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10"/>
          <p:cNvCxnSpPr>
            <a:cxnSpLocks noChangeShapeType="1"/>
          </p:cNvCxnSpPr>
          <p:nvPr userDrawn="1"/>
        </p:nvCxnSpPr>
        <p:spPr bwMode="auto">
          <a:xfrm rot="16200000" flipH="1">
            <a:off x="-167481" y="3604420"/>
            <a:ext cx="4665662" cy="12700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25" name="Group 115"/>
          <p:cNvGrpSpPr>
            <a:grpSpLocks/>
          </p:cNvGrpSpPr>
          <p:nvPr userDrawn="1"/>
        </p:nvGrpSpPr>
        <p:grpSpPr bwMode="auto">
          <a:xfrm>
            <a:off x="2584450" y="1576388"/>
            <a:ext cx="5530850" cy="4367212"/>
            <a:chOff x="2585007" y="1576462"/>
            <a:chExt cx="5530617" cy="4041195"/>
          </a:xfrm>
        </p:grpSpPr>
        <p:cxnSp>
          <p:nvCxnSpPr>
            <p:cNvPr id="42" name="Straight Connector 12"/>
            <p:cNvCxnSpPr>
              <a:cxnSpLocks noChangeShapeType="1"/>
            </p:cNvCxnSpPr>
            <p:nvPr userDrawn="1"/>
          </p:nvCxnSpPr>
          <p:spPr bwMode="auto">
            <a:xfrm rot="5400000">
              <a:off x="564416" y="3597053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6" name="Straight Connector 13"/>
            <p:cNvCxnSpPr>
              <a:cxnSpLocks noChangeShapeType="1"/>
            </p:cNvCxnSpPr>
            <p:nvPr userDrawn="1"/>
          </p:nvCxnSpPr>
          <p:spPr bwMode="auto">
            <a:xfrm rot="5400000">
              <a:off x="1415280" y="359705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8" name="Straight Connector 14"/>
            <p:cNvCxnSpPr>
              <a:cxnSpLocks noChangeShapeType="1"/>
            </p:cNvCxnSpPr>
            <p:nvPr userDrawn="1"/>
          </p:nvCxnSpPr>
          <p:spPr bwMode="auto">
            <a:xfrm rot="5400000">
              <a:off x="989848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Straight Connector 15"/>
            <p:cNvCxnSpPr>
              <a:cxnSpLocks noChangeShapeType="1"/>
            </p:cNvCxnSpPr>
            <p:nvPr userDrawn="1"/>
          </p:nvCxnSpPr>
          <p:spPr bwMode="auto">
            <a:xfrm rot="5400000">
              <a:off x="2266144" y="3597056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Straight Connector 16"/>
            <p:cNvCxnSpPr>
              <a:cxnSpLocks noChangeShapeType="1"/>
            </p:cNvCxnSpPr>
            <p:nvPr userDrawn="1"/>
          </p:nvCxnSpPr>
          <p:spPr bwMode="auto">
            <a:xfrm rot="5400000">
              <a:off x="1840712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Straight Connector 17"/>
            <p:cNvCxnSpPr>
              <a:cxnSpLocks noChangeShapeType="1"/>
            </p:cNvCxnSpPr>
            <p:nvPr userDrawn="1"/>
          </p:nvCxnSpPr>
          <p:spPr bwMode="auto">
            <a:xfrm rot="5400000">
              <a:off x="3117008" y="3597058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Straight Connector 18"/>
            <p:cNvCxnSpPr>
              <a:cxnSpLocks noChangeShapeType="1"/>
            </p:cNvCxnSpPr>
            <p:nvPr userDrawn="1"/>
          </p:nvCxnSpPr>
          <p:spPr bwMode="auto">
            <a:xfrm rot="5400000">
              <a:off x="2691576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Straight Connector 19"/>
            <p:cNvCxnSpPr>
              <a:cxnSpLocks noChangeShapeType="1"/>
            </p:cNvCxnSpPr>
            <p:nvPr userDrawn="1"/>
          </p:nvCxnSpPr>
          <p:spPr bwMode="auto">
            <a:xfrm rot="5400000">
              <a:off x="3967872" y="3597059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Straight Connector 20"/>
            <p:cNvCxnSpPr>
              <a:cxnSpLocks noChangeShapeType="1"/>
            </p:cNvCxnSpPr>
            <p:nvPr userDrawn="1"/>
          </p:nvCxnSpPr>
          <p:spPr bwMode="auto">
            <a:xfrm rot="5400000">
              <a:off x="3542440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Straight Connector 21"/>
            <p:cNvCxnSpPr>
              <a:cxnSpLocks noChangeShapeType="1"/>
            </p:cNvCxnSpPr>
            <p:nvPr userDrawn="1"/>
          </p:nvCxnSpPr>
          <p:spPr bwMode="auto">
            <a:xfrm rot="5400000">
              <a:off x="4818736" y="3597061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Straight Connector 22"/>
            <p:cNvCxnSpPr>
              <a:cxnSpLocks noChangeShapeType="1"/>
            </p:cNvCxnSpPr>
            <p:nvPr userDrawn="1"/>
          </p:nvCxnSpPr>
          <p:spPr bwMode="auto">
            <a:xfrm rot="5400000">
              <a:off x="4393304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Straight Connector 23"/>
            <p:cNvCxnSpPr>
              <a:cxnSpLocks noChangeShapeType="1"/>
            </p:cNvCxnSpPr>
            <p:nvPr userDrawn="1"/>
          </p:nvCxnSpPr>
          <p:spPr bwMode="auto">
            <a:xfrm rot="5400000">
              <a:off x="5669600" y="3597062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8" name="Straight Connector 24"/>
            <p:cNvCxnSpPr>
              <a:cxnSpLocks noChangeShapeType="1"/>
            </p:cNvCxnSpPr>
            <p:nvPr userDrawn="1"/>
          </p:nvCxnSpPr>
          <p:spPr bwMode="auto">
            <a:xfrm rot="5400000">
              <a:off x="5244168" y="3597064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9" name="Straight Connector 25"/>
            <p:cNvCxnSpPr>
              <a:cxnSpLocks noChangeShapeType="1"/>
            </p:cNvCxnSpPr>
            <p:nvPr userDrawn="1"/>
          </p:nvCxnSpPr>
          <p:spPr bwMode="auto">
            <a:xfrm rot="5400000">
              <a:off x="6095032" y="3597065"/>
              <a:ext cx="4041183" cy="1"/>
            </a:xfrm>
            <a:prstGeom prst="line">
              <a:avLst/>
            </a:prstGeom>
            <a:noFill/>
            <a:ln w="6350">
              <a:solidFill>
                <a:srgbClr val="A9A9A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60" name="Rectangle 30"/>
          <p:cNvSpPr>
            <a:spLocks noChangeArrowheads="1"/>
          </p:cNvSpPr>
          <p:nvPr userDrawn="1"/>
        </p:nvSpPr>
        <p:spPr bwMode="auto">
          <a:xfrm>
            <a:off x="468313" y="1860550"/>
            <a:ext cx="8069262" cy="4083050"/>
          </a:xfrm>
          <a:prstGeom prst="rect">
            <a:avLst/>
          </a:prstGeom>
          <a:noFill/>
          <a:ln w="12700">
            <a:solidFill>
              <a:srgbClr val="A9A9A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sp>
        <p:nvSpPr>
          <p:cNvPr id="61" name="Rectangle 31"/>
          <p:cNvSpPr>
            <a:spLocks noChangeArrowheads="1"/>
          </p:cNvSpPr>
          <p:nvPr userDrawn="1"/>
        </p:nvSpPr>
        <p:spPr bwMode="auto">
          <a:xfrm>
            <a:off x="468314" y="1277938"/>
            <a:ext cx="1692275" cy="582612"/>
          </a:xfrm>
          <a:prstGeom prst="rect">
            <a:avLst/>
          </a:prstGeom>
          <a:solidFill>
            <a:srgbClr val="4D4D4D"/>
          </a:solidFill>
          <a:ln w="12700">
            <a:solidFill>
              <a:srgbClr val="A9A9A9"/>
            </a:solidFill>
            <a:miter lim="800000"/>
            <a:headEnd/>
            <a:tailEnd/>
          </a:ln>
        </p:spPr>
        <p:txBody>
          <a:bodyPr lIns="102870" tIns="102870" rIns="171450" bIns="102870" anchor="ctr"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ctr">
              <a:lnSpc>
                <a:spcPct val="95000"/>
              </a:lnSpc>
              <a:spcBef>
                <a:spcPct val="50000"/>
              </a:spcBef>
              <a:buClr>
                <a:schemeClr val="accent1"/>
              </a:buClr>
              <a:buFont typeface="Wingdings 2" charset="2"/>
              <a:buNone/>
            </a:pPr>
            <a:endParaRPr lang="en-US" altLang="en-US" sz="1350" b="1">
              <a:solidFill>
                <a:schemeClr val="bg1"/>
              </a:solidFill>
              <a:latin typeface="Arial" charset="0"/>
            </a:endParaRPr>
          </a:p>
        </p:txBody>
      </p:sp>
      <p:cxnSp>
        <p:nvCxnSpPr>
          <p:cNvPr id="62" name="Straight Connector 28"/>
          <p:cNvCxnSpPr>
            <a:cxnSpLocks noChangeShapeType="1"/>
          </p:cNvCxnSpPr>
          <p:nvPr userDrawn="1"/>
        </p:nvCxnSpPr>
        <p:spPr bwMode="auto">
          <a:xfrm>
            <a:off x="473075" y="1277938"/>
            <a:ext cx="1676400" cy="582612"/>
          </a:xfrm>
          <a:prstGeom prst="line">
            <a:avLst/>
          </a:prstGeom>
          <a:noFill/>
          <a:ln w="12700">
            <a:solidFill>
              <a:srgbClr val="A9A9A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6" name="Text Placeholder 12"/>
          <p:cNvSpPr>
            <a:spLocks noGrp="1"/>
          </p:cNvSpPr>
          <p:nvPr>
            <p:ph type="body" sz="quarter" idx="28"/>
          </p:nvPr>
        </p:nvSpPr>
        <p:spPr>
          <a:xfrm>
            <a:off x="2159965" y="1282931"/>
            <a:ext cx="6372290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12"/>
          <p:cNvSpPr>
            <a:spLocks noGrp="1"/>
          </p:cNvSpPr>
          <p:nvPr>
            <p:ph type="body" sz="quarter" idx="31"/>
          </p:nvPr>
        </p:nvSpPr>
        <p:spPr>
          <a:xfrm>
            <a:off x="301612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344159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216517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590645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471802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5143501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3867073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292550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6419929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845406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5568978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599445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7270882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44"/>
          </p:nvPr>
        </p:nvSpPr>
        <p:spPr>
          <a:xfrm>
            <a:off x="7696357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8121834" y="1574557"/>
            <a:ext cx="414746" cy="294737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548056" y="1548247"/>
            <a:ext cx="645582" cy="280554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1401427" y="1278089"/>
            <a:ext cx="645582" cy="561107"/>
          </a:xfrm>
          <a:prstGeom prst="rect">
            <a:avLst/>
          </a:prstGeom>
          <a:ln w="6350">
            <a:noFill/>
          </a:ln>
        </p:spPr>
        <p:txBody>
          <a:bodyPr lIns="0" tIns="0" rIns="0" bIns="0" anchor="ctr"/>
          <a:lstStyle>
            <a:lvl1pPr marL="0" marR="0" indent="0" algn="r" defTabSz="685800" rtl="0" eaLnBrk="1" fontAlgn="auto" latinLnBrk="0" hangingPunct="1">
              <a:lnSpc>
                <a:spcPts val="127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900" b="1">
                <a:solidFill>
                  <a:schemeClr val="bg1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18"/>
          </p:nvPr>
        </p:nvSpPr>
        <p:spPr>
          <a:xfrm>
            <a:off x="533400" y="1905000"/>
            <a:ext cx="1554480" cy="3977640"/>
          </a:xfrm>
          <a:prstGeom prst="rect">
            <a:avLst/>
          </a:prstGeom>
          <a:noFill/>
          <a:ln>
            <a:noFill/>
          </a:ln>
        </p:spPr>
        <p:txBody>
          <a:bodyPr wrap="square" lIns="91440" anchor="t" anchorCtr="0">
            <a:noAutofit/>
          </a:bodyPr>
          <a:lstStyle>
            <a:lvl1pPr marL="130302" indent="-130302" algn="l">
              <a:spcBef>
                <a:spcPts val="150"/>
              </a:spcBef>
              <a:buClr>
                <a:srgbClr val="B01C2E"/>
              </a:buClr>
              <a:buFont typeface="Wingdings" pitchFamily="2" charset="2"/>
              <a:buChar char="§"/>
              <a:defRPr sz="900" baseline="0"/>
            </a:lvl1pPr>
            <a:lvl2pPr marL="253604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•"/>
              <a:tabLst/>
              <a:defRPr sz="900" baseline="0"/>
            </a:lvl2pPr>
            <a:lvl3pPr marL="377190" indent="-129779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 baseline="0"/>
            </a:lvl3pPr>
            <a:lvl4pPr marL="514350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tabLst/>
              <a:defRPr sz="900"/>
            </a:lvl4pPr>
            <a:lvl5pPr marL="637794" indent="-130302">
              <a:spcBef>
                <a:spcPts val="150"/>
              </a:spcBef>
              <a:buClr>
                <a:srgbClr val="B01C2E"/>
              </a:buClr>
              <a:buFont typeface="Arial" pitchFamily="34" charset="0"/>
              <a:buChar char="–"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3" name="Slide Number Placeholder 9"/>
          <p:cNvSpPr>
            <a:spLocks noGrp="1"/>
          </p:cNvSpPr>
          <p:nvPr>
            <p:ph type="sldNum" sz="quarter" idx="48"/>
          </p:nvPr>
        </p:nvSpPr>
        <p:spPr/>
        <p:txBody>
          <a:bodyPr/>
          <a:lstStyle>
            <a:lvl1pPr>
              <a:defRPr/>
            </a:lvl1pPr>
          </a:lstStyle>
          <a:p>
            <a:fld id="{A2AEA599-6C77-BA4A-9F89-7B2425581CA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4" name="Footer Placeholder 47"/>
          <p:cNvSpPr>
            <a:spLocks noGrp="1"/>
          </p:cNvSpPr>
          <p:nvPr>
            <p:ph type="ftr" sz="quarter" idx="49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5198427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nt chart or Timelin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1"/>
          <p:cNvSpPr>
            <a:spLocks noChangeArrowheads="1"/>
          </p:cNvSpPr>
          <p:nvPr userDrawn="1"/>
        </p:nvSpPr>
        <p:spPr bwMode="auto">
          <a:xfrm>
            <a:off x="1555750" y="1828802"/>
            <a:ext cx="7131050" cy="379413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>
              <a:latin typeface="Arial" charset="0"/>
            </a:endParaRPr>
          </a:p>
        </p:txBody>
      </p:sp>
      <p:sp>
        <p:nvSpPr>
          <p:cNvPr id="71" name="Rectangle 13"/>
          <p:cNvSpPr>
            <a:spLocks noChangeArrowheads="1"/>
          </p:cNvSpPr>
          <p:nvPr userDrawn="1"/>
        </p:nvSpPr>
        <p:spPr bwMode="auto">
          <a:xfrm>
            <a:off x="447675" y="2189163"/>
            <a:ext cx="1098550" cy="3287712"/>
          </a:xfrm>
          <a:prstGeom prst="rect">
            <a:avLst/>
          </a:prstGeom>
          <a:solidFill>
            <a:srgbClr val="D9D9D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endParaRPr lang="en-US" altLang="en-US" sz="1350">
              <a:latin typeface="Arial" charset="0"/>
            </a:endParaRPr>
          </a:p>
        </p:txBody>
      </p:sp>
      <p:grpSp>
        <p:nvGrpSpPr>
          <p:cNvPr id="72" name="Group 84"/>
          <p:cNvGrpSpPr>
            <a:grpSpLocks/>
          </p:cNvGrpSpPr>
          <p:nvPr userDrawn="1"/>
        </p:nvGrpSpPr>
        <p:grpSpPr bwMode="auto">
          <a:xfrm>
            <a:off x="442914" y="1819275"/>
            <a:ext cx="8234362" cy="3657600"/>
            <a:chOff x="443344" y="1819866"/>
            <a:chExt cx="8234523" cy="3657600"/>
          </a:xfrm>
        </p:grpSpPr>
        <p:grpSp>
          <p:nvGrpSpPr>
            <p:cNvPr id="73" name="Group 83"/>
            <p:cNvGrpSpPr>
              <a:grpSpLocks/>
            </p:cNvGrpSpPr>
            <p:nvPr userDrawn="1"/>
          </p:nvGrpSpPr>
          <p:grpSpPr bwMode="auto">
            <a:xfrm>
              <a:off x="443344" y="2565862"/>
              <a:ext cx="8229600" cy="2556366"/>
              <a:chOff x="443344" y="2565862"/>
              <a:chExt cx="8229600" cy="2556366"/>
            </a:xfrm>
          </p:grpSpPr>
          <p:cxnSp>
            <p:nvCxnSpPr>
              <p:cNvPr id="87" name="Straight Connector 27"/>
              <p:cNvCxnSpPr>
                <a:cxnSpLocks noChangeShapeType="1"/>
              </p:cNvCxnSpPr>
              <p:nvPr userDrawn="1"/>
            </p:nvCxnSpPr>
            <p:spPr bwMode="auto">
              <a:xfrm>
                <a:off x="443344" y="512064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8" name="Straight Connector 28"/>
              <p:cNvCxnSpPr>
                <a:cxnSpLocks noChangeShapeType="1"/>
              </p:cNvCxnSpPr>
              <p:nvPr userDrawn="1"/>
            </p:nvCxnSpPr>
            <p:spPr bwMode="auto">
              <a:xfrm>
                <a:off x="443344" y="47548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9" name="Straight Connector 29"/>
              <p:cNvCxnSpPr>
                <a:cxnSpLocks noChangeShapeType="1"/>
              </p:cNvCxnSpPr>
              <p:nvPr userDrawn="1"/>
            </p:nvCxnSpPr>
            <p:spPr bwMode="auto">
              <a:xfrm>
                <a:off x="443344" y="438912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0" name="Straight Connector 30"/>
              <p:cNvCxnSpPr>
                <a:cxnSpLocks noChangeShapeType="1"/>
              </p:cNvCxnSpPr>
              <p:nvPr userDrawn="1"/>
            </p:nvCxnSpPr>
            <p:spPr bwMode="auto">
              <a:xfrm>
                <a:off x="443344" y="402890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1" name="Straight Connector 31"/>
              <p:cNvCxnSpPr>
                <a:cxnSpLocks noChangeShapeType="1"/>
              </p:cNvCxnSpPr>
              <p:nvPr userDrawn="1"/>
            </p:nvCxnSpPr>
            <p:spPr bwMode="auto">
              <a:xfrm>
                <a:off x="443344" y="366314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2" name="Straight Connector 32"/>
              <p:cNvCxnSpPr>
                <a:cxnSpLocks noChangeShapeType="1"/>
              </p:cNvCxnSpPr>
              <p:nvPr userDrawn="1"/>
            </p:nvCxnSpPr>
            <p:spPr bwMode="auto">
              <a:xfrm>
                <a:off x="443344" y="3302924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3" name="Straight Connector 33"/>
              <p:cNvCxnSpPr>
                <a:cxnSpLocks noChangeShapeType="1"/>
              </p:cNvCxnSpPr>
              <p:nvPr userDrawn="1"/>
            </p:nvCxnSpPr>
            <p:spPr bwMode="auto">
              <a:xfrm>
                <a:off x="443344" y="2926080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94" name="Straight Connector 34"/>
              <p:cNvCxnSpPr>
                <a:cxnSpLocks noChangeShapeType="1"/>
              </p:cNvCxnSpPr>
              <p:nvPr userDrawn="1"/>
            </p:nvCxnSpPr>
            <p:spPr bwMode="auto">
              <a:xfrm>
                <a:off x="443344" y="2565862"/>
                <a:ext cx="8229600" cy="1588"/>
              </a:xfrm>
              <a:prstGeom prst="line">
                <a:avLst/>
              </a:prstGeom>
              <a:noFill/>
              <a:ln w="6350">
                <a:solidFill>
                  <a:srgbClr val="6666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grpSp>
          <p:nvGrpSpPr>
            <p:cNvPr id="74" name="Group 82"/>
            <p:cNvGrpSpPr>
              <a:grpSpLocks/>
            </p:cNvGrpSpPr>
            <p:nvPr userDrawn="1"/>
          </p:nvGrpSpPr>
          <p:grpSpPr bwMode="auto">
            <a:xfrm>
              <a:off x="2202964" y="1819866"/>
              <a:ext cx="6474903" cy="3657600"/>
              <a:chOff x="2202964" y="1819866"/>
              <a:chExt cx="6474903" cy="3657600"/>
            </a:xfrm>
          </p:grpSpPr>
          <p:cxnSp>
            <p:nvCxnSpPr>
              <p:cNvPr id="75" name="Straight Connector 1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7495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6" name="Straight Connector 17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02229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7" name="Straight Connector 18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166962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79" name="Straight Connector 19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31695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0" name="Straight Connector 20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296428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1" name="Straight Connector 21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3611618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2" name="Straight Connector 22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258950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3" name="Straight Connector 23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4906282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4" name="Straight Connector 24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5553614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5" name="Straight Connector 25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200946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86" name="Straight Connector 26"/>
              <p:cNvCxnSpPr>
                <a:cxnSpLocks noChangeShapeType="1"/>
              </p:cNvCxnSpPr>
              <p:nvPr userDrawn="1"/>
            </p:nvCxnSpPr>
            <p:spPr bwMode="auto">
              <a:xfrm rot="5400000">
                <a:off x="6848273" y="3647872"/>
                <a:ext cx="3657600" cy="1588"/>
              </a:xfrm>
              <a:prstGeom prst="line">
                <a:avLst/>
              </a:prstGeom>
              <a:noFill/>
              <a:ln w="6350">
                <a:solidFill>
                  <a:srgbClr val="A9A9A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95" name="TextBox 36"/>
          <p:cNvSpPr txBox="1">
            <a:spLocks noChangeArrowheads="1"/>
          </p:cNvSpPr>
          <p:nvPr userDrawn="1"/>
        </p:nvSpPr>
        <p:spPr bwMode="auto">
          <a:xfrm>
            <a:off x="512764" y="1566865"/>
            <a:ext cx="884237" cy="180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WEEK NUMBER</a:t>
            </a:r>
          </a:p>
        </p:txBody>
      </p:sp>
      <p:sp>
        <p:nvSpPr>
          <p:cNvPr id="96" name="TextBox 37"/>
          <p:cNvSpPr txBox="1">
            <a:spLocks noChangeArrowheads="1"/>
          </p:cNvSpPr>
          <p:nvPr userDrawn="1"/>
        </p:nvSpPr>
        <p:spPr bwMode="auto">
          <a:xfrm>
            <a:off x="512764" y="1939925"/>
            <a:ext cx="884237" cy="179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/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eaLnBrk="0" hangingPunct="0">
              <a:lnSpc>
                <a:spcPts val="1050"/>
              </a:lnSpc>
              <a:spcBef>
                <a:spcPts val="1125"/>
              </a:spcBef>
              <a:buClr>
                <a:schemeClr val="accent1"/>
              </a:buClr>
              <a:buFont typeface="Wingdings 2" pitchFamily="18" charset="2"/>
              <a:buNone/>
              <a:defRPr/>
            </a:pPr>
            <a:r>
              <a:rPr lang="en-US" sz="600" b="1">
                <a:solidFill>
                  <a:srgbClr val="000000"/>
                </a:solidFill>
                <a:latin typeface="Arial" charset="0"/>
                <a:ea typeface="+mn-ea"/>
              </a:rPr>
              <a:t>STARTS ON</a:t>
            </a:r>
          </a:p>
        </p:txBody>
      </p:sp>
      <p:cxnSp>
        <p:nvCxnSpPr>
          <p:cNvPr id="97" name="Straight Connector 39"/>
          <p:cNvCxnSpPr>
            <a:cxnSpLocks noChangeShapeType="1"/>
          </p:cNvCxnSpPr>
          <p:nvPr userDrawn="1"/>
        </p:nvCxnSpPr>
        <p:spPr bwMode="auto">
          <a:xfrm>
            <a:off x="442913" y="2200275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8" name="Straight Connector 40"/>
          <p:cNvCxnSpPr>
            <a:cxnSpLocks noChangeShapeType="1"/>
          </p:cNvCxnSpPr>
          <p:nvPr userDrawn="1"/>
        </p:nvCxnSpPr>
        <p:spPr bwMode="auto">
          <a:xfrm>
            <a:off x="442913" y="5486400"/>
            <a:ext cx="8229600" cy="1588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9" name="Freeform 40"/>
          <p:cNvSpPr>
            <a:spLocks/>
          </p:cNvSpPr>
          <p:nvPr userDrawn="1"/>
        </p:nvSpPr>
        <p:spPr bwMode="auto">
          <a:xfrm>
            <a:off x="1555751" y="1468440"/>
            <a:ext cx="7102475" cy="4027487"/>
          </a:xfrm>
          <a:custGeom>
            <a:avLst/>
            <a:gdLst>
              <a:gd name="T0" fmla="*/ 0 w 7101191"/>
              <a:gd name="T1" fmla="*/ 4028195 h 4027251"/>
              <a:gd name="T2" fmla="*/ 0 w 7101191"/>
              <a:gd name="T3" fmla="*/ 0 h 4027251"/>
              <a:gd name="T4" fmla="*/ 7106328 w 7101191"/>
              <a:gd name="T5" fmla="*/ 0 h 4027251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7101191" h="4027251">
                <a:moveTo>
                  <a:pt x="0" y="4027251"/>
                </a:moveTo>
                <a:lnTo>
                  <a:pt x="0" y="0"/>
                </a:lnTo>
                <a:lnTo>
                  <a:pt x="7101191" y="0"/>
                </a:lnTo>
              </a:path>
            </a:pathLst>
          </a:custGeom>
          <a:noFill/>
          <a:ln w="19050" cap="flat" cmpd="sng">
            <a:solidFill>
              <a:srgbClr val="666666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cxnSp>
        <p:nvCxnSpPr>
          <p:cNvPr id="100" name="Straight Connector 42"/>
          <p:cNvCxnSpPr>
            <a:cxnSpLocks noChangeShapeType="1"/>
          </p:cNvCxnSpPr>
          <p:nvPr userDrawn="1"/>
        </p:nvCxnSpPr>
        <p:spPr bwMode="auto">
          <a:xfrm>
            <a:off x="1546226" y="1828800"/>
            <a:ext cx="649288" cy="228600"/>
          </a:xfrm>
          <a:prstGeom prst="line">
            <a:avLst/>
          </a:prstGeom>
          <a:noFill/>
          <a:ln w="19050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1546225" y="1835813"/>
            <a:ext cx="645912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203314" y="1835813"/>
            <a:ext cx="64688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2850206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6"/>
          </p:nvPr>
        </p:nvSpPr>
        <p:spPr>
          <a:xfrm>
            <a:off x="3497094" y="1835813"/>
            <a:ext cx="642026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4139118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2"/>
          <p:cNvSpPr>
            <a:spLocks noGrp="1"/>
          </p:cNvSpPr>
          <p:nvPr>
            <p:ph type="body" sz="quarter" idx="38"/>
          </p:nvPr>
        </p:nvSpPr>
        <p:spPr>
          <a:xfrm>
            <a:off x="4795736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5437760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2"/>
          <p:cNvSpPr>
            <a:spLocks noGrp="1"/>
          </p:cNvSpPr>
          <p:nvPr>
            <p:ph type="body" sz="quarter" idx="40"/>
          </p:nvPr>
        </p:nvSpPr>
        <p:spPr>
          <a:xfrm>
            <a:off x="6084651" y="1835813"/>
            <a:ext cx="65175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2"/>
          <p:cNvSpPr>
            <a:spLocks noGrp="1"/>
          </p:cNvSpPr>
          <p:nvPr>
            <p:ph type="body" sz="quarter" idx="41"/>
          </p:nvPr>
        </p:nvSpPr>
        <p:spPr>
          <a:xfrm>
            <a:off x="6731540" y="1835813"/>
            <a:ext cx="646890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2"/>
          <p:cNvSpPr>
            <a:spLocks noGrp="1"/>
          </p:cNvSpPr>
          <p:nvPr>
            <p:ph type="body" sz="quarter" idx="42"/>
          </p:nvPr>
        </p:nvSpPr>
        <p:spPr>
          <a:xfrm>
            <a:off x="7383292" y="1835813"/>
            <a:ext cx="649224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12"/>
          <p:cNvSpPr>
            <a:spLocks noGrp="1"/>
          </p:cNvSpPr>
          <p:nvPr>
            <p:ph type="body" sz="quarter" idx="43"/>
          </p:nvPr>
        </p:nvSpPr>
        <p:spPr>
          <a:xfrm>
            <a:off x="8025320" y="1835813"/>
            <a:ext cx="653169" cy="354728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12"/>
          <p:cNvSpPr>
            <a:spLocks noGrp="1"/>
          </p:cNvSpPr>
          <p:nvPr>
            <p:ph type="body" sz="quarter" idx="45"/>
          </p:nvPr>
        </p:nvSpPr>
        <p:spPr>
          <a:xfrm>
            <a:off x="469240" y="223026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12"/>
          <p:cNvSpPr>
            <a:spLocks noGrp="1"/>
          </p:cNvSpPr>
          <p:nvPr>
            <p:ph type="body" sz="quarter" idx="46"/>
          </p:nvPr>
        </p:nvSpPr>
        <p:spPr>
          <a:xfrm>
            <a:off x="469240" y="259557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12"/>
          <p:cNvSpPr>
            <a:spLocks noGrp="1"/>
          </p:cNvSpPr>
          <p:nvPr>
            <p:ph type="body" sz="quarter" idx="47"/>
          </p:nvPr>
        </p:nvSpPr>
        <p:spPr>
          <a:xfrm>
            <a:off x="469240" y="296088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12"/>
          <p:cNvSpPr>
            <a:spLocks noGrp="1"/>
          </p:cNvSpPr>
          <p:nvPr>
            <p:ph type="body" sz="quarter" idx="48"/>
          </p:nvPr>
        </p:nvSpPr>
        <p:spPr>
          <a:xfrm>
            <a:off x="469240" y="332619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2"/>
          <p:cNvSpPr>
            <a:spLocks noGrp="1"/>
          </p:cNvSpPr>
          <p:nvPr>
            <p:ph type="body" sz="quarter" idx="49"/>
          </p:nvPr>
        </p:nvSpPr>
        <p:spPr>
          <a:xfrm>
            <a:off x="469240" y="369150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Text Placeholder 12"/>
          <p:cNvSpPr>
            <a:spLocks noGrp="1"/>
          </p:cNvSpPr>
          <p:nvPr>
            <p:ph type="body" sz="quarter" idx="50"/>
          </p:nvPr>
        </p:nvSpPr>
        <p:spPr>
          <a:xfrm>
            <a:off x="469240" y="405681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12"/>
          <p:cNvSpPr>
            <a:spLocks noGrp="1"/>
          </p:cNvSpPr>
          <p:nvPr>
            <p:ph type="body" sz="quarter" idx="51"/>
          </p:nvPr>
        </p:nvSpPr>
        <p:spPr>
          <a:xfrm>
            <a:off x="469240" y="5152742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7" name="Text Placeholder 12"/>
          <p:cNvSpPr>
            <a:spLocks noGrp="1"/>
          </p:cNvSpPr>
          <p:nvPr>
            <p:ph type="body" sz="quarter" idx="52"/>
          </p:nvPr>
        </p:nvSpPr>
        <p:spPr>
          <a:xfrm>
            <a:off x="469240" y="442212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12"/>
          <p:cNvSpPr>
            <a:spLocks noGrp="1"/>
          </p:cNvSpPr>
          <p:nvPr>
            <p:ph type="body" sz="quarter" idx="53"/>
          </p:nvPr>
        </p:nvSpPr>
        <p:spPr>
          <a:xfrm>
            <a:off x="469240" y="4787430"/>
            <a:ext cx="1055427" cy="32004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9" name="Text Placeholder 12"/>
          <p:cNvSpPr>
            <a:spLocks noGrp="1"/>
          </p:cNvSpPr>
          <p:nvPr>
            <p:ph type="body" sz="quarter" idx="54"/>
          </p:nvPr>
        </p:nvSpPr>
        <p:spPr>
          <a:xfrm>
            <a:off x="1562267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94301C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0" name="Text Placeholder 12"/>
          <p:cNvSpPr>
            <a:spLocks noGrp="1"/>
          </p:cNvSpPr>
          <p:nvPr>
            <p:ph type="body" sz="quarter" idx="55"/>
          </p:nvPr>
        </p:nvSpPr>
        <p:spPr>
          <a:xfrm>
            <a:off x="220331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Text Placeholder 12"/>
          <p:cNvSpPr>
            <a:spLocks noGrp="1"/>
          </p:cNvSpPr>
          <p:nvPr>
            <p:ph type="body" sz="quarter" idx="56"/>
          </p:nvPr>
        </p:nvSpPr>
        <p:spPr>
          <a:xfrm>
            <a:off x="285020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12"/>
          <p:cNvSpPr>
            <a:spLocks noGrp="1"/>
          </p:cNvSpPr>
          <p:nvPr>
            <p:ph type="body" sz="quarter" idx="57"/>
          </p:nvPr>
        </p:nvSpPr>
        <p:spPr>
          <a:xfrm>
            <a:off x="3497093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3" name="Text Placeholder 12"/>
          <p:cNvSpPr>
            <a:spLocks noGrp="1"/>
          </p:cNvSpPr>
          <p:nvPr>
            <p:ph type="body" sz="quarter" idx="58"/>
          </p:nvPr>
        </p:nvSpPr>
        <p:spPr>
          <a:xfrm>
            <a:off x="41391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12"/>
          <p:cNvSpPr>
            <a:spLocks noGrp="1"/>
          </p:cNvSpPr>
          <p:nvPr>
            <p:ph type="body" sz="quarter" idx="59"/>
          </p:nvPr>
        </p:nvSpPr>
        <p:spPr>
          <a:xfrm>
            <a:off x="4795736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5" name="Text Placeholder 12"/>
          <p:cNvSpPr>
            <a:spLocks noGrp="1"/>
          </p:cNvSpPr>
          <p:nvPr>
            <p:ph type="body" sz="quarter" idx="60"/>
          </p:nvPr>
        </p:nvSpPr>
        <p:spPr>
          <a:xfrm>
            <a:off x="543776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6" name="Text Placeholder 12"/>
          <p:cNvSpPr>
            <a:spLocks noGrp="1"/>
          </p:cNvSpPr>
          <p:nvPr>
            <p:ph type="body" sz="quarter" idx="61"/>
          </p:nvPr>
        </p:nvSpPr>
        <p:spPr>
          <a:xfrm>
            <a:off x="608465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7" name="Text Placeholder 12"/>
          <p:cNvSpPr>
            <a:spLocks noGrp="1"/>
          </p:cNvSpPr>
          <p:nvPr>
            <p:ph type="body" sz="quarter" idx="62"/>
          </p:nvPr>
        </p:nvSpPr>
        <p:spPr>
          <a:xfrm>
            <a:off x="6731540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Text Placeholder 12"/>
          <p:cNvSpPr>
            <a:spLocks noGrp="1"/>
          </p:cNvSpPr>
          <p:nvPr>
            <p:ph type="body" sz="quarter" idx="63"/>
          </p:nvPr>
        </p:nvSpPr>
        <p:spPr>
          <a:xfrm>
            <a:off x="7383292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12"/>
          <p:cNvSpPr>
            <a:spLocks noGrp="1"/>
          </p:cNvSpPr>
          <p:nvPr>
            <p:ph type="body" sz="quarter" idx="64"/>
          </p:nvPr>
        </p:nvSpPr>
        <p:spPr>
          <a:xfrm>
            <a:off x="8025318" y="1531015"/>
            <a:ext cx="649224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B01C2E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9" name="Text Placeholder 178"/>
          <p:cNvSpPr>
            <a:spLocks noGrp="1"/>
          </p:cNvSpPr>
          <p:nvPr>
            <p:ph type="body" sz="quarter" idx="65"/>
          </p:nvPr>
        </p:nvSpPr>
        <p:spPr>
          <a:xfrm>
            <a:off x="1546225" y="232170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0" name="Text Placeholder 178"/>
          <p:cNvSpPr>
            <a:spLocks noGrp="1"/>
          </p:cNvSpPr>
          <p:nvPr>
            <p:ph type="body" sz="quarter" idx="66"/>
          </p:nvPr>
        </p:nvSpPr>
        <p:spPr>
          <a:xfrm>
            <a:off x="1546225" y="268701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1" name="Text Placeholder 178"/>
          <p:cNvSpPr>
            <a:spLocks noGrp="1"/>
          </p:cNvSpPr>
          <p:nvPr>
            <p:ph type="body" sz="quarter" idx="67"/>
          </p:nvPr>
        </p:nvSpPr>
        <p:spPr>
          <a:xfrm>
            <a:off x="1546225" y="305232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2" name="Text Placeholder 178"/>
          <p:cNvSpPr>
            <a:spLocks noGrp="1"/>
          </p:cNvSpPr>
          <p:nvPr>
            <p:ph type="body" sz="quarter" idx="68"/>
          </p:nvPr>
        </p:nvSpPr>
        <p:spPr>
          <a:xfrm>
            <a:off x="1546225" y="3417630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Text Placeholder 178"/>
          <p:cNvSpPr>
            <a:spLocks noGrp="1"/>
          </p:cNvSpPr>
          <p:nvPr>
            <p:ph type="body" sz="quarter" idx="69"/>
          </p:nvPr>
        </p:nvSpPr>
        <p:spPr>
          <a:xfrm>
            <a:off x="1546225" y="3782940"/>
            <a:ext cx="45720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4" name="Text Placeholder 178"/>
          <p:cNvSpPr>
            <a:spLocks noGrp="1"/>
          </p:cNvSpPr>
          <p:nvPr>
            <p:ph type="body" sz="quarter" idx="70"/>
          </p:nvPr>
        </p:nvSpPr>
        <p:spPr>
          <a:xfrm>
            <a:off x="1546225" y="4148250"/>
            <a:ext cx="9144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5" name="Text Placeholder 178"/>
          <p:cNvSpPr>
            <a:spLocks noGrp="1"/>
          </p:cNvSpPr>
          <p:nvPr>
            <p:ph type="body" sz="quarter" idx="71"/>
          </p:nvPr>
        </p:nvSpPr>
        <p:spPr>
          <a:xfrm>
            <a:off x="1546225" y="4513560"/>
            <a:ext cx="18288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6" name="Text Placeholder 178"/>
          <p:cNvSpPr>
            <a:spLocks noGrp="1"/>
          </p:cNvSpPr>
          <p:nvPr>
            <p:ph type="body" sz="quarter" idx="72"/>
          </p:nvPr>
        </p:nvSpPr>
        <p:spPr>
          <a:xfrm>
            <a:off x="1546225" y="4878870"/>
            <a:ext cx="27432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7" name="Text Placeholder 178"/>
          <p:cNvSpPr>
            <a:spLocks noGrp="1"/>
          </p:cNvSpPr>
          <p:nvPr>
            <p:ph type="body" sz="quarter" idx="73"/>
          </p:nvPr>
        </p:nvSpPr>
        <p:spPr>
          <a:xfrm>
            <a:off x="1546225" y="5244182"/>
            <a:ext cx="3657600" cy="137160"/>
          </a:xfrm>
          <a:prstGeom prst="rect">
            <a:avLst/>
          </a:prstGeom>
          <a:solidFill>
            <a:srgbClr val="B01C2E"/>
          </a:solidFill>
        </p:spPr>
        <p:txBody>
          <a:bodyPr lIns="0" tIns="0" rIns="0" bIns="0" anchor="ctr" anchorCtr="0"/>
          <a:lstStyle>
            <a:lvl1pPr>
              <a:buNone/>
              <a:defRPr sz="45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8" name="Text Placeholder 178"/>
          <p:cNvSpPr>
            <a:spLocks noGrp="1"/>
          </p:cNvSpPr>
          <p:nvPr>
            <p:ph type="body" sz="quarter" idx="74"/>
          </p:nvPr>
        </p:nvSpPr>
        <p:spPr>
          <a:xfrm>
            <a:off x="3436620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Text Placeholder 12"/>
          <p:cNvSpPr>
            <a:spLocks noGrp="1"/>
          </p:cNvSpPr>
          <p:nvPr>
            <p:ph type="body" sz="quarter" idx="76"/>
          </p:nvPr>
        </p:nvSpPr>
        <p:spPr>
          <a:xfrm>
            <a:off x="3048000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1" name="Text Placeholder 178"/>
          <p:cNvSpPr>
            <a:spLocks noGrp="1"/>
          </p:cNvSpPr>
          <p:nvPr>
            <p:ph type="body" sz="quarter" idx="77"/>
          </p:nvPr>
        </p:nvSpPr>
        <p:spPr>
          <a:xfrm>
            <a:off x="5355067" y="5562600"/>
            <a:ext cx="137160" cy="137160"/>
          </a:xfrm>
          <a:prstGeom prst="flowChartExtract">
            <a:avLst/>
          </a:prstGeom>
          <a:solidFill>
            <a:srgbClr val="B01C2E"/>
          </a:solidFill>
          <a:ln>
            <a:solidFill>
              <a:srgbClr val="B01C2E"/>
            </a:solidFill>
          </a:ln>
        </p:spPr>
        <p:txBody>
          <a:bodyPr/>
          <a:lstStyle>
            <a:lvl1pPr>
              <a:buNone/>
              <a:defRPr sz="6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2" name="Text Placeholder 12"/>
          <p:cNvSpPr>
            <a:spLocks noGrp="1"/>
          </p:cNvSpPr>
          <p:nvPr>
            <p:ph type="body" sz="quarter" idx="78"/>
          </p:nvPr>
        </p:nvSpPr>
        <p:spPr>
          <a:xfrm>
            <a:off x="4966447" y="5817472"/>
            <a:ext cx="914400" cy="228600"/>
          </a:xfrm>
          <a:prstGeom prst="rect">
            <a:avLst/>
          </a:prstGeom>
          <a:ln w="6350">
            <a:noFill/>
          </a:ln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75" b="1" cap="all" baseline="0">
                <a:solidFill>
                  <a:srgbClr val="4D4D4D"/>
                </a:solidFill>
              </a:defRPr>
            </a:lvl1pPr>
            <a:lvl2pPr marL="255985" indent="-127397">
              <a:defRPr sz="750"/>
            </a:lvl2pPr>
            <a:lvl3pPr marL="384572" indent="-128588">
              <a:defRPr sz="750"/>
            </a:lvl3pPr>
            <a:lvl4pPr marL="511969" indent="-127397">
              <a:defRPr sz="750"/>
            </a:lvl4pPr>
            <a:lvl5pPr marL="640556" indent="-128588"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1" name="Slide Number Placeholder 9"/>
          <p:cNvSpPr>
            <a:spLocks noGrp="1"/>
          </p:cNvSpPr>
          <p:nvPr>
            <p:ph type="sldNum" sz="quarter" idx="79"/>
          </p:nvPr>
        </p:nvSpPr>
        <p:spPr/>
        <p:txBody>
          <a:bodyPr/>
          <a:lstStyle>
            <a:lvl1pPr>
              <a:defRPr/>
            </a:lvl1pPr>
          </a:lstStyle>
          <a:p>
            <a:fld id="{D003C6ED-C4A5-154D-A951-DFA096D6467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2" name="Footer Placeholder 79"/>
          <p:cNvSpPr>
            <a:spLocks noGrp="1"/>
          </p:cNvSpPr>
          <p:nvPr>
            <p:ph type="ftr" sz="quarter" idx="8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658177242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7"/>
          <p:cNvCxnSpPr>
            <a:cxnSpLocks noChangeShapeType="1"/>
          </p:cNvCxnSpPr>
          <p:nvPr userDrawn="1"/>
        </p:nvCxnSpPr>
        <p:spPr bwMode="auto">
          <a:xfrm>
            <a:off x="1779589" y="5981700"/>
            <a:ext cx="5495925" cy="1588"/>
          </a:xfrm>
          <a:prstGeom prst="line">
            <a:avLst/>
          </a:prstGeom>
          <a:noFill/>
          <a:ln w="9525">
            <a:solidFill>
              <a:srgbClr val="6666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1792288" y="5453937"/>
            <a:ext cx="5486400" cy="474325"/>
          </a:xfrm>
          <a:prstGeom prst="rect">
            <a:avLst/>
          </a:prstGeom>
        </p:spPr>
        <p:txBody>
          <a:bodyPr/>
          <a:lstStyle>
            <a:lvl1pPr algn="l">
              <a:defRPr sz="9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166756"/>
            <a:ext cx="5486400" cy="419268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/>
              <a:t>Drag picture to placeholder or click icon to add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6042020"/>
            <a:ext cx="5486400" cy="31128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50" i="1">
                <a:solidFill>
                  <a:srgbClr val="4D4D4D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/>
          </p:nvPr>
        </p:nvSpPr>
        <p:spPr>
          <a:xfrm>
            <a:off x="769503" y="0"/>
            <a:ext cx="7604994" cy="896112"/>
          </a:xfrm>
          <a:prstGeom prst="rect">
            <a:avLst/>
          </a:prstGeom>
        </p:spPr>
        <p:txBody>
          <a:bodyPr anchor="b"/>
          <a:lstStyle>
            <a:lvl1pPr>
              <a:buNone/>
              <a:defRPr sz="165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14CE4E3-D3DE-AB41-A281-30813EB547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2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3289690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1"/>
          </p:nvPr>
        </p:nvSpPr>
        <p:spPr>
          <a:xfrm>
            <a:off x="452441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/>
          </p:nvPr>
        </p:nvSpPr>
        <p:spPr>
          <a:xfrm>
            <a:off x="452441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452441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7003443" y="14478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5"/>
          </p:nvPr>
        </p:nvSpPr>
        <p:spPr>
          <a:xfrm>
            <a:off x="7003443" y="26670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6"/>
          </p:nvPr>
        </p:nvSpPr>
        <p:spPr>
          <a:xfrm>
            <a:off x="7003443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1"/>
          <p:cNvSpPr>
            <a:spLocks noGrp="1"/>
          </p:cNvSpPr>
          <p:nvPr>
            <p:ph type="body" sz="quarter" idx="17"/>
          </p:nvPr>
        </p:nvSpPr>
        <p:spPr>
          <a:xfrm>
            <a:off x="7003443" y="51054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1"/>
          <p:cNvSpPr>
            <a:spLocks noGrp="1"/>
          </p:cNvSpPr>
          <p:nvPr>
            <p:ph type="body" sz="quarter" idx="18"/>
          </p:nvPr>
        </p:nvSpPr>
        <p:spPr>
          <a:xfrm>
            <a:off x="452441" y="3886200"/>
            <a:ext cx="1688123" cy="914400"/>
          </a:xfrm>
          <a:prstGeom prst="rect">
            <a:avLst/>
          </a:prstGeom>
        </p:spPr>
        <p:txBody>
          <a:bodyPr/>
          <a:lstStyle>
            <a:lvl1pPr>
              <a:buNone/>
              <a:defRPr sz="75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Slide Number Placeholder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/>
            </a:lvl1pPr>
          </a:lstStyle>
          <a:p>
            <a:fld id="{1B28FF10-2575-714D-9D0B-AB6D45C94EA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7" name="Footer Placeholder 12"/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8732757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with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6159380" y="1419225"/>
            <a:ext cx="2532185" cy="4800600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825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825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825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825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825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598768-D1F4-594C-B51E-99B1ED06033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790245233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75052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19B113F-1BA8-CA4E-A6B3-92D1D8C0C88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8482784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ight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1" y="1419225"/>
            <a:ext cx="5111750" cy="4706938"/>
          </a:xfrm>
          <a:prstGeom prst="rect">
            <a:avLst/>
          </a:prstGeom>
        </p:spPr>
        <p:txBody>
          <a:bodyPr/>
          <a:lstStyle>
            <a:lvl1pPr marL="171450" indent="-171450">
              <a:buClr>
                <a:srgbClr val="B01C2E"/>
              </a:buClr>
              <a:buFont typeface="Wingdings 2" pitchFamily="18" charset="2"/>
              <a:buChar char=""/>
              <a:defRPr sz="900"/>
            </a:lvl1pPr>
            <a:lvl2pPr marL="342900" indent="-171450">
              <a:buClr>
                <a:srgbClr val="B01C2E"/>
              </a:buClr>
              <a:buSzPct val="125000"/>
              <a:buFont typeface="Arial" pitchFamily="34" charset="0"/>
              <a:buChar char="•"/>
              <a:defRPr sz="900"/>
            </a:lvl2pPr>
            <a:lvl3pPr marL="514350">
              <a:buClr>
                <a:srgbClr val="B01C2E"/>
              </a:buClr>
              <a:buFont typeface="Arial" pitchFamily="34" charset="0"/>
              <a:buChar char="–"/>
              <a:defRPr sz="900"/>
            </a:lvl3pPr>
            <a:lvl4pPr marL="685800">
              <a:buClr>
                <a:srgbClr val="B01C2E"/>
              </a:buClr>
              <a:buFont typeface="Arial" pitchFamily="34" charset="0"/>
              <a:buChar char="–"/>
              <a:defRPr sz="900"/>
            </a:lvl4pPr>
            <a:lvl5pPr marL="857250">
              <a:buClr>
                <a:srgbClr val="B01C2E"/>
              </a:buClr>
              <a:buFont typeface="Arial" pitchFamily="34" charset="0"/>
              <a:buChar char="–"/>
              <a:defRPr sz="9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/>
          <p:cNvSpPr>
            <a:spLocks noGrp="1"/>
          </p:cNvSpPr>
          <p:nvPr>
            <p:ph type="body" sz="half" idx="2"/>
          </p:nvPr>
        </p:nvSpPr>
        <p:spPr>
          <a:xfrm>
            <a:off x="5773265" y="1419226"/>
            <a:ext cx="2918298" cy="47069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i="1">
                <a:solidFill>
                  <a:srgbClr val="666666"/>
                </a:solidFill>
                <a:latin typeface="Times New Roman" pitchFamily="18" charset="0"/>
                <a:cs typeface="Times New Roman" pitchFamily="18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24011BE-5C53-0E48-93A9-5E9857491FB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7888285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torney B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Line 22"/>
          <p:cNvSpPr>
            <a:spLocks noChangeShapeType="1"/>
          </p:cNvSpPr>
          <p:nvPr/>
        </p:nvSpPr>
        <p:spPr bwMode="auto">
          <a:xfrm>
            <a:off x="2076450" y="2667000"/>
            <a:ext cx="66294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3" name="TextBox 13"/>
          <p:cNvSpPr txBox="1">
            <a:spLocks noChangeArrowheads="1"/>
          </p:cNvSpPr>
          <p:nvPr userDrawn="1"/>
        </p:nvSpPr>
        <p:spPr bwMode="auto">
          <a:xfrm>
            <a:off x="2066925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Specialization</a:t>
            </a:r>
          </a:p>
        </p:txBody>
      </p:sp>
      <p:sp>
        <p:nvSpPr>
          <p:cNvPr id="14" name="TextBox 14"/>
          <p:cNvSpPr txBox="1">
            <a:spLocks noChangeArrowheads="1"/>
          </p:cNvSpPr>
          <p:nvPr userDrawn="1"/>
        </p:nvSpPr>
        <p:spPr bwMode="auto">
          <a:xfrm>
            <a:off x="5505450" y="1108077"/>
            <a:ext cx="3200400" cy="2077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defRPr/>
            </a:pPr>
            <a:r>
              <a:rPr lang="en-US" sz="750" b="1">
                <a:solidFill>
                  <a:srgbClr val="B01C2E"/>
                </a:solidFill>
                <a:latin typeface="Arial" charset="0"/>
                <a:ea typeface="+mn-ea"/>
              </a:rPr>
              <a:t>Education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2067306" y="2743200"/>
            <a:ext cx="6638544" cy="3429000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ts val="900"/>
              </a:lnSpc>
              <a:spcBef>
                <a:spcPts val="0"/>
              </a:spcBef>
              <a:spcAft>
                <a:spcPts val="450"/>
              </a:spcAft>
              <a:buFont typeface="Arial" pitchFamily="34" charset="0"/>
              <a:buChar char=" "/>
              <a:defRPr sz="750" b="0" baseline="0">
                <a:latin typeface="+mn-lt"/>
              </a:defRPr>
            </a:lvl1pPr>
            <a:lvl2pPr marL="0" indent="0">
              <a:lnSpc>
                <a:spcPts val="900"/>
              </a:lnSpc>
              <a:spcBef>
                <a:spcPts val="0"/>
              </a:spcBef>
              <a:spcAft>
                <a:spcPts val="900"/>
              </a:spcAft>
              <a:buFont typeface="Arial" pitchFamily="34" charset="0"/>
              <a:buChar char=" "/>
              <a:defRPr sz="750" b="1" baseline="0">
                <a:solidFill>
                  <a:srgbClr val="666666"/>
                </a:solidFill>
                <a:latin typeface="Arial" pitchFamily="34" charset="0"/>
              </a:defRPr>
            </a:lvl2pPr>
            <a:lvl3pPr marL="171450" indent="-171450">
              <a:buClr>
                <a:srgbClr val="B01C2E"/>
              </a:buClr>
              <a:buFont typeface="Wingdings 2" pitchFamily="18" charset="2"/>
              <a:buChar char="¡"/>
              <a:defRPr sz="750" baseline="0">
                <a:latin typeface="Arial" pitchFamily="34" charset="0"/>
              </a:defRPr>
            </a:lvl3pPr>
            <a:lvl4pPr marL="34290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4pPr>
            <a:lvl5pPr marL="514350" indent="-171450">
              <a:buClr>
                <a:srgbClr val="B01C2E"/>
              </a:buClr>
              <a:buFont typeface="Arial" pitchFamily="34" charset="0"/>
              <a:buChar char="–"/>
              <a:defRPr sz="75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 baseline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455612" y="1108074"/>
            <a:ext cx="1170432" cy="1563624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455615" y="2722996"/>
            <a:ext cx="1525587" cy="55360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ts val="750"/>
              </a:lnSpc>
              <a:buNone/>
              <a:defRPr sz="750" b="0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12"/>
          <p:cNvSpPr>
            <a:spLocks noGrp="1"/>
          </p:cNvSpPr>
          <p:nvPr>
            <p:ph type="body" sz="quarter" idx="37"/>
          </p:nvPr>
        </p:nvSpPr>
        <p:spPr>
          <a:xfrm>
            <a:off x="5505450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12"/>
          <p:cNvSpPr>
            <a:spLocks noGrp="1"/>
          </p:cNvSpPr>
          <p:nvPr>
            <p:ph type="body" sz="quarter" idx="39"/>
          </p:nvPr>
        </p:nvSpPr>
        <p:spPr>
          <a:xfrm>
            <a:off x="2067306" y="2144554"/>
            <a:ext cx="3200400" cy="246888"/>
          </a:xfrm>
          <a:prstGeom prst="rect">
            <a:avLst/>
          </a:prstGeom>
          <a:ln w="6350">
            <a:noFill/>
          </a:ln>
        </p:spPr>
        <p:txBody>
          <a:bodyPr lIns="27432" tIns="45720" rIns="45720" bIns="45720" anchor="t" anchorCtr="0"/>
          <a:lstStyle>
            <a:lvl1pPr marL="128588" indent="-128588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1pPr>
            <a:lvl2pPr marL="89154" indent="-89154">
              <a:buClr>
                <a:srgbClr val="B01C2E"/>
              </a:buClr>
              <a:buFont typeface="Wingdings 2" pitchFamily="18" charset="2"/>
              <a:buNone/>
              <a:defRPr sz="750" b="1" baseline="0">
                <a:solidFill>
                  <a:srgbClr val="B01C2E"/>
                </a:solidFill>
              </a:defRPr>
            </a:lvl2pPr>
            <a:lvl3pPr marL="0" indent="-89154" algn="l" defTabSz="685800" rtl="0" eaLnBrk="1" latinLnBrk="0" hangingPunct="1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Clr>
                <a:srgbClr val="B01C2E"/>
              </a:buClr>
              <a:buFont typeface="Wingdings 2" pitchFamily="18" charset="2"/>
              <a:buNone/>
              <a:defRPr lang="en-US" sz="750" b="1" kern="1200" baseline="0" dirty="0" smtClean="0">
                <a:solidFill>
                  <a:srgbClr val="B01C2E"/>
                </a:solidFill>
                <a:latin typeface="+mn-lt"/>
                <a:ea typeface="+mn-ea"/>
                <a:cs typeface="+mn-cs"/>
              </a:defRPr>
            </a:lvl3pPr>
            <a:lvl4pPr marL="511969" indent="-127397">
              <a:buClr>
                <a:srgbClr val="B01C2E"/>
              </a:buClr>
              <a:defRPr sz="750"/>
            </a:lvl4pPr>
            <a:lvl5pPr marL="640556" indent="-128588">
              <a:buClr>
                <a:srgbClr val="B01C2E"/>
              </a:buClr>
              <a:buFont typeface="Arial" pitchFamily="34" charset="0"/>
              <a:buChar char="–"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16"/>
          <p:cNvSpPr>
            <a:spLocks noGrp="1"/>
          </p:cNvSpPr>
          <p:nvPr>
            <p:ph type="body" sz="quarter" idx="41"/>
          </p:nvPr>
        </p:nvSpPr>
        <p:spPr>
          <a:xfrm>
            <a:off x="2067306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16"/>
          <p:cNvSpPr>
            <a:spLocks noGrp="1"/>
          </p:cNvSpPr>
          <p:nvPr>
            <p:ph type="body" sz="quarter" idx="42"/>
          </p:nvPr>
        </p:nvSpPr>
        <p:spPr>
          <a:xfrm>
            <a:off x="5505450" y="2308860"/>
            <a:ext cx="3200400" cy="347472"/>
          </a:xfrm>
          <a:prstGeom prst="rect">
            <a:avLst/>
          </a:prstGeom>
          <a:ln>
            <a:noFill/>
          </a:ln>
        </p:spPr>
        <p:txBody>
          <a:bodyPr lIns="27432" anchor="t"/>
          <a:lstStyle>
            <a:lvl1pPr marL="0" indent="0" algn="l">
              <a:lnSpc>
                <a:spcPct val="95000"/>
              </a:lnSpc>
              <a:spcBef>
                <a:spcPts val="0"/>
              </a:spcBef>
              <a:spcAft>
                <a:spcPts val="180"/>
              </a:spcAft>
              <a:buNone/>
              <a:defRPr sz="750" b="0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19"/>
          <p:cNvSpPr>
            <a:spLocks noGrp="1"/>
          </p:cNvSpPr>
          <p:nvPr>
            <p:ph type="body" sz="quarter" idx="29"/>
          </p:nvPr>
        </p:nvSpPr>
        <p:spPr>
          <a:xfrm>
            <a:off x="2067306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NSimSun" pitchFamily="49" charset="-122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19"/>
          <p:cNvSpPr>
            <a:spLocks noGrp="1"/>
          </p:cNvSpPr>
          <p:nvPr>
            <p:ph type="body" sz="quarter" idx="43"/>
          </p:nvPr>
        </p:nvSpPr>
        <p:spPr>
          <a:xfrm>
            <a:off x="5505450" y="1295400"/>
            <a:ext cx="32004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27432" tIns="45720" rIns="45720" bIns="45720" anchor="t">
            <a:noAutofit/>
          </a:bodyPr>
          <a:lstStyle>
            <a:lvl1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chemeClr val="accent1"/>
              </a:buClr>
              <a:buFont typeface="Wingdings 2" pitchFamily="18" charset="2"/>
              <a:buChar char=""/>
              <a:defRPr sz="750" baseline="0">
                <a:solidFill>
                  <a:schemeClr val="tx1"/>
                </a:solidFill>
              </a:defRPr>
            </a:lvl1pPr>
            <a:lvl2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Arial" pitchFamily="34" charset="0"/>
              <a:buChar char=" "/>
              <a:defRPr sz="750" baseline="0"/>
            </a:lvl2pPr>
            <a:lvl3pPr marL="89154" indent="-89154">
              <a:lnSpc>
                <a:spcPct val="95000"/>
              </a:lnSpc>
              <a:spcBef>
                <a:spcPts val="0"/>
              </a:spcBef>
              <a:spcAft>
                <a:spcPts val="150"/>
              </a:spcAft>
              <a:buClr>
                <a:srgbClr val="B01C2E"/>
              </a:buClr>
              <a:buFont typeface="Wingdings 2" pitchFamily="18" charset="2"/>
              <a:buChar char="¡"/>
              <a:defRPr sz="750"/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Slide Number Placeholder 9"/>
          <p:cNvSpPr>
            <a:spLocks noGrp="1"/>
          </p:cNvSpPr>
          <p:nvPr>
            <p:ph type="sldNum" sz="quarter" idx="44"/>
          </p:nvPr>
        </p:nvSpPr>
        <p:spPr/>
        <p:txBody>
          <a:bodyPr/>
          <a:lstStyle>
            <a:lvl1pPr>
              <a:defRPr/>
            </a:lvl1pPr>
          </a:lstStyle>
          <a:p>
            <a:fld id="{3D17329F-BDC0-3444-A6CB-5CFB4AFF00F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45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4667172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with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576987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 baseline="0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76985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7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467882" y="1246188"/>
            <a:ext cx="8188325" cy="228600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900" b="1" cap="all" baseline="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2197969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2197967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7"/>
          </p:nvPr>
        </p:nvSpPr>
        <p:spPr>
          <a:xfrm>
            <a:off x="3850124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3850124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buFont typeface="Wingdings 2" pitchFamily="18" charset="2"/>
              <a:buChar char=""/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9"/>
          </p:nvPr>
        </p:nvSpPr>
        <p:spPr>
          <a:xfrm>
            <a:off x="5491888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21"/>
          </p:nvPr>
        </p:nvSpPr>
        <p:spPr>
          <a:xfrm>
            <a:off x="5491886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4" name="Text Placeholder 7"/>
          <p:cNvSpPr>
            <a:spLocks noGrp="1"/>
          </p:cNvSpPr>
          <p:nvPr>
            <p:ph type="body" sz="quarter" idx="22"/>
          </p:nvPr>
        </p:nvSpPr>
        <p:spPr>
          <a:xfrm>
            <a:off x="7144042" y="2982769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Picture Placeholder 9"/>
          <p:cNvSpPr>
            <a:spLocks noGrp="1"/>
          </p:cNvSpPr>
          <p:nvPr>
            <p:ph type="pic" sz="quarter" idx="23"/>
          </p:nvPr>
        </p:nvSpPr>
        <p:spPr>
          <a:xfrm>
            <a:off x="7144042" y="1589235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6" name="Text Placeholder 7"/>
          <p:cNvSpPr>
            <a:spLocks noGrp="1"/>
          </p:cNvSpPr>
          <p:nvPr>
            <p:ph type="body" sz="quarter" idx="24"/>
          </p:nvPr>
        </p:nvSpPr>
        <p:spPr>
          <a:xfrm>
            <a:off x="576987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Picture Placeholder 9"/>
          <p:cNvSpPr>
            <a:spLocks noGrp="1"/>
          </p:cNvSpPr>
          <p:nvPr>
            <p:ph type="pic" sz="quarter" idx="25"/>
          </p:nvPr>
        </p:nvSpPr>
        <p:spPr>
          <a:xfrm>
            <a:off x="576985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18" name="Text Placeholder 7"/>
          <p:cNvSpPr>
            <a:spLocks noGrp="1"/>
          </p:cNvSpPr>
          <p:nvPr>
            <p:ph type="body" sz="quarter" idx="26"/>
          </p:nvPr>
        </p:nvSpPr>
        <p:spPr>
          <a:xfrm>
            <a:off x="2197969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spcBef>
                <a:spcPts val="0"/>
              </a:spcBef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9"/>
          <p:cNvSpPr>
            <a:spLocks noGrp="1"/>
          </p:cNvSpPr>
          <p:nvPr>
            <p:ph type="pic" sz="quarter" idx="27"/>
          </p:nvPr>
        </p:nvSpPr>
        <p:spPr>
          <a:xfrm>
            <a:off x="2197967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sz="quarter" idx="28"/>
          </p:nvPr>
        </p:nvSpPr>
        <p:spPr>
          <a:xfrm>
            <a:off x="3850124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3850124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2" name="Text Placeholder 7"/>
          <p:cNvSpPr>
            <a:spLocks noGrp="1"/>
          </p:cNvSpPr>
          <p:nvPr>
            <p:ph type="body" sz="quarter" idx="30"/>
          </p:nvPr>
        </p:nvSpPr>
        <p:spPr>
          <a:xfrm>
            <a:off x="5491888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9"/>
          <p:cNvSpPr>
            <a:spLocks noGrp="1"/>
          </p:cNvSpPr>
          <p:nvPr>
            <p:ph type="pic" sz="quarter" idx="31"/>
          </p:nvPr>
        </p:nvSpPr>
        <p:spPr>
          <a:xfrm>
            <a:off x="5491886" y="3927188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4" name="Text Placeholder 7"/>
          <p:cNvSpPr>
            <a:spLocks noGrp="1"/>
          </p:cNvSpPr>
          <p:nvPr>
            <p:ph type="body" sz="quarter" idx="32"/>
          </p:nvPr>
        </p:nvSpPr>
        <p:spPr>
          <a:xfrm>
            <a:off x="7144042" y="5320723"/>
            <a:ext cx="1428461" cy="9346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750"/>
              </a:lnSpc>
              <a:buNone/>
              <a:defRPr sz="750" b="1"/>
            </a:lvl1pPr>
            <a:lvl2pPr marL="0" indent="0">
              <a:lnSpc>
                <a:spcPts val="750"/>
              </a:lnSpc>
              <a:buNone/>
              <a:defRPr sz="750" i="1"/>
            </a:lvl2pPr>
            <a:lvl3pPr marL="0" indent="0">
              <a:lnSpc>
                <a:spcPts val="750"/>
              </a:lnSpc>
              <a:buFont typeface="Arial" pitchFamily="34" charset="0"/>
              <a:buNone/>
              <a:defRPr sz="750"/>
            </a:lvl3pPr>
            <a:lvl4pPr marL="0" indent="0">
              <a:lnSpc>
                <a:spcPts val="750"/>
              </a:lnSpc>
              <a:buNone/>
              <a:defRPr sz="750"/>
            </a:lvl4pPr>
            <a:lvl5pPr marL="0" indent="0">
              <a:buNone/>
              <a:defRPr sz="7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5" name="Picture Placeholder 9"/>
          <p:cNvSpPr>
            <a:spLocks noGrp="1"/>
          </p:cNvSpPr>
          <p:nvPr>
            <p:ph type="pic" sz="quarter" idx="33"/>
          </p:nvPr>
        </p:nvSpPr>
        <p:spPr>
          <a:xfrm>
            <a:off x="7144042" y="3962402"/>
            <a:ext cx="1069975" cy="1330325"/>
          </a:xfrm>
          <a:prstGeom prst="rect">
            <a:avLst/>
          </a:prstGeom>
        </p:spPr>
        <p:txBody>
          <a:bodyPr/>
          <a:lstStyle>
            <a:lvl1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 lang="en-US" sz="1200" kern="1200" noProof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</a:lstStyle>
          <a:p>
            <a:pPr lvl="0"/>
            <a:r>
              <a:rPr lang="en-US" noProof="0"/>
              <a:t>Drag picture to placeholder or click icon to add</a:t>
            </a:r>
            <a:endParaRPr lang="en-US" noProof="0" dirty="0"/>
          </a:p>
        </p:txBody>
      </p:sp>
      <p:sp>
        <p:nvSpPr>
          <p:cNvPr id="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7" name="Slide Number Placeholder 9"/>
          <p:cNvSpPr>
            <a:spLocks noGrp="1"/>
          </p:cNvSpPr>
          <p:nvPr>
            <p:ph type="sldNum" sz="quarter" idx="34"/>
          </p:nvPr>
        </p:nvSpPr>
        <p:spPr/>
        <p:txBody>
          <a:bodyPr/>
          <a:lstStyle>
            <a:lvl1pPr>
              <a:defRPr/>
            </a:lvl1pPr>
          </a:lstStyle>
          <a:p>
            <a:fld id="{516D5A61-1BB2-3C40-A809-0A00CE29D5F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8" name="Footer Placeholder 12"/>
          <p:cNvSpPr>
            <a:spLocks noGrp="1"/>
          </p:cNvSpPr>
          <p:nvPr>
            <p:ph type="ftr" sz="quarter" idx="3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7668314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 Team -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441325" y="14398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PARTNERS</a:t>
            </a:r>
          </a:p>
        </p:txBody>
      </p:sp>
      <p:sp>
        <p:nvSpPr>
          <p:cNvPr id="11" name="Line 22"/>
          <p:cNvSpPr>
            <a:spLocks noChangeShapeType="1"/>
          </p:cNvSpPr>
          <p:nvPr/>
        </p:nvSpPr>
        <p:spPr bwMode="auto">
          <a:xfrm>
            <a:off x="438151" y="18970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2" name="Text Box 23"/>
          <p:cNvSpPr txBox="1">
            <a:spLocks noChangeArrowheads="1"/>
          </p:cNvSpPr>
          <p:nvPr/>
        </p:nvSpPr>
        <p:spPr bwMode="auto">
          <a:xfrm>
            <a:off x="441325" y="3268663"/>
            <a:ext cx="8350250" cy="38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0" tIns="0" rIns="0" bIns="0" anchor="b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788" b="1" dirty="0">
                <a:solidFill>
                  <a:srgbClr val="C00000"/>
                </a:solidFill>
                <a:latin typeface="Arial" charset="0"/>
                <a:ea typeface="+mn-ea"/>
                <a:cs typeface="+mn-cs"/>
              </a:rPr>
              <a:t>ASSOCIATES</a:t>
            </a:r>
          </a:p>
        </p:txBody>
      </p:sp>
      <p:sp>
        <p:nvSpPr>
          <p:cNvPr id="13" name="Line 24"/>
          <p:cNvSpPr>
            <a:spLocks noChangeShapeType="1"/>
          </p:cNvSpPr>
          <p:nvPr/>
        </p:nvSpPr>
        <p:spPr bwMode="auto">
          <a:xfrm>
            <a:off x="438151" y="3725863"/>
            <a:ext cx="8353425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28" name="Text Placeholder 27"/>
          <p:cNvSpPr>
            <a:spLocks noGrp="1"/>
          </p:cNvSpPr>
          <p:nvPr>
            <p:ph type="body" sz="quarter" idx="10"/>
          </p:nvPr>
        </p:nvSpPr>
        <p:spPr>
          <a:xfrm>
            <a:off x="260858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1"/>
          <p:cNvSpPr>
            <a:spLocks noGrp="1"/>
          </p:cNvSpPr>
          <p:nvPr>
            <p:ph type="body" sz="quarter" idx="11"/>
          </p:nvPr>
        </p:nvSpPr>
        <p:spPr>
          <a:xfrm>
            <a:off x="477901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2"/>
          </p:nvPr>
        </p:nvSpPr>
        <p:spPr>
          <a:xfrm>
            <a:off x="6949440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7"/>
          </p:nvPr>
        </p:nvSpPr>
        <p:spPr>
          <a:xfrm>
            <a:off x="1481328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8"/>
          </p:nvPr>
        </p:nvSpPr>
        <p:spPr>
          <a:xfrm>
            <a:off x="4724400" y="3886200"/>
            <a:ext cx="2971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52441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4"/>
          <p:cNvSpPr>
            <a:spLocks noGrp="1"/>
          </p:cNvSpPr>
          <p:nvPr>
            <p:ph type="body" sz="quarter" idx="19"/>
          </p:nvPr>
        </p:nvSpPr>
        <p:spPr>
          <a:xfrm>
            <a:off x="1481328" y="4800600"/>
            <a:ext cx="6217920" cy="54864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 baseline="0">
                <a:latin typeface="+mn-lt"/>
              </a:defRPr>
            </a:lvl1pPr>
            <a:lvl2pPr>
              <a:defRPr sz="900" baseline="0">
                <a:latin typeface="Arial" pitchFamily="34" charset="0"/>
              </a:defRPr>
            </a:lvl2pPr>
            <a:lvl3pPr>
              <a:defRPr sz="900" baseline="0">
                <a:latin typeface="Arial" pitchFamily="34" charset="0"/>
              </a:defRPr>
            </a:lvl3pPr>
            <a:lvl4pPr>
              <a:defRPr sz="900" baseline="0">
                <a:latin typeface="Arial" pitchFamily="34" charset="0"/>
              </a:defRPr>
            </a:lvl4pPr>
            <a:lvl5pPr>
              <a:defRPr sz="900" baseline="0">
                <a:latin typeface="Arial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7"/>
          <p:cNvSpPr>
            <a:spLocks noGrp="1"/>
          </p:cNvSpPr>
          <p:nvPr>
            <p:ph type="body" sz="quarter" idx="20"/>
          </p:nvPr>
        </p:nvSpPr>
        <p:spPr>
          <a:xfrm>
            <a:off x="438151" y="2019300"/>
            <a:ext cx="1828800" cy="731520"/>
          </a:xfrm>
          <a:prstGeom prst="rect">
            <a:avLst/>
          </a:prstGeom>
          <a:ln>
            <a:solidFill>
              <a:srgbClr val="666666"/>
            </a:solidFill>
          </a:ln>
        </p:spPr>
        <p:txBody>
          <a:bodyPr anchor="ctr"/>
          <a:lstStyle>
            <a:lvl1pPr marL="0" indent="0" algn="ctr">
              <a:buNone/>
              <a:defRPr sz="9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Slide Number Placeholder 9"/>
          <p:cNvSpPr>
            <a:spLocks noGrp="1"/>
          </p:cNvSpPr>
          <p:nvPr>
            <p:ph type="sldNum" sz="quarter" idx="21"/>
          </p:nvPr>
        </p:nvSpPr>
        <p:spPr/>
        <p:txBody>
          <a:bodyPr/>
          <a:lstStyle>
            <a:lvl1pPr>
              <a:defRPr/>
            </a:lvl1pPr>
          </a:lstStyle>
          <a:p>
            <a:fld id="{B0AC1651-679E-F444-9932-326657929C5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7219927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3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5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6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7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8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9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77461BCF-BBA5-5E4A-ABD5-3E5D9382F9D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20806012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HIGHLIGHT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6"/>
          <p:cNvSpPr>
            <a:spLocks noGrp="1"/>
          </p:cNvSpPr>
          <p:nvPr>
            <p:ph type="body" sz="quarter" idx="102"/>
          </p:nvPr>
        </p:nvSpPr>
        <p:spPr>
          <a:xfrm>
            <a:off x="4508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36"/>
          <p:cNvSpPr>
            <a:spLocks noGrp="1"/>
          </p:cNvSpPr>
          <p:nvPr>
            <p:ph type="body" sz="quarter" idx="103"/>
          </p:nvPr>
        </p:nvSpPr>
        <p:spPr>
          <a:xfrm>
            <a:off x="4508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6"/>
          <p:cNvSpPr>
            <a:spLocks noGrp="1"/>
          </p:cNvSpPr>
          <p:nvPr>
            <p:ph type="body" sz="quarter" idx="104"/>
          </p:nvPr>
        </p:nvSpPr>
        <p:spPr>
          <a:xfrm>
            <a:off x="2111456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36"/>
          <p:cNvSpPr>
            <a:spLocks noGrp="1"/>
          </p:cNvSpPr>
          <p:nvPr>
            <p:ph type="body" sz="quarter" idx="105"/>
          </p:nvPr>
        </p:nvSpPr>
        <p:spPr>
          <a:xfrm>
            <a:off x="2111456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6"/>
          <p:cNvSpPr>
            <a:spLocks noGrp="1"/>
          </p:cNvSpPr>
          <p:nvPr>
            <p:ph type="body" sz="quarter" idx="106"/>
          </p:nvPr>
        </p:nvSpPr>
        <p:spPr>
          <a:xfrm>
            <a:off x="3772062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36"/>
          <p:cNvSpPr>
            <a:spLocks noGrp="1"/>
          </p:cNvSpPr>
          <p:nvPr>
            <p:ph type="body" sz="quarter" idx="107"/>
          </p:nvPr>
        </p:nvSpPr>
        <p:spPr>
          <a:xfrm>
            <a:off x="3772062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6"/>
          <p:cNvSpPr>
            <a:spLocks noGrp="1"/>
          </p:cNvSpPr>
          <p:nvPr>
            <p:ph type="body" sz="quarter" idx="108"/>
          </p:nvPr>
        </p:nvSpPr>
        <p:spPr>
          <a:xfrm>
            <a:off x="5432668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36"/>
          <p:cNvSpPr>
            <a:spLocks noGrp="1"/>
          </p:cNvSpPr>
          <p:nvPr>
            <p:ph type="body" sz="quarter" idx="109"/>
          </p:nvPr>
        </p:nvSpPr>
        <p:spPr>
          <a:xfrm>
            <a:off x="5432668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6"/>
          <p:cNvSpPr>
            <a:spLocks noGrp="1"/>
          </p:cNvSpPr>
          <p:nvPr>
            <p:ph type="body" sz="quarter" idx="110"/>
          </p:nvPr>
        </p:nvSpPr>
        <p:spPr>
          <a:xfrm>
            <a:off x="7105650" y="121920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30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36"/>
          <p:cNvSpPr>
            <a:spLocks noGrp="1"/>
          </p:cNvSpPr>
          <p:nvPr>
            <p:ph type="body" sz="quarter" idx="111"/>
          </p:nvPr>
        </p:nvSpPr>
        <p:spPr>
          <a:xfrm>
            <a:off x="7105650" y="262032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6"/>
          <p:cNvSpPr>
            <a:spLocks noGrp="1"/>
          </p:cNvSpPr>
          <p:nvPr>
            <p:ph type="body" sz="quarter" idx="112"/>
          </p:nvPr>
        </p:nvSpPr>
        <p:spPr>
          <a:xfrm>
            <a:off x="4508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36"/>
          <p:cNvSpPr>
            <a:spLocks noGrp="1"/>
          </p:cNvSpPr>
          <p:nvPr>
            <p:ph type="body" sz="quarter" idx="113"/>
          </p:nvPr>
        </p:nvSpPr>
        <p:spPr>
          <a:xfrm>
            <a:off x="4508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6"/>
          <p:cNvSpPr>
            <a:spLocks noGrp="1"/>
          </p:cNvSpPr>
          <p:nvPr>
            <p:ph type="body" sz="quarter" idx="114"/>
          </p:nvPr>
        </p:nvSpPr>
        <p:spPr>
          <a:xfrm>
            <a:off x="4508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36"/>
          <p:cNvSpPr>
            <a:spLocks noGrp="1"/>
          </p:cNvSpPr>
          <p:nvPr>
            <p:ph type="body" sz="quarter" idx="115"/>
          </p:nvPr>
        </p:nvSpPr>
        <p:spPr>
          <a:xfrm>
            <a:off x="4508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6"/>
          <p:cNvSpPr>
            <a:spLocks noGrp="1"/>
          </p:cNvSpPr>
          <p:nvPr>
            <p:ph type="body" sz="quarter" idx="116"/>
          </p:nvPr>
        </p:nvSpPr>
        <p:spPr>
          <a:xfrm>
            <a:off x="2111456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36"/>
          <p:cNvSpPr>
            <a:spLocks noGrp="1"/>
          </p:cNvSpPr>
          <p:nvPr>
            <p:ph type="body" sz="quarter" idx="117"/>
          </p:nvPr>
        </p:nvSpPr>
        <p:spPr>
          <a:xfrm>
            <a:off x="211145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6"/>
          <p:cNvSpPr>
            <a:spLocks noGrp="1"/>
          </p:cNvSpPr>
          <p:nvPr>
            <p:ph type="body" sz="quarter" idx="118"/>
          </p:nvPr>
        </p:nvSpPr>
        <p:spPr>
          <a:xfrm>
            <a:off x="2111456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36"/>
          <p:cNvSpPr>
            <a:spLocks noGrp="1"/>
          </p:cNvSpPr>
          <p:nvPr>
            <p:ph type="body" sz="quarter" idx="119"/>
          </p:nvPr>
        </p:nvSpPr>
        <p:spPr>
          <a:xfrm>
            <a:off x="2111456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6"/>
          <p:cNvSpPr>
            <a:spLocks noGrp="1"/>
          </p:cNvSpPr>
          <p:nvPr>
            <p:ph type="body" sz="quarter" idx="120"/>
          </p:nvPr>
        </p:nvSpPr>
        <p:spPr>
          <a:xfrm>
            <a:off x="3772062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5" name="Text Placeholder 36"/>
          <p:cNvSpPr>
            <a:spLocks noGrp="1"/>
          </p:cNvSpPr>
          <p:nvPr>
            <p:ph type="body" sz="quarter" idx="121"/>
          </p:nvPr>
        </p:nvSpPr>
        <p:spPr>
          <a:xfrm>
            <a:off x="3772062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6"/>
          <p:cNvSpPr>
            <a:spLocks noGrp="1"/>
          </p:cNvSpPr>
          <p:nvPr>
            <p:ph type="body" sz="quarter" idx="122"/>
          </p:nvPr>
        </p:nvSpPr>
        <p:spPr>
          <a:xfrm>
            <a:off x="3772062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7" name="Text Placeholder 36"/>
          <p:cNvSpPr>
            <a:spLocks noGrp="1"/>
          </p:cNvSpPr>
          <p:nvPr>
            <p:ph type="body" sz="quarter" idx="123"/>
          </p:nvPr>
        </p:nvSpPr>
        <p:spPr>
          <a:xfrm>
            <a:off x="3772062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6"/>
          <p:cNvSpPr>
            <a:spLocks noGrp="1"/>
          </p:cNvSpPr>
          <p:nvPr>
            <p:ph type="body" sz="quarter" idx="124"/>
          </p:nvPr>
        </p:nvSpPr>
        <p:spPr>
          <a:xfrm>
            <a:off x="5432668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9" name="Text Placeholder 36"/>
          <p:cNvSpPr>
            <a:spLocks noGrp="1"/>
          </p:cNvSpPr>
          <p:nvPr>
            <p:ph type="body" sz="quarter" idx="125"/>
          </p:nvPr>
        </p:nvSpPr>
        <p:spPr>
          <a:xfrm>
            <a:off x="543266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6"/>
          <p:cNvSpPr>
            <a:spLocks noGrp="1"/>
          </p:cNvSpPr>
          <p:nvPr>
            <p:ph type="body" sz="quarter" idx="126"/>
          </p:nvPr>
        </p:nvSpPr>
        <p:spPr>
          <a:xfrm>
            <a:off x="5432668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36"/>
          <p:cNvSpPr>
            <a:spLocks noGrp="1"/>
          </p:cNvSpPr>
          <p:nvPr>
            <p:ph type="body" sz="quarter" idx="127"/>
          </p:nvPr>
        </p:nvSpPr>
        <p:spPr>
          <a:xfrm>
            <a:off x="5432668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6"/>
          <p:cNvSpPr>
            <a:spLocks noGrp="1"/>
          </p:cNvSpPr>
          <p:nvPr>
            <p:ph type="body" sz="quarter" idx="128"/>
          </p:nvPr>
        </p:nvSpPr>
        <p:spPr>
          <a:xfrm>
            <a:off x="7105650" y="4623125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3" name="Text Placeholder 36"/>
          <p:cNvSpPr>
            <a:spLocks noGrp="1"/>
          </p:cNvSpPr>
          <p:nvPr>
            <p:ph type="body" sz="quarter" idx="129"/>
          </p:nvPr>
        </p:nvSpPr>
        <p:spPr>
          <a:xfrm>
            <a:off x="710565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36"/>
          <p:cNvSpPr>
            <a:spLocks noGrp="1"/>
          </p:cNvSpPr>
          <p:nvPr>
            <p:ph type="body" sz="quarter" idx="130"/>
          </p:nvPr>
        </p:nvSpPr>
        <p:spPr>
          <a:xfrm>
            <a:off x="7105650" y="2914650"/>
            <a:ext cx="1584000" cy="158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457200" rIns="91440" bIns="45720" rtlCol="0" anchor="t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9E3039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150"/>
              </a:spcBef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5" name="Text Placeholder 36"/>
          <p:cNvSpPr>
            <a:spLocks noGrp="1"/>
          </p:cNvSpPr>
          <p:nvPr>
            <p:ph type="body" sz="quarter" idx="131"/>
          </p:nvPr>
        </p:nvSpPr>
        <p:spPr>
          <a:xfrm>
            <a:off x="7105650" y="4315770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vert="horz" lIns="91440" tIns="0" rIns="91440" bIns="0" rtlCol="0" anchor="ctr" anchorCtr="0">
            <a:normAutofit/>
          </a:bodyPr>
          <a:lstStyle>
            <a:lvl1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None/>
              <a:defRPr kumimoji="0" lang="en-US" sz="525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buNone/>
              <a:defRPr kumimoji="0" lang="en-US" sz="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2"/>
          </p:nvPr>
        </p:nvSpPr>
        <p:spPr/>
        <p:txBody>
          <a:bodyPr/>
          <a:lstStyle>
            <a:lvl1pPr>
              <a:defRPr/>
            </a:lvl1pPr>
          </a:lstStyle>
          <a:p>
            <a:fld id="{31BEBA66-216E-7243-B012-B44CAA5F986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1576558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8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9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0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1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2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3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4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5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 u="none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 u="none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 u="none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6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7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8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9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0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1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39903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 i="0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 i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 i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8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9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450850" y="6020181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45085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1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2113838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chemeClr val="tx1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2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3776826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3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5439814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4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7102800" y="261823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5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2113838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6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2113838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7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3776826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8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3776826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5439814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5439814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7102800" y="4313682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2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6024245"/>
            <a:ext cx="1584000" cy="18288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0" rIns="91440" bIns="0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525" b="1" i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00000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 i="1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3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4A3DAED-98CA-ED44-BD8D-010557C4E8A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4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50815755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280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75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954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96000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5123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51460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210050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919125"/>
            <a:ext cx="1584000" cy="28800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465CD288-24B3-4B48-8EA0-67784588A8A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2053221119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mbstone - AWARDS V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1"/>
          <p:cNvSpPr>
            <a:spLocks noGrp="1"/>
          </p:cNvSpPr>
          <p:nvPr>
            <p:ph type="body" sz="quarter" idx="106"/>
          </p:nvPr>
        </p:nvSpPr>
        <p:spPr>
          <a:xfrm>
            <a:off x="45085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ext Placeholder 21"/>
          <p:cNvSpPr>
            <a:spLocks noGrp="1"/>
          </p:cNvSpPr>
          <p:nvPr>
            <p:ph type="body" sz="quarter" idx="107"/>
          </p:nvPr>
        </p:nvSpPr>
        <p:spPr>
          <a:xfrm>
            <a:off x="45085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21"/>
          <p:cNvSpPr>
            <a:spLocks noGrp="1"/>
          </p:cNvSpPr>
          <p:nvPr>
            <p:ph type="body" sz="quarter" idx="101"/>
          </p:nvPr>
        </p:nvSpPr>
        <p:spPr>
          <a:xfrm>
            <a:off x="45085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2pPr>
            <a:lvl3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rgbClr val="9E3039"/>
              </a:buClr>
              <a:buFont typeface="Arial" pitchFamily="34" charset="0"/>
              <a:buNone/>
              <a:defRPr kumimoji="0" lang="en-US" sz="525" b="0" i="0" u="none" strike="noStrike" kern="1200" cap="none" spc="0" normalizeH="0" baseline="0" noProof="0" dirty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Text Placeholder 21"/>
          <p:cNvSpPr>
            <a:spLocks noGrp="1"/>
          </p:cNvSpPr>
          <p:nvPr>
            <p:ph type="body" sz="quarter" idx="102"/>
          </p:nvPr>
        </p:nvSpPr>
        <p:spPr>
          <a:xfrm>
            <a:off x="2113838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ext Placeholder 21"/>
          <p:cNvSpPr>
            <a:spLocks noGrp="1"/>
          </p:cNvSpPr>
          <p:nvPr>
            <p:ph type="body" sz="quarter" idx="103"/>
          </p:nvPr>
        </p:nvSpPr>
        <p:spPr>
          <a:xfrm>
            <a:off x="3776826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21"/>
          <p:cNvSpPr>
            <a:spLocks noGrp="1"/>
          </p:cNvSpPr>
          <p:nvPr>
            <p:ph type="body" sz="quarter" idx="104"/>
          </p:nvPr>
        </p:nvSpPr>
        <p:spPr>
          <a:xfrm>
            <a:off x="5439814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21"/>
          <p:cNvSpPr>
            <a:spLocks noGrp="1"/>
          </p:cNvSpPr>
          <p:nvPr>
            <p:ph type="body" sz="quarter" idx="105"/>
          </p:nvPr>
        </p:nvSpPr>
        <p:spPr>
          <a:xfrm>
            <a:off x="7102800" y="121920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21"/>
          <p:cNvSpPr>
            <a:spLocks noGrp="1"/>
          </p:cNvSpPr>
          <p:nvPr>
            <p:ph type="body" sz="quarter" idx="108"/>
          </p:nvPr>
        </p:nvSpPr>
        <p:spPr>
          <a:xfrm>
            <a:off x="2113838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Text Placeholder 21"/>
          <p:cNvSpPr>
            <a:spLocks noGrp="1"/>
          </p:cNvSpPr>
          <p:nvPr>
            <p:ph type="body" sz="quarter" idx="109"/>
          </p:nvPr>
        </p:nvSpPr>
        <p:spPr>
          <a:xfrm>
            <a:off x="2113838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Text Placeholder 21"/>
          <p:cNvSpPr>
            <a:spLocks noGrp="1"/>
          </p:cNvSpPr>
          <p:nvPr>
            <p:ph type="body" sz="quarter" idx="110"/>
          </p:nvPr>
        </p:nvSpPr>
        <p:spPr>
          <a:xfrm>
            <a:off x="3776826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Text Placeholder 21"/>
          <p:cNvSpPr>
            <a:spLocks noGrp="1"/>
          </p:cNvSpPr>
          <p:nvPr>
            <p:ph type="body" sz="quarter" idx="111"/>
          </p:nvPr>
        </p:nvSpPr>
        <p:spPr>
          <a:xfrm>
            <a:off x="3776826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7" name="Text Placeholder 21"/>
          <p:cNvSpPr>
            <a:spLocks noGrp="1"/>
          </p:cNvSpPr>
          <p:nvPr>
            <p:ph type="body" sz="quarter" idx="112"/>
          </p:nvPr>
        </p:nvSpPr>
        <p:spPr>
          <a:xfrm>
            <a:off x="5439814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21"/>
          <p:cNvSpPr>
            <a:spLocks noGrp="1"/>
          </p:cNvSpPr>
          <p:nvPr>
            <p:ph type="body" sz="quarter" idx="113"/>
          </p:nvPr>
        </p:nvSpPr>
        <p:spPr>
          <a:xfrm>
            <a:off x="5439814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21"/>
          <p:cNvSpPr>
            <a:spLocks noGrp="1"/>
          </p:cNvSpPr>
          <p:nvPr>
            <p:ph type="body" sz="quarter" idx="114"/>
          </p:nvPr>
        </p:nvSpPr>
        <p:spPr>
          <a:xfrm>
            <a:off x="7102800" y="2914650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0" name="Text Placeholder 21"/>
          <p:cNvSpPr>
            <a:spLocks noGrp="1"/>
          </p:cNvSpPr>
          <p:nvPr>
            <p:ph type="body" sz="quarter" idx="115"/>
          </p:nvPr>
        </p:nvSpPr>
        <p:spPr>
          <a:xfrm>
            <a:off x="7102800" y="4626864"/>
            <a:ext cx="1584000" cy="1216152"/>
          </a:xfrm>
          <a:prstGeom prst="rect">
            <a:avLst/>
          </a:prstGeom>
          <a:solidFill>
            <a:srgbClr val="FFFFFF"/>
          </a:solidFill>
          <a:ln w="9525">
            <a:solidFill>
              <a:srgbClr val="C0C0C0"/>
            </a:solidFill>
          </a:ln>
          <a:effectLst/>
        </p:spPr>
        <p:txBody>
          <a:bodyPr lIns="91440" tIns="93600" rIns="91440" bIns="504000">
            <a:noAutofit/>
          </a:bodyPr>
          <a:lstStyle>
            <a:lvl1pPr marL="0" indent="0">
              <a:lnSpc>
                <a:spcPct val="100000"/>
              </a:lnSpc>
              <a:spcBef>
                <a:spcPts val="225"/>
              </a:spcBef>
              <a:buNone/>
              <a:defRPr sz="600" b="1"/>
            </a:lvl1pPr>
            <a:lvl2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3pPr>
            <a:lvl4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4pPr>
            <a:lvl5pPr marL="0" indent="0">
              <a:lnSpc>
                <a:spcPct val="100000"/>
              </a:lnSpc>
              <a:spcBef>
                <a:spcPts val="0"/>
              </a:spcBef>
              <a:buNone/>
              <a:defRPr sz="525" b="0">
                <a:solidFill>
                  <a:srgbClr val="808080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21"/>
          <p:cNvSpPr>
            <a:spLocks noGrp="1"/>
          </p:cNvSpPr>
          <p:nvPr>
            <p:ph type="body" sz="quarter" idx="116"/>
          </p:nvPr>
        </p:nvSpPr>
        <p:spPr>
          <a:xfrm>
            <a:off x="45085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17"/>
          </p:nvPr>
        </p:nvSpPr>
        <p:spPr>
          <a:xfrm>
            <a:off x="2113837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1"/>
          <p:cNvSpPr>
            <a:spLocks noGrp="1"/>
          </p:cNvSpPr>
          <p:nvPr>
            <p:ph type="body" sz="quarter" idx="118"/>
          </p:nvPr>
        </p:nvSpPr>
        <p:spPr>
          <a:xfrm>
            <a:off x="3776824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1"/>
          <p:cNvSpPr>
            <a:spLocks noGrp="1"/>
          </p:cNvSpPr>
          <p:nvPr>
            <p:ph type="body" sz="quarter" idx="119"/>
          </p:nvPr>
        </p:nvSpPr>
        <p:spPr>
          <a:xfrm>
            <a:off x="5439811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1"/>
          <p:cNvSpPr>
            <a:spLocks noGrp="1"/>
          </p:cNvSpPr>
          <p:nvPr>
            <p:ph type="body" sz="quarter" idx="120"/>
          </p:nvPr>
        </p:nvSpPr>
        <p:spPr>
          <a:xfrm>
            <a:off x="7102800" y="2432304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1"/>
          <p:cNvSpPr>
            <a:spLocks noGrp="1"/>
          </p:cNvSpPr>
          <p:nvPr>
            <p:ph type="body" sz="quarter" idx="121"/>
          </p:nvPr>
        </p:nvSpPr>
        <p:spPr>
          <a:xfrm>
            <a:off x="45085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1"/>
          <p:cNvSpPr>
            <a:spLocks noGrp="1"/>
          </p:cNvSpPr>
          <p:nvPr>
            <p:ph type="body" sz="quarter" idx="122"/>
          </p:nvPr>
        </p:nvSpPr>
        <p:spPr>
          <a:xfrm>
            <a:off x="2113837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1"/>
          <p:cNvSpPr>
            <a:spLocks noGrp="1"/>
          </p:cNvSpPr>
          <p:nvPr>
            <p:ph type="body" sz="quarter" idx="123"/>
          </p:nvPr>
        </p:nvSpPr>
        <p:spPr>
          <a:xfrm>
            <a:off x="3776824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1"/>
          <p:cNvSpPr>
            <a:spLocks noGrp="1"/>
          </p:cNvSpPr>
          <p:nvPr>
            <p:ph type="body" sz="quarter" idx="124"/>
          </p:nvPr>
        </p:nvSpPr>
        <p:spPr>
          <a:xfrm>
            <a:off x="5439811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1"/>
          <p:cNvSpPr>
            <a:spLocks noGrp="1"/>
          </p:cNvSpPr>
          <p:nvPr>
            <p:ph type="body" sz="quarter" idx="125"/>
          </p:nvPr>
        </p:nvSpPr>
        <p:spPr>
          <a:xfrm>
            <a:off x="7102800" y="4133088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1"/>
          <p:cNvSpPr>
            <a:spLocks noGrp="1"/>
          </p:cNvSpPr>
          <p:nvPr>
            <p:ph type="body" sz="quarter" idx="126"/>
          </p:nvPr>
        </p:nvSpPr>
        <p:spPr>
          <a:xfrm>
            <a:off x="45085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1"/>
          <p:cNvSpPr>
            <a:spLocks noGrp="1"/>
          </p:cNvSpPr>
          <p:nvPr>
            <p:ph type="body" sz="quarter" idx="127"/>
          </p:nvPr>
        </p:nvSpPr>
        <p:spPr>
          <a:xfrm>
            <a:off x="2113837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/>
          <p:cNvSpPr>
            <a:spLocks noGrp="1"/>
          </p:cNvSpPr>
          <p:nvPr>
            <p:ph type="body" sz="quarter" idx="128"/>
          </p:nvPr>
        </p:nvSpPr>
        <p:spPr>
          <a:xfrm>
            <a:off x="3776824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1"/>
          <p:cNvSpPr>
            <a:spLocks noGrp="1"/>
          </p:cNvSpPr>
          <p:nvPr>
            <p:ph type="body" sz="quarter" idx="129"/>
          </p:nvPr>
        </p:nvSpPr>
        <p:spPr>
          <a:xfrm>
            <a:off x="5439811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/>
          <p:cNvSpPr>
            <a:spLocks noGrp="1"/>
          </p:cNvSpPr>
          <p:nvPr>
            <p:ph type="body" sz="quarter" idx="130"/>
          </p:nvPr>
        </p:nvSpPr>
        <p:spPr>
          <a:xfrm>
            <a:off x="7102800" y="5843016"/>
            <a:ext cx="1584000" cy="365760"/>
          </a:xfrm>
          <a:prstGeom prst="rect">
            <a:avLst/>
          </a:prstGeom>
          <a:solidFill>
            <a:schemeClr val="bg1"/>
          </a:solidFill>
          <a:ln w="9525">
            <a:solidFill>
              <a:srgbClr val="C0C0C0"/>
            </a:solidFill>
          </a:ln>
          <a:effectLst/>
        </p:spPr>
        <p:txBody>
          <a:bodyPr wrap="none" lIns="0" tIns="0" rIns="0" bIns="0">
            <a:noAutofit/>
          </a:bodyPr>
          <a:lstStyle>
            <a:lvl1pPr marL="0" indent="0">
              <a:lnSpc>
                <a:spcPct val="100000"/>
              </a:lnSpc>
              <a:spcBef>
                <a:spcPts val="300"/>
              </a:spcBef>
              <a:buNone/>
              <a:defRPr sz="900" b="1">
                <a:solidFill>
                  <a:srgbClr val="FFFFFF"/>
                </a:solidFill>
              </a:defRPr>
            </a:lvl1pPr>
            <a:lvl2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2pPr>
            <a:lvl3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3pPr>
            <a:lvl4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4pPr>
            <a:lvl5pPr marL="0" indent="0">
              <a:lnSpc>
                <a:spcPct val="100000"/>
              </a:lnSpc>
              <a:spcBef>
                <a:spcPts val="75"/>
              </a:spcBef>
              <a:spcAft>
                <a:spcPts val="150"/>
              </a:spcAft>
              <a:buNone/>
              <a:defRPr sz="600" b="0">
                <a:solidFill>
                  <a:srgbClr val="D9D9D9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447676" y="2"/>
            <a:ext cx="8239125" cy="89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l">
              <a:defRPr sz="165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6" name="Slide Number Placeholder 9"/>
          <p:cNvSpPr>
            <a:spLocks noGrp="1"/>
          </p:cNvSpPr>
          <p:nvPr>
            <p:ph type="sldNum" sz="quarter" idx="131"/>
          </p:nvPr>
        </p:nvSpPr>
        <p:spPr/>
        <p:txBody>
          <a:bodyPr/>
          <a:lstStyle>
            <a:lvl1pPr>
              <a:defRPr/>
            </a:lvl1pPr>
          </a:lstStyle>
          <a:p>
            <a:fld id="{90FE7E78-F63E-6945-90BC-87516667A7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8" name="Footer Placeholder 12"/>
          <p:cNvSpPr>
            <a:spLocks noGrp="1"/>
          </p:cNvSpPr>
          <p:nvPr>
            <p:ph type="ftr" sz="quarter" idx="13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</p:spTree>
    <p:extLst>
      <p:ext uri="{BB962C8B-B14F-4D97-AF65-F5344CB8AC3E}">
        <p14:creationId xmlns:p14="http://schemas.microsoft.com/office/powerpoint/2010/main" val="120709352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6096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914400"/>
            <a:ext cx="7772400" cy="5410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en-US"/>
              <a:t>Accounting</a:t>
            </a:r>
            <a:endParaRPr lang="en-US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dirty="0">
              <a:latin typeface="Calibri"/>
            </a:endParaRPr>
          </a:p>
          <a:p>
            <a:fld id="{32A47CA8-1D40-3C49-82CF-CF2201A41E4F}" type="slidenum">
              <a:rPr lang="en-US" smtClean="0">
                <a:latin typeface="Calibri"/>
              </a:rPr>
              <a:pPr/>
              <a:t>‹#›</a:t>
            </a:fld>
            <a:endParaRPr lang="en-US" dirty="0"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08366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1601"/>
            <a:ext cx="4038600" cy="47545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/>
              <a:t>Accounting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1BEE2D7-1F05-0540-AD0D-C8F6AEBAE5C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3699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229600" cy="4754563"/>
          </a:xfrm>
          <a:prstGeom prst="rect">
            <a:avLst/>
          </a:prstGeo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US"/>
              <a:t>Accounting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F3C724D-B57F-F94F-8F6D-BE1CC47DC0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119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Line 88"/>
          <p:cNvSpPr>
            <a:spLocks noChangeShapeType="1"/>
          </p:cNvSpPr>
          <p:nvPr/>
        </p:nvSpPr>
        <p:spPr bwMode="gray">
          <a:xfrm>
            <a:off x="0" y="6423027"/>
            <a:ext cx="9144000" cy="0"/>
          </a:xfrm>
          <a:prstGeom prst="line">
            <a:avLst/>
          </a:prstGeom>
          <a:noFill/>
          <a:ln w="1587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135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4"/>
          </p:nvPr>
        </p:nvSpPr>
        <p:spPr>
          <a:xfrm>
            <a:off x="8610600" y="6436635"/>
            <a:ext cx="457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700" b="1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</a:defRPr>
            </a:lvl1pPr>
          </a:lstStyle>
          <a:p>
            <a:pPr algn="r"/>
            <a:fld id="{D9D5F7EB-196B-A148-8812-2A4F7A2FBBD6}" type="slidenum">
              <a:rPr lang="en-US" altLang="en-US" smtClean="0"/>
              <a:pPr algn="r"/>
              <a:t>‹#›</a:t>
            </a:fld>
            <a:endParaRPr lang="en-US" altLang="en-US" dirty="0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3"/>
          </p:nvPr>
        </p:nvSpPr>
        <p:spPr>
          <a:xfrm>
            <a:off x="3124200" y="6442488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000" b="1" smtClean="0">
                <a:solidFill>
                  <a:srgbClr val="898989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dirty="0"/>
              <a:t>Accounting</a:t>
            </a:r>
          </a:p>
        </p:txBody>
      </p:sp>
      <p:sp>
        <p:nvSpPr>
          <p:cNvPr id="9" name="Footer Placeholder 3"/>
          <p:cNvSpPr txBox="1">
            <a:spLocks/>
          </p:cNvSpPr>
          <p:nvPr userDrawn="1"/>
        </p:nvSpPr>
        <p:spPr>
          <a:xfrm>
            <a:off x="72409" y="6423029"/>
            <a:ext cx="2362200" cy="365125"/>
          </a:xfrm>
          <a:prstGeom prst="rect">
            <a:avLst/>
          </a:prstGeom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1200" kern="1200" smtClean="0">
                <a:solidFill>
                  <a:srgbClr val="898989"/>
                </a:solidFill>
                <a:latin typeface="Arial" charset="0"/>
                <a:ea typeface="+mn-ea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l">
              <a:defRPr/>
            </a:pPr>
            <a:r>
              <a:rPr lang="en-US" sz="700" b="1" dirty="0">
                <a:latin typeface="+mn-lt"/>
              </a:rPr>
              <a:t>CF_Ch14_Accounting_25</a:t>
            </a:r>
          </a:p>
        </p:txBody>
      </p:sp>
    </p:spTree>
    <p:extLst>
      <p:ext uri="{BB962C8B-B14F-4D97-AF65-F5344CB8AC3E}">
        <p14:creationId xmlns:p14="http://schemas.microsoft.com/office/powerpoint/2010/main" val="2038482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  <p:sldLayoutId id="2147483778" r:id="rId18"/>
    <p:sldLayoutId id="2147483779" r:id="rId19"/>
    <p:sldLayoutId id="2147483780" r:id="rId20"/>
    <p:sldLayoutId id="2147483781" r:id="rId21"/>
    <p:sldLayoutId id="2147483782" r:id="rId22"/>
    <p:sldLayoutId id="2147483783" r:id="rId23"/>
    <p:sldLayoutId id="2147483784" r:id="rId24"/>
    <p:sldLayoutId id="2147483785" r:id="rId25"/>
    <p:sldLayoutId id="2147483786" r:id="rId26"/>
    <p:sldLayoutId id="2147483787" r:id="rId27"/>
    <p:sldLayoutId id="2147483788" r:id="rId28"/>
    <p:sldLayoutId id="2147483789" r:id="rId29"/>
    <p:sldLayoutId id="2147483790" r:id="rId30"/>
    <p:sldLayoutId id="2147483791" r:id="rId31"/>
    <p:sldLayoutId id="2147483792" r:id="rId32"/>
    <p:sldLayoutId id="2147483793" r:id="rId33"/>
    <p:sldLayoutId id="2147483794" r:id="rId34"/>
    <p:sldLayoutId id="2147483795" r:id="rId35"/>
    <p:sldLayoutId id="2147483796" r:id="rId36"/>
    <p:sldLayoutId id="2147483797" r:id="rId37"/>
    <p:sldLayoutId id="2147483798" r:id="rId38"/>
    <p:sldLayoutId id="2147483799" r:id="rId39"/>
    <p:sldLayoutId id="2147483800" r:id="rId40"/>
    <p:sldLayoutId id="2147483801" r:id="rId41"/>
    <p:sldLayoutId id="2147483802" r:id="rId42"/>
    <p:sldLayoutId id="2147483803" r:id="rId43"/>
    <p:sldLayoutId id="2147483804" r:id="rId44"/>
    <p:sldLayoutId id="2147483805" r:id="rId45"/>
    <p:sldLayoutId id="2147483806" r:id="rId46"/>
    <p:sldLayoutId id="2147483807" r:id="rId47"/>
    <p:sldLayoutId id="2147483808" r:id="rId48"/>
    <p:sldLayoutId id="2147483809" r:id="rId49"/>
    <p:sldLayoutId id="2147483810" r:id="rId50"/>
    <p:sldLayoutId id="2147483811" r:id="rId51"/>
    <p:sldLayoutId id="2147483812" r:id="rId52"/>
    <p:sldLayoutId id="2147483813" r:id="rId53"/>
    <p:sldLayoutId id="2147483814" r:id="rId54"/>
    <p:sldLayoutId id="2147483815" r:id="rId55"/>
    <p:sldLayoutId id="2147483816" r:id="rId56"/>
    <p:sldLayoutId id="2147483817" r:id="rId57"/>
  </p:sldLayoutIdLst>
  <p:hf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5pPr>
      <a:lvl6pPr marL="3429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6pPr>
      <a:lvl7pPr marL="6858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7pPr>
      <a:lvl8pPr marL="10287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8pPr>
      <a:lvl9pPr marL="1371600" algn="ctr" rtl="0" eaLnBrk="1" fontAlgn="base" hangingPunct="1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charset="0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6B908C-B5CB-4D61-9AAA-0E6FA8ADABD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95527EB-3756-C241-BFD3-DBB1E111190F}" type="slidenum">
              <a:rPr lang="en-US" altLang="en-US" smtClean="0"/>
              <a:pPr/>
              <a:t>1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26835F-3425-4D22-A3BF-7A8DB7F9F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-128"/>
              </a:rPr>
              <a:t>Accounting to Finance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ED9786-58D6-4467-A340-9C08B3251F1F}"/>
              </a:ext>
            </a:extLst>
          </p:cNvPr>
          <p:cNvSpPr/>
          <p:nvPr/>
        </p:nvSpPr>
        <p:spPr>
          <a:xfrm>
            <a:off x="641839" y="2111043"/>
            <a:ext cx="808892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Corporate Finance</a:t>
            </a:r>
          </a:p>
          <a:p>
            <a:pPr algn="ctr"/>
            <a:r>
              <a:rPr lang="en-US" sz="2700" b="1" dirty="0"/>
              <a:t>Financial Statements to Economic Cash Flows</a:t>
            </a:r>
          </a:p>
          <a:p>
            <a:pPr algn="ctr"/>
            <a:endParaRPr lang="en-US" sz="2700" b="1" dirty="0"/>
          </a:p>
          <a:p>
            <a:pPr algn="ctr"/>
            <a:endParaRPr lang="en-US" b="1" dirty="0">
              <a:ea typeface="ＭＳ Ｐゴシック" charset="0"/>
              <a:cs typeface="ＭＳ Ｐゴシック" charset="0"/>
            </a:endParaRPr>
          </a:p>
          <a:p>
            <a:pPr algn="ctr"/>
            <a:endParaRPr lang="en-US" b="1" dirty="0"/>
          </a:p>
          <a:p>
            <a:pPr algn="ctr">
              <a:buNone/>
            </a:pPr>
            <a:r>
              <a:rPr lang="en-US" b="1" dirty="0"/>
              <a:t>Fall 2025</a:t>
            </a:r>
          </a:p>
          <a:p>
            <a:pPr algn="ctr"/>
            <a:r>
              <a:rPr lang="en-US" b="1" dirty="0"/>
              <a:t>Prof. Jeffrey Colón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871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000" b="1" dirty="0">
                <a:ea typeface="ＭＳ Ｐゴシック" charset="0"/>
                <a:cs typeface="ＭＳ Ｐゴシック" charset="0"/>
              </a:rPr>
              <a:t>Importance of Understanding Financial Statements</a:t>
            </a:r>
          </a:p>
          <a:p>
            <a:pPr lvl="1" eaLnBrk="1" hangingPunct="1"/>
            <a:r>
              <a:rPr lang="en-US" sz="1800" dirty="0">
                <a:ea typeface="ＭＳ Ｐゴシック" charset="0"/>
              </a:rPr>
              <a:t>May be required to be reported (10-K, 10-Q)</a:t>
            </a:r>
          </a:p>
          <a:p>
            <a:pPr lvl="1" eaLnBrk="1" hangingPunct="1"/>
            <a:r>
              <a:rPr lang="en-US" sz="1800" dirty="0">
                <a:ea typeface="ＭＳ Ｐゴシック" charset="0"/>
              </a:rPr>
              <a:t>Often reported in the media</a:t>
            </a:r>
          </a:p>
          <a:p>
            <a:pPr lvl="1" eaLnBrk="1" hangingPunct="1"/>
            <a:r>
              <a:rPr lang="en-US" sz="1800" dirty="0">
                <a:ea typeface="ＭＳ Ｐゴシック" charset="0"/>
              </a:rPr>
              <a:t>Understand strengths and limitations in order to value a firm or investment project from financials</a:t>
            </a:r>
          </a:p>
          <a:p>
            <a:pPr lvl="1" eaLnBrk="1" hangingPunct="1"/>
            <a:r>
              <a:rPr lang="en-US" sz="1800" dirty="0">
                <a:ea typeface="ＭＳ Ｐゴシック" charset="0"/>
              </a:rPr>
              <a:t>Financial contracts (</a:t>
            </a:r>
            <a:r>
              <a:rPr lang="en-US" sz="1800" b="1" dirty="0">
                <a:ea typeface="ＭＳ Ｐゴシック" charset="0"/>
              </a:rPr>
              <a:t>debt</a:t>
            </a:r>
            <a:r>
              <a:rPr lang="en-US" sz="1800" dirty="0">
                <a:ea typeface="ＭＳ Ｐゴシック" charset="0"/>
              </a:rPr>
              <a:t> and derivative instruments) may refer to financials</a:t>
            </a:r>
          </a:p>
          <a:p>
            <a:pPr lvl="1" eaLnBrk="1" hangingPunct="1"/>
            <a:r>
              <a:rPr lang="en-US" sz="1800" dirty="0">
                <a:ea typeface="ＭＳ Ｐゴシック" charset="0"/>
              </a:rPr>
              <a:t>Regulatory rules may refer to financials</a:t>
            </a:r>
          </a:p>
          <a:p>
            <a:pPr lvl="1" eaLnBrk="1" hangingPunct="1"/>
            <a:r>
              <a:rPr lang="en-US" sz="1800" dirty="0">
                <a:ea typeface="ＭＳ Ｐゴシック" charset="0"/>
              </a:rPr>
              <a:t>Managers may care a lot about financials</a:t>
            </a:r>
          </a:p>
          <a:p>
            <a:pPr lvl="2" eaLnBrk="1" hangingPunct="1"/>
            <a:r>
              <a:rPr lang="en-US" sz="1800" i="1" dirty="0">
                <a:ea typeface="ＭＳ Ｐゴシック" charset="0"/>
              </a:rPr>
              <a:t>Manager compensation</a:t>
            </a:r>
          </a:p>
          <a:p>
            <a:pPr lvl="2"/>
            <a:r>
              <a:rPr lang="en-US" sz="1800" dirty="0"/>
              <a:t>“Show me the incentives and I will show you the outcome.” Charlie Munger</a:t>
            </a:r>
          </a:p>
          <a:p>
            <a:pPr lvl="2"/>
            <a:endParaRPr lang="en-US" sz="1800" dirty="0">
              <a:ea typeface="ＭＳ Ｐゴシック" charset="0"/>
            </a:endParaRPr>
          </a:p>
          <a:p>
            <a:pPr marL="0" indent="0">
              <a:buNone/>
            </a:pPr>
            <a:endParaRPr lang="en-US" sz="2150" dirty="0">
              <a:ea typeface="ＭＳ Ｐゴシック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latin typeface="+mn-lt"/>
                <a:ea typeface="ＭＳ Ｐゴシック" charset="0"/>
                <a:cs typeface="ＭＳ Ｐゴシック" charset="0"/>
              </a:rPr>
              <a:t>Financial Statements</a:t>
            </a:r>
            <a:endParaRPr lang="en-US" dirty="0">
              <a:latin typeface="+mn-lt"/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Generally Accepted Accounting Principles (US GAAP)</a:t>
            </a: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Standard Setting</a:t>
            </a:r>
          </a:p>
          <a:p>
            <a:pPr lvl="1" eaLnBrk="1" hangingPunct="1"/>
            <a:r>
              <a:rPr lang="en-US" sz="2000" b="1" dirty="0">
                <a:ea typeface="ＭＳ Ｐゴシック" charset="0"/>
              </a:rPr>
              <a:t>FASB</a:t>
            </a:r>
            <a:r>
              <a:rPr lang="en-US" sz="2000" dirty="0">
                <a:ea typeface="ＭＳ Ｐゴシック" charset="0"/>
              </a:rPr>
              <a:t>, Emerging Issues Task Force, AICPA, and the SEC</a:t>
            </a:r>
          </a:p>
          <a:p>
            <a:pPr lvl="1" eaLnBrk="1" hangingPunct="1"/>
            <a:r>
              <a:rPr lang="en-US" sz="2000" dirty="0">
                <a:ea typeface="ＭＳ Ｐゴシック" charset="0"/>
              </a:rPr>
              <a:t>Before 7/1/09, hodgepodge of various statements and standards: FAS, FIN, </a:t>
            </a:r>
            <a:r>
              <a:rPr lang="en-US" sz="2000" dirty="0" err="1">
                <a:ea typeface="ＭＳ Ｐゴシック" charset="0"/>
              </a:rPr>
              <a:t>FTB</a:t>
            </a:r>
            <a:r>
              <a:rPr lang="en-US" sz="2000" dirty="0">
                <a:ea typeface="ＭＳ Ｐゴシック" charset="0"/>
              </a:rPr>
              <a:t>, </a:t>
            </a:r>
            <a:r>
              <a:rPr lang="en-US" sz="2000" dirty="0" err="1">
                <a:ea typeface="ＭＳ Ｐゴシック" charset="0"/>
              </a:rPr>
              <a:t>EITF</a:t>
            </a:r>
            <a:r>
              <a:rPr lang="en-US" sz="2000" dirty="0">
                <a:ea typeface="ＭＳ Ｐゴシック" charset="0"/>
              </a:rPr>
              <a:t>, APB</a:t>
            </a: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Accounting Standards Codification (7/1/09)</a:t>
            </a:r>
          </a:p>
          <a:p>
            <a:pPr lvl="1" eaLnBrk="1" hangingPunct="1"/>
            <a:r>
              <a:rPr lang="en-US" sz="2000" dirty="0">
                <a:ea typeface="ＭＳ Ｐゴシック" charset="0"/>
              </a:rPr>
              <a:t>Topic--Subtopic—Section</a:t>
            </a:r>
          </a:p>
          <a:p>
            <a:pPr lvl="2" eaLnBrk="1" hangingPunct="1"/>
            <a:r>
              <a:rPr lang="en-US" sz="1800" dirty="0">
                <a:ea typeface="ＭＳ Ｐゴシック" charset="0"/>
              </a:rPr>
              <a:t>820—15—1</a:t>
            </a:r>
          </a:p>
          <a:p>
            <a:pPr lvl="2" eaLnBrk="1" hangingPunct="1"/>
            <a:r>
              <a:rPr lang="en-US" sz="1800" dirty="0">
                <a:ea typeface="ＭＳ Ｐゴシック" charset="0"/>
                <a:sym typeface="Wingdings" charset="0"/>
              </a:rPr>
              <a:t>Fair Value Measurement—Scope—Overall Guidance</a:t>
            </a:r>
            <a:endParaRPr lang="en-US" sz="1800" dirty="0">
              <a:ea typeface="ＭＳ Ｐゴシック" charset="0"/>
            </a:endParaRPr>
          </a:p>
          <a:p>
            <a:pPr lvl="1" eaLnBrk="1" hangingPunct="1"/>
            <a:r>
              <a:rPr lang="en-US" sz="2000" dirty="0">
                <a:ea typeface="ＭＳ Ｐゴシック" charset="0"/>
              </a:rPr>
              <a:t>Accounting Standards Update (ASU)</a:t>
            </a:r>
            <a:endParaRPr lang="en-US" dirty="0">
              <a:ea typeface="ＭＳ Ｐゴシック" charset="0"/>
              <a:cs typeface="ＭＳ Ｐゴシック" charset="0"/>
            </a:endParaRPr>
          </a:p>
          <a:p>
            <a:pPr lvl="2" eaLnBrk="1" hangingPunct="1"/>
            <a:r>
              <a:rPr lang="en-US" sz="1600" dirty="0">
                <a:ea typeface="ＭＳ Ｐゴシック" charset="0"/>
                <a:cs typeface="ＭＳ Ｐゴシック" charset="0"/>
              </a:rPr>
              <a:t>ASU 2010-06, Fair Value Measurements and Disclosures (Topic 82)</a:t>
            </a:r>
          </a:p>
          <a:p>
            <a:r>
              <a:rPr lang="en-US" sz="2150" dirty="0">
                <a:ea typeface="ＭＳ Ｐゴシック" charset="0"/>
              </a:rPr>
              <a:t>SEC Requirements</a:t>
            </a:r>
          </a:p>
          <a:p>
            <a:pPr lvl="1"/>
            <a:r>
              <a:rPr lang="en-US" sz="2000" dirty="0">
                <a:ea typeface="ＭＳ Ｐゴシック" charset="0"/>
              </a:rPr>
              <a:t>Regulations </a:t>
            </a:r>
            <a:r>
              <a:rPr lang="en-US" sz="2000" b="1" dirty="0">
                <a:ea typeface="ＭＳ Ｐゴシック" charset="0"/>
              </a:rPr>
              <a:t>S-X</a:t>
            </a:r>
            <a:r>
              <a:rPr lang="en-US" sz="2000" dirty="0">
                <a:ea typeface="ＭＳ Ｐゴシック" charset="0"/>
              </a:rPr>
              <a:t> (17 CFR </a:t>
            </a:r>
            <a:r>
              <a:rPr lang="en-US" sz="2000" dirty="0"/>
              <a:t>§§ 2</a:t>
            </a:r>
            <a:r>
              <a:rPr lang="en-US" sz="2000" dirty="0">
                <a:ea typeface="ＭＳ Ｐゴシック" charset="0"/>
              </a:rPr>
              <a:t>10 </a:t>
            </a:r>
            <a:r>
              <a:rPr lang="en-US" sz="2000" i="1" dirty="0">
                <a:ea typeface="ＭＳ Ｐゴシック" charset="0"/>
              </a:rPr>
              <a:t>et seq</a:t>
            </a:r>
            <a:r>
              <a:rPr lang="en-US" sz="2000" dirty="0">
                <a:ea typeface="ＭＳ Ｐゴシック" charset="0"/>
              </a:rPr>
              <a:t>.); </a:t>
            </a:r>
            <a:r>
              <a:rPr lang="en-US" sz="2000" b="1" dirty="0">
                <a:ea typeface="ＭＳ Ｐゴシック" charset="0"/>
              </a:rPr>
              <a:t>S-K</a:t>
            </a:r>
            <a:r>
              <a:rPr lang="en-US" sz="2000" dirty="0">
                <a:ea typeface="ＭＳ Ｐゴシック" charset="0"/>
              </a:rPr>
              <a:t> (17 CFR </a:t>
            </a:r>
            <a:r>
              <a:rPr lang="en-US" sz="2000" dirty="0"/>
              <a:t>§§ 229.300 </a:t>
            </a:r>
            <a:r>
              <a:rPr lang="en-US" sz="2000" i="1" dirty="0"/>
              <a:t>et seq</a:t>
            </a:r>
            <a:r>
              <a:rPr lang="en-US" sz="2000" dirty="0"/>
              <a:t>.)</a:t>
            </a:r>
          </a:p>
          <a:p>
            <a:pPr lvl="1"/>
            <a:r>
              <a:rPr lang="en-US" sz="2000" dirty="0">
                <a:ea typeface="ＭＳ Ｐゴシック" charset="0"/>
              </a:rPr>
              <a:t>Staff Accounting Bulletins, Interpretive Releases, etc.</a:t>
            </a:r>
          </a:p>
          <a:p>
            <a:pPr lvl="1"/>
            <a:r>
              <a:rPr lang="en-US" sz="2000" dirty="0">
                <a:ea typeface="ＭＳ Ｐゴシック" charset="0"/>
              </a:rPr>
              <a:t>Compliance and disclosure interpretations</a:t>
            </a:r>
          </a:p>
          <a:p>
            <a:pPr lvl="1"/>
            <a:r>
              <a:rPr lang="en-US" sz="2000" dirty="0">
                <a:ea typeface="ＭＳ Ｐゴシック" charset="0"/>
              </a:rPr>
              <a:t>Example: Item 7: </a:t>
            </a:r>
            <a:r>
              <a:rPr lang="en-US" sz="2000" i="1" dirty="0">
                <a:ea typeface="ＭＳ Ｐゴシック" charset="0"/>
              </a:rPr>
              <a:t>Management Discussion and Analysis of Financial Condition and Results of Operations</a:t>
            </a:r>
          </a:p>
          <a:p>
            <a:endParaRPr lang="en-US" sz="1750" dirty="0">
              <a:ea typeface="ＭＳ Ｐゴシック" charset="0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GAAP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3</a:t>
            </a:fld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38B8EC-6E7D-BA45-9F85-F85AC1B723C1}"/>
              </a:ext>
            </a:extLst>
          </p:cNvPr>
          <p:cNvSpPr txBox="1"/>
          <p:nvPr/>
        </p:nvSpPr>
        <p:spPr>
          <a:xfrm>
            <a:off x="589280" y="659384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0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Balance Sheet</a:t>
            </a: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Income Statement</a:t>
            </a:r>
          </a:p>
          <a:p>
            <a:pPr eaLnBrk="1" hangingPunct="1"/>
            <a:r>
              <a:rPr lang="en-US" sz="2400" b="1" dirty="0">
                <a:ea typeface="ＭＳ Ｐゴシック" charset="0"/>
                <a:cs typeface="ＭＳ Ｐゴシック" charset="0"/>
              </a:rPr>
              <a:t>Statement of Cash Flows</a:t>
            </a: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Consolidated Statement of Common </a:t>
            </a:r>
            <a:r>
              <a:rPr lang="en-US" sz="2400" dirty="0" err="1">
                <a:ea typeface="ＭＳ Ｐゴシック" charset="0"/>
                <a:cs typeface="ＭＳ Ｐゴシック" charset="0"/>
              </a:rPr>
              <a:t>SHs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’ 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Equity</a:t>
            </a:r>
          </a:p>
          <a:p>
            <a:r>
              <a:rPr lang="en-US" sz="2150" b="1" dirty="0">
                <a:ea typeface="ＭＳ Ｐゴシック" charset="0"/>
              </a:rPr>
              <a:t>Notes</a:t>
            </a:r>
          </a:p>
          <a:p>
            <a:pPr lvl="1" eaLnBrk="1" hangingPunct="1"/>
            <a:endParaRPr lang="en-US" sz="2000" dirty="0">
              <a:ea typeface="ＭＳ Ｐゴシック" charset="0"/>
            </a:endParaRPr>
          </a:p>
          <a:p>
            <a:pPr lvl="1" eaLnBrk="1" hangingPunct="1">
              <a:buFont typeface="Wingdings" charset="0"/>
              <a:buNone/>
            </a:pPr>
            <a:endParaRPr lang="en-US" dirty="0">
              <a:ea typeface="ＭＳ Ｐゴシック" charset="0"/>
            </a:endParaRPr>
          </a:p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Components of Financial Statements</a:t>
            </a: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4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Content Placeholder 2"/>
          <p:cNvSpPr>
            <a:spLocks noGrp="1"/>
          </p:cNvSpPr>
          <p:nvPr>
            <p:ph idx="1"/>
          </p:nvPr>
        </p:nvSpPr>
        <p:spPr>
          <a:xfrm>
            <a:off x="384048" y="533051"/>
            <a:ext cx="8458200" cy="5812064"/>
          </a:xfrm>
        </p:spPr>
        <p:txBody>
          <a:bodyPr/>
          <a:lstStyle/>
          <a:p>
            <a:pPr eaLnBrk="1" hangingPunct="1"/>
            <a:r>
              <a:rPr lang="en-US" sz="2400" i="1" dirty="0">
                <a:ea typeface="ＭＳ Ｐゴシック" charset="0"/>
                <a:cs typeface="ＭＳ Ｐゴシック" charset="0"/>
              </a:rPr>
              <a:t>Snapshot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of a firm’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s financial condition at a moment in time prepared in accordance with GAAP/</a:t>
            </a:r>
            <a:r>
              <a:rPr lang="en-US" altLang="ja-JP" sz="2400" dirty="0" err="1">
                <a:ea typeface="ＭＳ Ｐゴシック" charset="0"/>
                <a:cs typeface="ＭＳ Ｐゴシック" charset="0"/>
              </a:rPr>
              <a:t>IFRS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.</a:t>
            </a:r>
          </a:p>
          <a:p>
            <a:pPr eaLnBrk="1" hangingPunct="1"/>
            <a:endParaRPr lang="en-US" sz="2400" dirty="0">
              <a:ea typeface="ＭＳ Ｐゴシック" charset="0"/>
              <a:cs typeface="ＭＳ Ｐゴシック" charset="0"/>
            </a:endParaRPr>
          </a:p>
          <a:p>
            <a:pPr algn="ctr" eaLnBrk="1" hangingPunct="1">
              <a:buFontTx/>
              <a:buNone/>
            </a:pPr>
            <a:r>
              <a:rPr lang="en-US" sz="2400" b="1" u="sng" dirty="0">
                <a:ea typeface="ＭＳ Ｐゴシック" charset="0"/>
                <a:cs typeface="ＭＳ Ｐゴシック" charset="0"/>
              </a:rPr>
              <a:t>Components of a Balance Sheet  </a:t>
            </a:r>
          </a:p>
          <a:p>
            <a:pPr lvl="1" eaLnBrk="1" hangingPunct="1"/>
            <a:r>
              <a:rPr lang="en-US" sz="2000" b="1" dirty="0">
                <a:ea typeface="ＭＳ Ｐゴシック" charset="0"/>
              </a:rPr>
              <a:t>Assets</a:t>
            </a:r>
            <a:r>
              <a:rPr lang="en-US" sz="2000" dirty="0">
                <a:ea typeface="ＭＳ Ｐゴシック" charset="0"/>
              </a:rPr>
              <a:t>:  resources/investments</a:t>
            </a:r>
          </a:p>
          <a:p>
            <a:pPr lvl="1" eaLnBrk="1" hangingPunct="1"/>
            <a:r>
              <a:rPr lang="en-US" sz="2000" b="1" dirty="0">
                <a:ea typeface="ＭＳ Ｐゴシック" charset="0"/>
              </a:rPr>
              <a:t>Liabilities</a:t>
            </a:r>
            <a:r>
              <a:rPr lang="en-US" sz="2000" dirty="0">
                <a:ea typeface="ＭＳ Ｐゴシック" charset="0"/>
              </a:rPr>
              <a:t>:  </a:t>
            </a:r>
          </a:p>
          <a:p>
            <a:pPr lvl="1" eaLnBrk="1" hangingPunct="1"/>
            <a:r>
              <a:rPr lang="en-US" sz="2000" b="1" dirty="0">
                <a:ea typeface="ＭＳ Ｐゴシック" charset="0"/>
              </a:rPr>
              <a:t>Shareholders’ Equity</a:t>
            </a:r>
            <a:r>
              <a:rPr lang="en-US" sz="2000" dirty="0">
                <a:ea typeface="ＭＳ Ｐゴシック" charset="0"/>
              </a:rPr>
              <a:t>:</a:t>
            </a:r>
          </a:p>
          <a:p>
            <a:pPr lvl="1" eaLnBrk="1" hangingPunct="1"/>
            <a:endParaRPr lang="en-US" sz="2000" b="1" dirty="0">
              <a:ea typeface="ＭＳ Ｐゴシック" charset="0"/>
            </a:endParaRPr>
          </a:p>
          <a:p>
            <a:pPr eaLnBrk="1" hangingPunct="1"/>
            <a:r>
              <a:rPr lang="en-US" sz="2400" b="1" dirty="0">
                <a:ea typeface="ＭＳ Ｐゴシック" charset="0"/>
                <a:cs typeface="ＭＳ Ｐゴシック" charset="0"/>
              </a:rPr>
              <a:t>Assets = Liabilities + Shareholders’ Equity</a:t>
            </a:r>
          </a:p>
          <a:p>
            <a:pPr eaLnBrk="1" hangingPunct="1"/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1945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Balance Sheet</a:t>
            </a:r>
          </a:p>
        </p:txBody>
      </p:sp>
      <p:sp>
        <p:nvSpPr>
          <p:cNvPr id="19461" name="AutoShape 4"/>
          <p:cNvSpPr>
            <a:spLocks/>
          </p:cNvSpPr>
          <p:nvPr/>
        </p:nvSpPr>
        <p:spPr bwMode="auto">
          <a:xfrm>
            <a:off x="3335338" y="2653951"/>
            <a:ext cx="533400" cy="685800"/>
          </a:xfrm>
          <a:prstGeom prst="rightBrace">
            <a:avLst>
              <a:gd name="adj1" fmla="val 10714"/>
              <a:gd name="adj2" fmla="val 46296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/>
            </a:endParaRPr>
          </a:p>
        </p:txBody>
      </p:sp>
      <p:sp>
        <p:nvSpPr>
          <p:cNvPr id="19462" name="Text Box 5"/>
          <p:cNvSpPr txBox="1">
            <a:spLocks noChangeArrowheads="1"/>
          </p:cNvSpPr>
          <p:nvPr/>
        </p:nvSpPr>
        <p:spPr bwMode="auto">
          <a:xfrm>
            <a:off x="3886200" y="2742851"/>
            <a:ext cx="365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2000" dirty="0">
                <a:latin typeface="Calibri"/>
              </a:rPr>
              <a:t>claims on resources/financing</a:t>
            </a:r>
            <a:endParaRPr lang="en-US" dirty="0">
              <a:latin typeface="Calibri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1" grpId="0" animBg="1"/>
      <p:bldP spid="1946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>
                <a:ea typeface="ＭＳ Ｐゴシック" charset="0"/>
                <a:cs typeface="ＭＳ Ｐゴシック" charset="0"/>
                <a:sym typeface="Monotype Sorts" charset="0"/>
              </a:rPr>
              <a:t>   </a:t>
            </a: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Costco’s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FY 2025 Balance Sheet (Assets)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6</a:t>
            </a:fld>
            <a:endParaRPr lang="en-US" altLang="en-US" dirty="0"/>
          </a:p>
        </p:txBody>
      </p:sp>
      <p:pic>
        <p:nvPicPr>
          <p:cNvPr id="7" name="Picture 6" descr="A blue and white striped background&#10;&#10;AI-generated content may be incorrect.">
            <a:extLst>
              <a:ext uri="{FF2B5EF4-FFF2-40B4-BE49-F238E27FC236}">
                <a16:creationId xmlns:a16="http://schemas.microsoft.com/office/drawing/2014/main" id="{7996F99F-8882-6F03-EC54-6D763ACD8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912953"/>
            <a:ext cx="8458200" cy="503209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3753E4-769C-6A02-1D63-B6AE45F51F29}"/>
              </a:ext>
            </a:extLst>
          </p:cNvPr>
          <p:cNvSpPr txBox="1"/>
          <p:nvPr/>
        </p:nvSpPr>
        <p:spPr>
          <a:xfrm>
            <a:off x="3429000" y="588647"/>
            <a:ext cx="21804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 ‘000,000s, except par value &amp; share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Costco’s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FY 2025 Balance Sheet (L &amp; SH Equity)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7</a:t>
            </a:fld>
            <a:endParaRPr lang="en-US" altLang="en-US" dirty="0"/>
          </a:p>
        </p:txBody>
      </p:sp>
      <p:pic>
        <p:nvPicPr>
          <p:cNvPr id="8" name="Picture 7" descr="A close-up of a financial statement&#10;&#10;AI-generated content may be incorrect.">
            <a:extLst>
              <a:ext uri="{FF2B5EF4-FFF2-40B4-BE49-F238E27FC236}">
                <a16:creationId xmlns:a16="http://schemas.microsoft.com/office/drawing/2014/main" id="{0FF7FB63-2BE4-C092-D468-0B8B80574E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8"/>
          <a:stretch>
            <a:fillRect/>
          </a:stretch>
        </p:blipFill>
        <p:spPr>
          <a:xfrm>
            <a:off x="384048" y="1118807"/>
            <a:ext cx="8458200" cy="51606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C472B59-45BC-4EF5-9245-B99042AC94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41149" y="598107"/>
            <a:ext cx="3200400" cy="5207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C03FCC0-BCE6-534A-9D38-CEA6F6A5026D}"/>
              </a:ext>
            </a:extLst>
          </p:cNvPr>
          <p:cNvSpPr txBox="1"/>
          <p:nvPr/>
        </p:nvSpPr>
        <p:spPr>
          <a:xfrm>
            <a:off x="2866205" y="578512"/>
            <a:ext cx="218040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 ‘000,000s, except par value &amp; share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Cash v. accrual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Assets that don’</a:t>
            </a:r>
            <a:r>
              <a:rPr lang="en-US" altLang="ja-JP" sz="2800" dirty="0">
                <a:ea typeface="ＭＳ Ｐゴシック" charset="0"/>
                <a:cs typeface="ＭＳ Ｐゴシック" charset="0"/>
              </a:rPr>
              <a:t>t appear on the BS</a:t>
            </a:r>
          </a:p>
          <a:p>
            <a:pPr lvl="1" eaLnBrk="1" hangingPunct="1"/>
            <a:r>
              <a:rPr lang="en-US" sz="2400" b="1" dirty="0">
                <a:ea typeface="ＭＳ Ｐゴシック" charset="0"/>
              </a:rPr>
              <a:t>Self-created intangibles</a:t>
            </a:r>
          </a:p>
          <a:p>
            <a:pPr lvl="2"/>
            <a:r>
              <a:rPr lang="en-US" sz="2400" b="1" dirty="0">
                <a:ea typeface="ＭＳ Ｐゴシック" charset="0"/>
              </a:rPr>
              <a:t>Brands, Goodwill, Software, Employee Training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Liabilities that don’</a:t>
            </a:r>
            <a:r>
              <a:rPr lang="en-US" altLang="ja-JP" sz="2800" dirty="0">
                <a:ea typeface="ＭＳ Ｐゴシック" charset="0"/>
                <a:cs typeface="ＭＳ Ｐゴシック" charset="0"/>
              </a:rPr>
              <a:t>t appear on the BS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Liquidity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Retained earnings</a:t>
            </a:r>
            <a:r>
              <a:rPr lang="en-US" sz="2800" dirty="0">
                <a:solidFill>
                  <a:srgbClr val="FF0021"/>
                </a:solidFill>
                <a:ea typeface="ＭＳ Ｐゴシック" charset="0"/>
                <a:cs typeface="ＭＳ Ｐゴシック" charset="0"/>
              </a:rPr>
              <a:t> ≠ 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cash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Estimates/contingencies </a:t>
            </a:r>
          </a:p>
          <a:p>
            <a:pPr eaLnBrk="1" hangingPunct="1"/>
            <a:r>
              <a:rPr lang="en-US" sz="2800" i="1" dirty="0">
                <a:ea typeface="ＭＳ Ｐゴシック" charset="0"/>
                <a:cs typeface="ＭＳ Ｐゴシック" charset="0"/>
              </a:rPr>
              <a:t>Book Value</a:t>
            </a:r>
          </a:p>
          <a:p>
            <a:pPr lvl="1" eaLnBrk="1" hangingPunct="1"/>
            <a:r>
              <a:rPr lang="en-US" sz="2400" b="1" i="1" dirty="0">
                <a:ea typeface="ＭＳ Ｐゴシック" charset="0"/>
              </a:rPr>
              <a:t>Fair market value v. historical cost</a:t>
            </a:r>
            <a:endParaRPr lang="en-US" sz="2400" dirty="0">
              <a:ea typeface="ＭＳ Ｐゴシック" charset="0"/>
            </a:endParaRPr>
          </a:p>
          <a:p>
            <a:pPr lvl="1" eaLnBrk="1" hangingPunct="1"/>
            <a:endParaRPr lang="en-US" sz="1800" dirty="0">
              <a:ea typeface="ＭＳ Ｐゴシック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Balance Sheet Concerns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4581" name="Oval 4"/>
          <p:cNvSpPr>
            <a:spLocks noChangeArrowheads="1"/>
          </p:cNvSpPr>
          <p:nvPr/>
        </p:nvSpPr>
        <p:spPr bwMode="auto">
          <a:xfrm>
            <a:off x="762000" y="5029200"/>
            <a:ext cx="4724400" cy="457200"/>
          </a:xfrm>
          <a:prstGeom prst="ellipse">
            <a:avLst/>
          </a:prstGeom>
          <a:noFill/>
          <a:ln w="28575">
            <a:solidFill>
              <a:srgbClr val="FF0021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en-US">
              <a:latin typeface="Calibri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8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3200" dirty="0">
                <a:ea typeface="ＭＳ Ｐゴシック" charset="0"/>
                <a:cs typeface="ＭＳ Ｐゴシック" charset="0"/>
              </a:rPr>
              <a:t>Shows firm’</a:t>
            </a:r>
            <a:r>
              <a:rPr lang="en-US" altLang="ja-JP" sz="3200" dirty="0">
                <a:ea typeface="ＭＳ Ｐゴシック" charset="0"/>
                <a:cs typeface="ＭＳ Ｐゴシック" charset="0"/>
              </a:rPr>
              <a:t>s net profit/loss over given period and how it was earned:</a:t>
            </a:r>
          </a:p>
          <a:p>
            <a:pPr lvl="1" eaLnBrk="1" hangingPunct="1"/>
            <a:r>
              <a:rPr lang="en-US" sz="2800" dirty="0">
                <a:ea typeface="ＭＳ Ｐゴシック" charset="0"/>
              </a:rPr>
              <a:t>Revenues</a:t>
            </a:r>
          </a:p>
          <a:p>
            <a:pPr lvl="1" eaLnBrk="1" hangingPunct="1"/>
            <a:r>
              <a:rPr lang="en-US" sz="2800" dirty="0">
                <a:ea typeface="ＭＳ Ｐゴシック" charset="0"/>
              </a:rPr>
              <a:t>Costs/Expenses</a:t>
            </a:r>
          </a:p>
          <a:p>
            <a:pPr lvl="1" eaLnBrk="1" hangingPunct="1"/>
            <a:r>
              <a:rPr lang="en-US" sz="2800" dirty="0">
                <a:ea typeface="ＭＳ Ｐゴシック" charset="0"/>
              </a:rPr>
              <a:t>Interest/Dividends</a:t>
            </a:r>
          </a:p>
          <a:p>
            <a:pPr lvl="1" eaLnBrk="1" hangingPunct="1"/>
            <a:r>
              <a:rPr lang="en-US" sz="2800" dirty="0">
                <a:ea typeface="ＭＳ Ｐゴシック" charset="0"/>
              </a:rPr>
              <a:t>Income Taxes</a:t>
            </a:r>
          </a:p>
          <a:p>
            <a:pPr eaLnBrk="1" hangingPunct="1"/>
            <a:r>
              <a:rPr lang="en-US" sz="3200" dirty="0">
                <a:ea typeface="ＭＳ Ｐゴシック" charset="0"/>
                <a:cs typeface="ＭＳ Ｐゴシック" charset="0"/>
              </a:rPr>
              <a:t>Measures </a:t>
            </a:r>
            <a:r>
              <a:rPr lang="en-US" sz="3200" b="1" i="1" dirty="0">
                <a:ea typeface="ＭＳ Ｐゴシック" charset="0"/>
                <a:cs typeface="ＭＳ Ｐゴシック" charset="0"/>
              </a:rPr>
              <a:t>flows</a:t>
            </a:r>
            <a:r>
              <a:rPr lang="en-US" sz="3200" dirty="0">
                <a:ea typeface="ＭＳ Ｐゴシック" charset="0"/>
                <a:cs typeface="ＭＳ Ｐゴシック" charset="0"/>
              </a:rPr>
              <a:t> not stock</a:t>
            </a:r>
          </a:p>
          <a:p>
            <a:pPr eaLnBrk="1" hangingPunct="1"/>
            <a:r>
              <a:rPr lang="en-US" sz="3200" dirty="0">
                <a:ea typeface="ＭＳ Ｐゴシック" charset="0"/>
                <a:cs typeface="ＭＳ Ｐゴシック" charset="0"/>
              </a:rPr>
              <a:t>Also referred to </a:t>
            </a:r>
            <a:r>
              <a:rPr lang="en-US" sz="3200">
                <a:ea typeface="ＭＳ Ｐゴシック" charset="0"/>
                <a:cs typeface="ＭＳ Ｐゴシック" charset="0"/>
              </a:rPr>
              <a:t>as a P</a:t>
            </a:r>
            <a:r>
              <a:rPr lang="en-US" sz="3200" dirty="0">
                <a:ea typeface="ＭＳ Ｐゴシック" charset="0"/>
                <a:cs typeface="ＭＳ Ｐゴシック" charset="0"/>
              </a:rPr>
              <a:t>&amp;L Statement</a:t>
            </a:r>
          </a:p>
        </p:txBody>
      </p:sp>
      <p:sp>
        <p:nvSpPr>
          <p:cNvPr id="2662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Income Statement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9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buFont typeface="Wingdings" charset="0"/>
              <a:buNone/>
            </a:pPr>
            <a:r>
              <a:rPr lang="en-US">
                <a:ea typeface="ＭＳ Ｐゴシック" charset="0"/>
              </a:rPr>
              <a:t> 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Costco’s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FY 2025 Income Statement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7653" name="Rectangle 5"/>
          <p:cNvSpPr>
            <a:spLocks noChangeArrowheads="1"/>
          </p:cNvSpPr>
          <p:nvPr/>
        </p:nvSpPr>
        <p:spPr bwMode="auto">
          <a:xfrm>
            <a:off x="5343525" y="866775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endParaRPr lang="en-US">
              <a:latin typeface="Calibri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10</a:t>
            </a:fld>
            <a:endParaRPr lang="en-US" altLang="en-US" dirty="0"/>
          </a:p>
        </p:txBody>
      </p:sp>
      <p:pic>
        <p:nvPicPr>
          <p:cNvPr id="7" name="Picture 6" descr="A table with numbers and a few lines&#10;&#10;AI-generated content may be incorrect.">
            <a:extLst>
              <a:ext uri="{FF2B5EF4-FFF2-40B4-BE49-F238E27FC236}">
                <a16:creationId xmlns:a16="http://schemas.microsoft.com/office/drawing/2014/main" id="{1D2D8862-117B-D847-4DAA-EDDD1ED234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609600"/>
            <a:ext cx="8458200" cy="55626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AC00A2D-782B-CED8-A9C1-2D366FD6B60B}"/>
              </a:ext>
            </a:extLst>
          </p:cNvPr>
          <p:cNvSpPr txBox="1"/>
          <p:nvPr/>
        </p:nvSpPr>
        <p:spPr>
          <a:xfrm>
            <a:off x="3352800" y="578078"/>
            <a:ext cx="7489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 ‘000,000s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a typeface="ＭＳ Ｐゴシック" charset="0"/>
                <a:cs typeface="ＭＳ Ｐゴシック" charset="0"/>
              </a:rPr>
              <a:t>Shows changes in Cash (BS) over period</a:t>
            </a:r>
          </a:p>
          <a:p>
            <a:pPr lvl="1"/>
            <a:r>
              <a:rPr lang="en-US" sz="2000" dirty="0">
                <a:ea typeface="ＭＳ Ｐゴシック" charset="0"/>
              </a:rPr>
              <a:t>Flow, not stock</a:t>
            </a:r>
          </a:p>
          <a:p>
            <a:r>
              <a:rPr lang="en-US" sz="2400" dirty="0">
                <a:ea typeface="ＭＳ Ｐゴシック" charset="0"/>
                <a:cs typeface="ＭＳ Ｐゴシック" charset="0"/>
              </a:rPr>
              <a:t>Difference between Net Income and Cash Flow?</a:t>
            </a:r>
          </a:p>
          <a:p>
            <a:r>
              <a:rPr lang="en-US" sz="2400" dirty="0">
                <a:ea typeface="ＭＳ Ｐゴシック" charset="0"/>
                <a:cs typeface="ＭＳ Ｐゴシック" charset="0"/>
              </a:rPr>
              <a:t>CFs separated by activity:</a:t>
            </a:r>
          </a:p>
          <a:p>
            <a:pPr lvl="1"/>
            <a:r>
              <a:rPr lang="en-US" sz="2000" dirty="0">
                <a:ea typeface="ＭＳ Ｐゴシック" charset="0"/>
              </a:rPr>
              <a:t>Operating Activities</a:t>
            </a:r>
          </a:p>
          <a:p>
            <a:pPr lvl="1"/>
            <a:r>
              <a:rPr lang="en-US" sz="2000" dirty="0">
                <a:ea typeface="ＭＳ Ｐゴシック" charset="0"/>
              </a:rPr>
              <a:t>Investing Activities</a:t>
            </a:r>
          </a:p>
          <a:p>
            <a:pPr lvl="1"/>
            <a:r>
              <a:rPr lang="en-US" sz="2000" dirty="0">
                <a:ea typeface="ＭＳ Ｐゴシック" charset="0"/>
              </a:rPr>
              <a:t>Financing Activities</a:t>
            </a:r>
          </a:p>
        </p:txBody>
      </p:sp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ea typeface="ＭＳ Ｐゴシック" charset="0"/>
                <a:cs typeface="ＭＳ Ｐゴシック" charset="0"/>
              </a:rPr>
              <a:t>Statement of Cash Flows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11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dirty="0"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Costco’s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FY 2025 Statement of Cash Flows:  Operating  &amp; Investing Activities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12</a:t>
            </a:fld>
            <a:endParaRPr lang="en-US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92D945-CD98-295C-3183-8689EE7F5DF8}"/>
              </a:ext>
            </a:extLst>
          </p:cNvPr>
          <p:cNvSpPr txBox="1"/>
          <p:nvPr/>
        </p:nvSpPr>
        <p:spPr>
          <a:xfrm>
            <a:off x="4419600" y="681966"/>
            <a:ext cx="7489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 ‘000,000s</a:t>
            </a:r>
          </a:p>
        </p:txBody>
      </p:sp>
      <p:pic>
        <p:nvPicPr>
          <p:cNvPr id="10" name="Picture 9" descr="A close-up of a report&#10;&#10;AI-generated content may be incorrect.">
            <a:extLst>
              <a:ext uri="{FF2B5EF4-FFF2-40B4-BE49-F238E27FC236}">
                <a16:creationId xmlns:a16="http://schemas.microsoft.com/office/drawing/2014/main" id="{60B1997F-C532-BEF4-670A-84605F4E2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752" y="838200"/>
            <a:ext cx="8458200" cy="5181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50387"/>
            <a:ext cx="8458200" cy="365127"/>
          </a:xfrm>
        </p:spPr>
        <p:txBody>
          <a:bodyPr/>
          <a:lstStyle/>
          <a:p>
            <a:r>
              <a:rPr lang="en-US" dirty="0">
                <a:ea typeface="ＭＳ Ｐゴシック" charset="0"/>
                <a:cs typeface="ＭＳ Ｐゴシック" charset="0"/>
              </a:rPr>
              <a:t>Costco’s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FY 2025 Statement of Cash Flows: Financing Activities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13</a:t>
            </a:fld>
            <a:endParaRPr lang="en-US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221DD2F-806C-4B41-93B7-1DBEB963E181}"/>
              </a:ext>
            </a:extLst>
          </p:cNvPr>
          <p:cNvSpPr txBox="1"/>
          <p:nvPr/>
        </p:nvSpPr>
        <p:spPr>
          <a:xfrm>
            <a:off x="5943600" y="661086"/>
            <a:ext cx="3048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2025	    2024      2023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67770D-CCA7-230D-B30B-404B2212D689}"/>
              </a:ext>
            </a:extLst>
          </p:cNvPr>
          <p:cNvSpPr txBox="1"/>
          <p:nvPr/>
        </p:nvSpPr>
        <p:spPr>
          <a:xfrm>
            <a:off x="4800600" y="697086"/>
            <a:ext cx="7489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 ‘000,000s</a:t>
            </a:r>
          </a:p>
        </p:txBody>
      </p:sp>
      <p:pic>
        <p:nvPicPr>
          <p:cNvPr id="6" name="Picture 5" descr="A close-up of a financial statement&#10;&#10;AI-generated content may be incorrect.">
            <a:extLst>
              <a:ext uri="{FF2B5EF4-FFF2-40B4-BE49-F238E27FC236}">
                <a16:creationId xmlns:a16="http://schemas.microsoft.com/office/drawing/2014/main" id="{FF177CA0-9DD3-04E1-1539-11665F739C1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09"/>
          <a:stretch>
            <a:fillRect/>
          </a:stretch>
        </p:blipFill>
        <p:spPr>
          <a:xfrm>
            <a:off x="384048" y="1066800"/>
            <a:ext cx="8458200" cy="509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303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41934"/>
            <a:ext cx="8458200" cy="365127"/>
          </a:xfrm>
        </p:spPr>
        <p:txBody>
          <a:bodyPr/>
          <a:lstStyle/>
          <a:p>
            <a:pPr eaLnBrk="1" hangingPunct="1"/>
            <a:r>
              <a:rPr lang="en-US" dirty="0">
                <a:ea typeface="ＭＳ Ｐゴシック" charset="0"/>
                <a:cs typeface="ＭＳ Ｐゴシック" charset="0"/>
              </a:rPr>
              <a:t>Costco’s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FY 2025</a:t>
            </a:r>
            <a:r>
              <a:rPr lang="en-US" dirty="0">
                <a:ea typeface="ＭＳ Ｐゴシック" charset="0"/>
                <a:cs typeface="ＭＳ Ｐゴシック" charset="0"/>
              </a:rPr>
              <a:t>’s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 </a:t>
            </a:r>
            <a:r>
              <a:rPr lang="en-US" b="1" dirty="0">
                <a:ea typeface="ＭＳ Ｐゴシック" charset="0"/>
                <a:cs typeface="ＭＳ Ｐゴシック" charset="0"/>
              </a:rPr>
              <a:t>Consolidated Statement of Common Shareholders</a:t>
            </a:r>
            <a:r>
              <a:rPr lang="ja-JP" altLang="en-US" b="1" dirty="0">
                <a:ea typeface="ＭＳ Ｐゴシック" charset="0"/>
                <a:cs typeface="ＭＳ Ｐゴシック" charset="0"/>
              </a:rPr>
              <a:t>’</a:t>
            </a:r>
            <a:r>
              <a:rPr lang="en-US" altLang="ja-JP" b="1" dirty="0">
                <a:ea typeface="ＭＳ Ｐゴシック" charset="0"/>
                <a:cs typeface="ＭＳ Ｐゴシック" charset="0"/>
              </a:rPr>
              <a:t>Equity</a:t>
            </a:r>
            <a:endParaRPr lang="en-US" b="1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14</a:t>
            </a:fld>
            <a:endParaRPr lang="en-US" alt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E04068E-789E-76DE-FE36-0BDF91BC5D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599355"/>
            <a:ext cx="6403848" cy="6985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0B8B4B0-2AC3-48CF-98EB-547B868B2B61}"/>
              </a:ext>
            </a:extLst>
          </p:cNvPr>
          <p:cNvSpPr txBox="1"/>
          <p:nvPr/>
        </p:nvSpPr>
        <p:spPr>
          <a:xfrm>
            <a:off x="152400" y="9053"/>
            <a:ext cx="74892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/>
              <a:t>In ‘000,000s</a:t>
            </a:r>
          </a:p>
        </p:txBody>
      </p:sp>
      <p:pic>
        <p:nvPicPr>
          <p:cNvPr id="5" name="Picture 4" descr="A table with numbers and lines&#10;&#10;AI-generated content may be incorrect.">
            <a:extLst>
              <a:ext uri="{FF2B5EF4-FFF2-40B4-BE49-F238E27FC236}">
                <a16:creationId xmlns:a16="http://schemas.microsoft.com/office/drawing/2014/main" id="{29454E2F-D648-34DF-3252-A642B6F2FA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97854"/>
            <a:ext cx="8001000" cy="48743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Finance focuses on Cash Flows</a:t>
            </a: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Accountants focus on current valuation through the lenses of the BS, IS, and </a:t>
            </a:r>
            <a:r>
              <a:rPr lang="en-US" sz="2400" dirty="0" err="1">
                <a:ea typeface="ＭＳ Ｐゴシック" charset="0"/>
                <a:cs typeface="ＭＳ Ｐゴシック" charset="0"/>
              </a:rPr>
              <a:t>SoCF</a:t>
            </a:r>
            <a:endParaRPr lang="en-US" sz="2400" dirty="0">
              <a:ea typeface="ＭＳ Ｐゴシック" charset="0"/>
              <a:cs typeface="ＭＳ Ｐゴシック" charset="0"/>
            </a:endParaRPr>
          </a:p>
          <a:p>
            <a:pPr eaLnBrk="1" hangingPunct="1"/>
            <a:r>
              <a:rPr lang="en-US" sz="2400" dirty="0">
                <a:ea typeface="ＭＳ Ｐゴシック" charset="0"/>
                <a:cs typeface="ＭＳ Ｐゴシック" charset="0"/>
              </a:rPr>
              <a:t>Important Differences: 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Accruals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  </a:t>
            </a:r>
          </a:p>
          <a:p>
            <a:pPr lvl="1" eaLnBrk="1" hangingPunct="1"/>
            <a:r>
              <a:rPr lang="en-US" sz="2000" b="1" dirty="0">
                <a:ea typeface="ＭＳ Ｐゴシック" charset="0"/>
              </a:rPr>
              <a:t>long-term (depreciation), </a:t>
            </a:r>
            <a:r>
              <a:rPr lang="en-US" sz="2000" dirty="0">
                <a:ea typeface="ＭＳ Ｐゴシック" charset="0"/>
              </a:rPr>
              <a:t>and </a:t>
            </a:r>
          </a:p>
          <a:p>
            <a:pPr lvl="1" eaLnBrk="1" hangingPunct="1"/>
            <a:r>
              <a:rPr lang="en-US" sz="2000" dirty="0">
                <a:ea typeface="ＭＳ Ｐゴシック" charset="0"/>
              </a:rPr>
              <a:t>short-term (changes in working capital, </a:t>
            </a:r>
            <a:r>
              <a:rPr lang="en-US" sz="2000" i="1" dirty="0">
                <a:ea typeface="ＭＳ Ｐゴシック" charset="0"/>
              </a:rPr>
              <a:t>e.g., </a:t>
            </a:r>
            <a:r>
              <a:rPr lang="en-US" sz="2000" dirty="0">
                <a:ea typeface="ＭＳ Ｐゴシック" charset="0"/>
              </a:rPr>
              <a:t>accounts receivable</a:t>
            </a:r>
            <a:r>
              <a:rPr lang="en-US" sz="2000" i="1" dirty="0">
                <a:ea typeface="ＭＳ Ｐゴシック" charset="0"/>
              </a:rPr>
              <a:t>,</a:t>
            </a:r>
            <a:r>
              <a:rPr lang="en-US" sz="2000" dirty="0">
                <a:ea typeface="ＭＳ Ｐゴシック" charset="0"/>
              </a:rPr>
              <a:t> and corporate income taxes)</a:t>
            </a:r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>
                <a:ea typeface="ＭＳ Ｐゴシック" charset="0"/>
                <a:cs typeface="ＭＳ Ｐゴシック" charset="0"/>
              </a:rPr>
              <a:t>Finance and Accounting</a:t>
            </a:r>
            <a:endParaRPr lang="en-US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15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342900" indent="-342900"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Accrual vs. cash method of accounting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Sales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Payables, such as interest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Capital expenditures vs. expenses</a:t>
            </a:r>
          </a:p>
          <a:p>
            <a:pPr marL="342900" indent="-342900" eaLnBrk="1" hangingPunct="1">
              <a:lnSpc>
                <a:spcPct val="90000"/>
              </a:lnSpc>
            </a:pPr>
            <a:endParaRPr lang="en-US" sz="2400" dirty="0">
              <a:ea typeface="ＭＳ Ｐゴシック" charset="0"/>
              <a:cs typeface="ＭＳ Ｐゴシック" charset="0"/>
            </a:endParaRPr>
          </a:p>
          <a:p>
            <a:pPr marL="342900" indent="-342900" eaLnBrk="1" hangingPunct="1">
              <a:lnSpc>
                <a:spcPct val="90000"/>
              </a:lnSpc>
            </a:pPr>
            <a:r>
              <a:rPr lang="en-US" sz="2400" dirty="0">
                <a:ea typeface="ＭＳ Ｐゴシック" charset="0"/>
                <a:cs typeface="ＭＳ Ｐゴシック" charset="0"/>
              </a:rPr>
              <a:t>Depreciation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Accounting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Economic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Tax (SL v. accelerated)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Useful life, salvage value, and conventions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000" dirty="0">
                <a:ea typeface="ＭＳ Ｐゴシック" charset="0"/>
              </a:rPr>
              <a:t>Depreciation is </a:t>
            </a:r>
            <a:r>
              <a:rPr lang="en-US" sz="2000" i="1" dirty="0">
                <a:ea typeface="ＭＳ Ｐゴシック" charset="0"/>
              </a:rPr>
              <a:t>NOT</a:t>
            </a:r>
            <a:r>
              <a:rPr lang="en-US" sz="2000" dirty="0">
                <a:ea typeface="ＭＳ Ｐゴシック" charset="0"/>
              </a:rPr>
              <a:t> a CF, but it affects taxes, a CF</a:t>
            </a:r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Cash Flows (Finance) vs. Accruals (Accounting)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16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38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Classification of Securities with readily determinable fair value</a:t>
            </a:r>
          </a:p>
          <a:p>
            <a:pPr lvl="1" eaLnBrk="1" hangingPunct="1"/>
            <a:r>
              <a:rPr lang="en-US" sz="2400" i="1" dirty="0">
                <a:ea typeface="ＭＳ Ｐゴシック" charset="0"/>
              </a:rPr>
              <a:t>Marketable Securities</a:t>
            </a:r>
            <a:r>
              <a:rPr lang="en-US" sz="2400" dirty="0">
                <a:ea typeface="ＭＳ Ｐゴシック" charset="0"/>
              </a:rPr>
              <a:t>:  liquid assets that the company can and intends to convert into cash, when necessary, but usually within 1 year (current asset)</a:t>
            </a:r>
          </a:p>
          <a:p>
            <a:pPr lvl="1" eaLnBrk="1" hangingPunct="1"/>
            <a:r>
              <a:rPr lang="en-US" sz="2400" i="1" dirty="0">
                <a:ea typeface="ＭＳ Ｐゴシック" charset="0"/>
              </a:rPr>
              <a:t>Investment In Securities</a:t>
            </a:r>
            <a:r>
              <a:rPr lang="en-US" sz="2400" dirty="0">
                <a:ea typeface="ＭＳ Ｐゴシック" charset="0"/>
              </a:rPr>
              <a:t>: noncurrent asset</a:t>
            </a:r>
          </a:p>
          <a:p>
            <a:pPr eaLnBrk="1" hangingPunct="1"/>
            <a:r>
              <a:rPr lang="en-US" sz="2800" dirty="0">
                <a:ea typeface="ＭＳ Ｐゴシック" charset="0"/>
                <a:cs typeface="ＭＳ Ｐゴシック" charset="0"/>
              </a:rPr>
              <a:t>Valuation at Acquisition</a:t>
            </a:r>
          </a:p>
          <a:p>
            <a:pPr lvl="1" eaLnBrk="1" hangingPunct="1"/>
            <a:r>
              <a:rPr lang="en-US" sz="2400" dirty="0">
                <a:ea typeface="ＭＳ Ｐゴシック" charset="0"/>
              </a:rPr>
              <a:t>Initially booked at </a:t>
            </a:r>
            <a:r>
              <a:rPr lang="en-US" sz="2400" i="1" dirty="0">
                <a:ea typeface="ＭＳ Ｐゴシック" charset="0"/>
              </a:rPr>
              <a:t>cost</a:t>
            </a:r>
          </a:p>
          <a:p>
            <a:pPr eaLnBrk="1" hangingPunct="1">
              <a:buFontTx/>
              <a:buNone/>
            </a:pPr>
            <a:r>
              <a:rPr lang="en-US" sz="3600" i="1" dirty="0"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Fair Value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17</a:t>
            </a:fld>
            <a:endParaRPr lang="en-US" alt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284163" indent="-284163" eaLnBrk="1" hangingPunct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Trading Securities (TS)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dirty="0">
                <a:ea typeface="ＭＳ Ｐゴシック" charset="0"/>
              </a:rPr>
              <a:t>Held for short-term profit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Shown on the BS at </a:t>
            </a:r>
            <a:r>
              <a:rPr lang="en-US" sz="2000" b="1" i="1" dirty="0">
                <a:solidFill>
                  <a:srgbClr val="FF0000"/>
                </a:solidFill>
                <a:ea typeface="ＭＳ Ｐゴシック" charset="0"/>
              </a:rPr>
              <a:t>FV</a:t>
            </a: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 with changes in FV reported in the IS</a:t>
            </a:r>
          </a:p>
          <a:p>
            <a:pPr marL="284163" indent="-284163" eaLnBrk="1" hangingPunct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Securities Available for Sale (AFS)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dirty="0">
                <a:ea typeface="ＭＳ Ｐゴシック" charset="0"/>
              </a:rPr>
              <a:t>Neither TS nor HTM; acquired for operating rather than ST potential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Shown on the BS at </a:t>
            </a:r>
            <a:r>
              <a:rPr lang="en-US" sz="2000" b="1" i="1" dirty="0">
                <a:solidFill>
                  <a:srgbClr val="FF0000"/>
                </a:solidFill>
                <a:ea typeface="ＭＳ Ｐゴシック" charset="0"/>
              </a:rPr>
              <a:t>FV</a:t>
            </a: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 with changes in FV reported SHs </a:t>
            </a:r>
            <a:r>
              <a:rPr lang="en-US" altLang="ja-JP" sz="2000" b="1" dirty="0">
                <a:solidFill>
                  <a:srgbClr val="FF0000"/>
                </a:solidFill>
                <a:ea typeface="ＭＳ Ｐゴシック" charset="0"/>
              </a:rPr>
              <a:t>Equity in Comprehensive Income</a:t>
            </a:r>
          </a:p>
          <a:p>
            <a:pPr marL="284163" indent="-284163" eaLnBrk="1" hangingPunct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Debt Held to Maturity</a:t>
            </a:r>
            <a:r>
              <a:rPr lang="en-US" sz="2400" b="1" i="1" dirty="0">
                <a:ea typeface="ＭＳ Ｐゴシック" charset="0"/>
                <a:cs typeface="ＭＳ Ｐゴシック" charset="0"/>
              </a:rPr>
              <a:t>  </a:t>
            </a:r>
            <a:r>
              <a:rPr lang="en-US" sz="2400" b="1" dirty="0">
                <a:ea typeface="ＭＳ Ｐゴシック" charset="0"/>
                <a:cs typeface="ＭＳ Ｐゴシック" charset="0"/>
              </a:rPr>
              <a:t>(HTM)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dirty="0">
                <a:ea typeface="ＭＳ Ｐゴシック" charset="0"/>
              </a:rPr>
              <a:t>Debt securities that a firm intends to hold to maturity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Shown on the BS at </a:t>
            </a:r>
            <a:r>
              <a:rPr lang="en-US" sz="2000" b="1" i="1" dirty="0">
                <a:solidFill>
                  <a:srgbClr val="FF0000"/>
                </a:solidFill>
                <a:ea typeface="ＭＳ Ｐゴシック" charset="0"/>
              </a:rPr>
              <a:t>amortized cost</a:t>
            </a:r>
            <a:r>
              <a:rPr lang="en-US" sz="2000" dirty="0">
                <a:ea typeface="ＭＳ Ｐゴシック" charset="0"/>
              </a:rPr>
              <a:t> (premium or discount amortized over the life of the bond as an adjustment to interest)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dirty="0">
                <a:ea typeface="ＭＳ Ｐゴシック" charset="0"/>
              </a:rPr>
              <a:t>Changes in FV not reported in IS or BS unless security value is permanently impaired</a:t>
            </a:r>
          </a:p>
          <a:p>
            <a:pPr marL="284163" indent="-284163" eaLnBrk="1" hangingPunct="1">
              <a:lnSpc>
                <a:spcPct val="8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Direct Investment Loans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b="1" dirty="0">
                <a:ea typeface="ＭＳ Ｐゴシック" charset="0"/>
              </a:rPr>
              <a:t>HFI:  </a:t>
            </a: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shown at amortized cost</a:t>
            </a:r>
            <a:r>
              <a:rPr lang="en-US" sz="2000" dirty="0">
                <a:ea typeface="ＭＳ Ｐゴシック" charset="0"/>
              </a:rPr>
              <a:t>, with </a:t>
            </a:r>
            <a:r>
              <a:rPr lang="en-US" sz="2000" i="1" dirty="0">
                <a:ea typeface="ＭＳ Ｐゴシック" charset="0"/>
              </a:rPr>
              <a:t>impairment</a:t>
            </a:r>
            <a:r>
              <a:rPr lang="en-US" sz="2000" dirty="0">
                <a:ea typeface="ＭＳ Ｐゴシック" charset="0"/>
              </a:rPr>
              <a:t> recognized for probable credit losses (delay in timing and amount of E(CF) due to events incurred as of measurement date)</a:t>
            </a:r>
          </a:p>
          <a:p>
            <a:pPr marL="630238" lvl="1" indent="-173038" eaLnBrk="1" hangingPunct="1">
              <a:lnSpc>
                <a:spcPct val="80000"/>
              </a:lnSpc>
            </a:pPr>
            <a:r>
              <a:rPr lang="en-US" sz="2000" b="1" dirty="0">
                <a:ea typeface="ＭＳ Ｐゴシック" charset="0"/>
              </a:rPr>
              <a:t>HFS:  </a:t>
            </a:r>
            <a:r>
              <a:rPr lang="en-US" sz="2000" b="1" dirty="0">
                <a:solidFill>
                  <a:srgbClr val="FF0000"/>
                </a:solidFill>
                <a:ea typeface="ＭＳ Ｐゴシック" charset="0"/>
              </a:rPr>
              <a:t>lower-of-cost-or-FV</a:t>
            </a:r>
            <a:r>
              <a:rPr lang="en-US" sz="2000" dirty="0">
                <a:ea typeface="ＭＳ Ｐゴシック" charset="0"/>
              </a:rPr>
              <a:t>, with losses recognized in income</a:t>
            </a:r>
            <a:endParaRPr lang="en-US" sz="2000" b="1" dirty="0">
              <a:ea typeface="ＭＳ Ｐゴシック" charset="0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ea typeface="ＭＳ Ｐゴシック" charset="0"/>
                <a:cs typeface="ＭＳ Ｐゴシック" charset="0"/>
              </a:rPr>
              <a:t>FV</a:t>
            </a:r>
            <a:r>
              <a:rPr lang="en-US" dirty="0">
                <a:ea typeface="ＭＳ Ｐゴシック" charset="0"/>
                <a:cs typeface="ＭＳ Ｐゴシック" charset="0"/>
              </a:rPr>
              <a:t>: Valuation after Acquisition FASB 115 (Topics 320 and 820)</a:t>
            </a:r>
            <a:endParaRPr lang="en-US" dirty="0">
              <a:latin typeface="+mn-lt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18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86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286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286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286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1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286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9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286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286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286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3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5" dur="500"/>
                                        <p:tgtEl>
                                          <p:spTgt spid="2867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6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8" dur="500"/>
                                        <p:tgtEl>
                                          <p:spTgt spid="286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286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4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6" dur="500"/>
                                        <p:tgtEl>
                                          <p:spTgt spid="286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7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28672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23" grpId="0" build="p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73038" indent="-173038" eaLnBrk="1" hangingPunct="1">
              <a:lnSpc>
                <a:spcPct val="9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Fair Value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: </a:t>
            </a:r>
          </a:p>
          <a:p>
            <a:pPr marL="517525" lvl="1" indent="-171450" eaLnBrk="1" hangingPunct="1">
              <a:lnSpc>
                <a:spcPct val="90000"/>
              </a:lnSpc>
            </a:pPr>
            <a:r>
              <a:rPr lang="ja-JP" altLang="en-US" sz="2000">
                <a:ea typeface="ＭＳ Ｐゴシック" charset="0"/>
              </a:rPr>
              <a:t>“</a:t>
            </a:r>
            <a:r>
              <a:rPr lang="en-US" altLang="ja-JP" sz="2000" dirty="0">
                <a:latin typeface="Helvetica" charset="0"/>
                <a:ea typeface="ＭＳ Ｐゴシック" charset="0"/>
              </a:rPr>
              <a:t>price that would be received to</a:t>
            </a:r>
            <a:r>
              <a:rPr lang="en-US" altLang="ja-JP" sz="2000" i="1" dirty="0">
                <a:latin typeface="Helvetica" charset="0"/>
                <a:ea typeface="ＭＳ Ｐゴシック" charset="0"/>
              </a:rPr>
              <a:t> sell </a:t>
            </a:r>
            <a:r>
              <a:rPr lang="en-US" altLang="ja-JP" sz="2000" dirty="0">
                <a:latin typeface="Helvetica" charset="0"/>
                <a:ea typeface="ＭＳ Ｐゴシック" charset="0"/>
              </a:rPr>
              <a:t>an asset or paid to transfer a liability in an orderly transaction between market participants at the measurement date.</a:t>
            </a:r>
            <a:r>
              <a:rPr lang="ja-JP" altLang="en-US" sz="2000">
                <a:latin typeface="Helvetica" charset="0"/>
                <a:ea typeface="ＭＳ Ｐゴシック" charset="0"/>
              </a:rPr>
              <a:t>”</a:t>
            </a:r>
            <a:r>
              <a:rPr lang="en-US" altLang="ja-JP" sz="2000" dirty="0">
                <a:latin typeface="Helvetica" charset="0"/>
                <a:ea typeface="ＭＳ Ｐゴシック" charset="0"/>
              </a:rPr>
              <a:t> SFAS 157, par. 5.</a:t>
            </a:r>
            <a:r>
              <a:rPr lang="en-US" altLang="ja-JP" sz="2000" dirty="0">
                <a:ea typeface="ＭＳ Ｐゴシック" charset="0"/>
              </a:rPr>
              <a:t>  (Topic 820-10-35-2)</a:t>
            </a:r>
          </a:p>
          <a:p>
            <a:pPr marL="173038" indent="-173038" eaLnBrk="1" hangingPunct="1">
              <a:lnSpc>
                <a:spcPct val="9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Level 1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:  inputs based on prices on active markets of identical asset or liability</a:t>
            </a:r>
          </a:p>
          <a:p>
            <a:pPr marL="173038" indent="-173038" eaLnBrk="1" hangingPunct="1">
              <a:lnSpc>
                <a:spcPct val="9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Level 2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: quoted prices of similar instruments in active markets or identical instruments in inactive markets, or market information on valuation parameters (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e.g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., yield curves, interest rates)</a:t>
            </a:r>
          </a:p>
          <a:p>
            <a:pPr marL="173038" indent="-173038" eaLnBrk="1" hangingPunct="1">
              <a:lnSpc>
                <a:spcPct val="90000"/>
              </a:lnSpc>
            </a:pPr>
            <a:r>
              <a:rPr lang="en-US" sz="2400" b="1" dirty="0">
                <a:ea typeface="ＭＳ Ｐゴシック" charset="0"/>
                <a:cs typeface="ＭＳ Ｐゴシック" charset="0"/>
              </a:rPr>
              <a:t>Level 3</a:t>
            </a:r>
            <a:r>
              <a:rPr lang="en-US" sz="2400" dirty="0">
                <a:ea typeface="ＭＳ Ｐゴシック" charset="0"/>
                <a:cs typeface="ＭＳ Ｐゴシック" charset="0"/>
              </a:rPr>
              <a:t>:  inputs that are not currently observable, such as the </a:t>
            </a:r>
            <a:r>
              <a:rPr lang="en-US" sz="2400" i="1" dirty="0">
                <a:ea typeface="ＭＳ Ｐゴシック" charset="0"/>
                <a:cs typeface="ＭＳ Ｐゴシック" charset="0"/>
              </a:rPr>
              <a:t>firm’</a:t>
            </a:r>
            <a:r>
              <a:rPr lang="en-US" altLang="ja-JP" sz="2400" i="1" dirty="0">
                <a:ea typeface="ＭＳ Ｐゴシック" charset="0"/>
                <a:cs typeface="ＭＳ Ｐゴシック" charset="0"/>
              </a:rPr>
              <a:t>s own assumptions 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regarding valuation parameters that participants would use</a:t>
            </a:r>
            <a:r>
              <a:rPr lang="en-US" altLang="ja-JP" sz="2400" i="1" dirty="0">
                <a:ea typeface="ＭＳ Ｐゴシック" charset="0"/>
                <a:cs typeface="ＭＳ Ｐゴシック" charset="0"/>
              </a:rPr>
              <a:t>, e.g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., expected CFs, discount rates.</a:t>
            </a:r>
            <a:endParaRPr lang="en-US" sz="2400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Fair Value Hierarchy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19</a:t>
            </a:fld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b="1" dirty="0">
                <a:ea typeface="ＭＳ Ｐゴシック" charset="0"/>
                <a:cs typeface="ＭＳ Ｐゴシック" charset="0"/>
              </a:rPr>
              <a:t>Level Designations and Typical Instruments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pic>
        <p:nvPicPr>
          <p:cNvPr id="45061" name="Picture 4" descr="Snapshot 2009-03-16 21-49-5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48" y="685800"/>
            <a:ext cx="84582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20</a:t>
            </a:fld>
            <a:endParaRPr lang="en-US" altLang="en-US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ea typeface="ＭＳ Ｐゴシック" charset="0"/>
                <a:cs typeface="ＭＳ Ｐゴシック" charset="0"/>
              </a:rPr>
              <a:t>Why can’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t we just use earnings for our </a:t>
            </a:r>
            <a:r>
              <a:rPr lang="en-US" altLang="ja-JP" sz="2400" dirty="0" err="1">
                <a:ea typeface="ＭＳ Ｐゴシック" charset="0"/>
                <a:cs typeface="ＭＳ Ｐゴシック" charset="0"/>
              </a:rPr>
              <a:t>NPV</a:t>
            </a:r>
            <a:r>
              <a:rPr lang="en-US" altLang="ja-JP" sz="2400" dirty="0">
                <a:ea typeface="ＭＳ Ｐゴシック" charset="0"/>
                <a:cs typeface="ＭＳ Ｐゴシック" charset="0"/>
              </a:rPr>
              <a:t> analysis?</a:t>
            </a:r>
          </a:p>
          <a:p>
            <a:r>
              <a:rPr lang="en-US" sz="2400" dirty="0">
                <a:ea typeface="ＭＳ Ｐゴシック" charset="0"/>
                <a:cs typeface="ＭＳ Ｐゴシック" charset="0"/>
              </a:rPr>
              <a:t>Going from Financials to Finance</a:t>
            </a:r>
          </a:p>
        </p:txBody>
      </p:sp>
      <p:sp>
        <p:nvSpPr>
          <p:cNvPr id="471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1" dirty="0">
                <a:ea typeface="ＭＳ Ｐゴシック" charset="0"/>
                <a:cs typeface="ＭＳ Ｐゴシック" charset="0"/>
              </a:rPr>
              <a:t>Cash Flows (Finance) vs. Accruals (Accounting)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21</a:t>
            </a:fld>
            <a:endParaRPr lang="en-US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>
                <a:ea typeface="ＭＳ Ｐゴシック" charset="0"/>
                <a:cs typeface="ＭＳ Ｐゴシック" charset="0"/>
              </a:rPr>
              <a:t> </a:t>
            </a: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ＭＳ Ｐゴシック" charset="0"/>
                <a:cs typeface="ＭＳ Ｐゴシック" charset="0"/>
              </a:rPr>
              <a:t>Unlevered Free Cash Flow: Accounting to Finance</a:t>
            </a:r>
            <a:endParaRPr lang="en-US" dirty="0">
              <a:ea typeface="ＭＳ Ｐゴシック" charset="0"/>
              <a:cs typeface="ＭＳ Ｐゴシック" charset="0"/>
            </a:endParaRPr>
          </a:p>
        </p:txBody>
      </p:sp>
      <p:graphicFrame>
        <p:nvGraphicFramePr>
          <p:cNvPr id="242813" name="Group 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029639"/>
              </p:ext>
            </p:extLst>
          </p:nvPr>
        </p:nvGraphicFramePr>
        <p:xfrm>
          <a:off x="1143000" y="685800"/>
          <a:ext cx="7315200" cy="5257797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73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EBIT (Earnings </a:t>
                      </a:r>
                      <a:r>
                        <a:rPr kumimoji="0" lang="en-US" sz="2400" b="1" u="none" strike="noStrike" cap="none" normalizeH="0" baseline="0">
                          <a:ln>
                            <a:noFill/>
                          </a:ln>
                          <a:effectLst/>
                        </a:rPr>
                        <a:t>before Interest and Taxes)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anchor="b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+ Depreciation/Amort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anchor="b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 Capital Expenditures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anchor="b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3585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 Taxes (EBIT – Tax Rate)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anchor="b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-Increases (</a:t>
                      </a: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+Decreases</a:t>
                      </a: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</a:rPr>
                        <a:t>) in Working Capital (Inv, Pay) 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anchor="b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05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5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____________________________________________________________________________________________________________</a:t>
                      </a:r>
                      <a:endParaRPr kumimoji="0" lang="en-US" sz="5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1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 = Unlevered Free Cash Flow </a:t>
                      </a: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74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/>
                        <a:ea typeface="ＭＳ Ｐゴシック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22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065723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5D1E63-7149-4341-957F-2B116C3AE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FCF</a:t>
            </a:r>
            <a:r>
              <a:rPr lang="en-US" dirty="0"/>
              <a:t> Analysis: </a:t>
            </a:r>
            <a:r>
              <a:rPr lang="en-US" i="1" dirty="0"/>
              <a:t>Owen v. </a:t>
            </a:r>
            <a:r>
              <a:rPr lang="en-US" i="1" dirty="0" err="1"/>
              <a:t>ESG</a:t>
            </a:r>
            <a:r>
              <a:rPr lang="en-US" b="0" dirty="0"/>
              <a:t>, </a:t>
            </a:r>
            <a:r>
              <a:rPr lang="en-US" dirty="0"/>
              <a:t>Del. Ch. Ct. 2015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DB81E0-BABF-304F-9C18-B354A8F7B5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23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E71ED-D5E3-BE4B-B44F-13CCB246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476861-1E49-A048-9280-695E1542BF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510195"/>
            <a:ext cx="8683752" cy="581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5492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JC Penny (2/3/18)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3E355C-57B9-BC4B-95D8-406A1F834537}" type="slidenum">
              <a:rPr lang="en-US" altLang="en-US" smtClean="0"/>
              <a:pPr/>
              <a:t>24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Accounting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7227384-69EC-5840-AF21-0861899E7D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4048" y="762000"/>
            <a:ext cx="8458200" cy="1752600"/>
          </a:xfr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5BCAC74-6525-CF43-AB51-A3EF09A1DA4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0857"/>
          <a:stretch/>
        </p:blipFill>
        <p:spPr>
          <a:xfrm>
            <a:off x="430543" y="2505105"/>
            <a:ext cx="8627007" cy="107310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570E0BA-B2F0-4C41-B202-1B175BBEAE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899" y="3578210"/>
            <a:ext cx="8627007" cy="154532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FD2B83A-527F-8A43-96FB-2B62819381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898" y="5269170"/>
            <a:ext cx="8191501" cy="85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156939"/>
      </p:ext>
    </p:extLst>
  </p:cSld>
  <p:clrMapOvr>
    <a:masterClrMapping/>
  </p:clrMapOvr>
</p:sld>
</file>

<file path=ppt/theme/theme1.xml><?xml version="1.0" encoding="utf-8"?>
<a:theme xmlns:a="http://schemas.openxmlformats.org/drawingml/2006/main" name="CG Body - Standard">
  <a:themeElements>
    <a:clrScheme name="CGSH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B01C2E"/>
      </a:accent1>
      <a:accent2>
        <a:srgbClr val="4B2942"/>
      </a:accent2>
      <a:accent3>
        <a:srgbClr val="002F5F"/>
      </a:accent3>
      <a:accent4>
        <a:srgbClr val="495B25"/>
      </a:accent4>
      <a:accent5>
        <a:srgbClr val="E66402"/>
      </a:accent5>
      <a:accent6>
        <a:srgbClr val="FF9933"/>
      </a:accent6>
      <a:hlink>
        <a:srgbClr val="0000FF"/>
      </a:hlink>
      <a:folHlink>
        <a:srgbClr val="800080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T_COE_16" id="{671586AA-9BBF-BE44-880F-D824A4D8FE5E}" vid="{5A5CEC7A-9E78-BE40-8F14-2D245F9926EC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19858</TotalTime>
  <Words>1144</Words>
  <Application>Microsoft Macintosh PowerPoint</Application>
  <PresentationFormat>On-screen Show (4:3)</PresentationFormat>
  <Paragraphs>213</Paragraphs>
  <Slides>24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4" baseType="lpstr">
      <vt:lpstr>ＭＳ Ｐゴシック</vt:lpstr>
      <vt:lpstr>NSimSun</vt:lpstr>
      <vt:lpstr>Arial</vt:lpstr>
      <vt:lpstr>Calibri</vt:lpstr>
      <vt:lpstr>Courier New</vt:lpstr>
      <vt:lpstr>Helvetica</vt:lpstr>
      <vt:lpstr>Times New Roman</vt:lpstr>
      <vt:lpstr>Wingdings</vt:lpstr>
      <vt:lpstr>Wingdings 2</vt:lpstr>
      <vt:lpstr>CG Body - Standard</vt:lpstr>
      <vt:lpstr>PowerPoint Presentation</vt:lpstr>
      <vt:lpstr>Financial Statements</vt:lpstr>
      <vt:lpstr>GAAP</vt:lpstr>
      <vt:lpstr>Components of Financial Statements</vt:lpstr>
      <vt:lpstr>Balance Sheet</vt:lpstr>
      <vt:lpstr>Costco’s FY 2025 Balance Sheet (Assets)</vt:lpstr>
      <vt:lpstr>Costco’s FY 2025 Balance Sheet (L &amp; SH Equity)</vt:lpstr>
      <vt:lpstr>Balance Sheet Concerns</vt:lpstr>
      <vt:lpstr>Income Statement</vt:lpstr>
      <vt:lpstr>Costco’s FY 2025 Income Statement</vt:lpstr>
      <vt:lpstr>Statement of Cash Flows</vt:lpstr>
      <vt:lpstr>Costco’s FY 2025 Statement of Cash Flows:  Operating  &amp; Investing Activities</vt:lpstr>
      <vt:lpstr>Costco’s FY 2025 Statement of Cash Flows: Financing Activities</vt:lpstr>
      <vt:lpstr>Costco’s FY 2025’s Consolidated Statement of Common Shareholders’Equity</vt:lpstr>
      <vt:lpstr>Finance and Accounting</vt:lpstr>
      <vt:lpstr>Cash Flows (Finance) vs. Accruals (Accounting)</vt:lpstr>
      <vt:lpstr>Fair Value</vt:lpstr>
      <vt:lpstr>FV: Valuation after Acquisition FASB 115 (Topics 320 and 820)</vt:lpstr>
      <vt:lpstr>Fair Value Hierarchy</vt:lpstr>
      <vt:lpstr>Level Designations and Typical Instruments</vt:lpstr>
      <vt:lpstr>Cash Flows (Finance) vs. Accruals (Accounting)</vt:lpstr>
      <vt:lpstr>Unlevered Free Cash Flow: Accounting to Finance</vt:lpstr>
      <vt:lpstr>FCF Analysis: Owen v. ESG, Del. Ch. Ct. 2015</vt:lpstr>
      <vt:lpstr>JC Penny (2/3/18)</vt:lpstr>
    </vt:vector>
  </TitlesOfParts>
  <Company>Fordham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XPUser</dc:creator>
  <cp:lastModifiedBy>Colon, Jeffrey M.</cp:lastModifiedBy>
  <cp:revision>342</cp:revision>
  <cp:lastPrinted>2021-10-24T02:13:45Z</cp:lastPrinted>
  <dcterms:created xsi:type="dcterms:W3CDTF">2010-03-20T00:16:08Z</dcterms:created>
  <dcterms:modified xsi:type="dcterms:W3CDTF">2025-11-03T12:25:17Z</dcterms:modified>
</cp:coreProperties>
</file>