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notesMasterIdLst>
    <p:notesMasterId r:id="rId18"/>
  </p:notesMasterIdLst>
  <p:sldIdLst>
    <p:sldId id="256" r:id="rId2"/>
    <p:sldId id="257" r:id="rId3"/>
    <p:sldId id="259" r:id="rId4"/>
    <p:sldId id="262" r:id="rId5"/>
    <p:sldId id="258" r:id="rId6"/>
    <p:sldId id="274" r:id="rId7"/>
    <p:sldId id="275" r:id="rId8"/>
    <p:sldId id="278" r:id="rId9"/>
    <p:sldId id="276" r:id="rId10"/>
    <p:sldId id="266" r:id="rId11"/>
    <p:sldId id="267" r:id="rId12"/>
    <p:sldId id="273" r:id="rId13"/>
    <p:sldId id="268" r:id="rId14"/>
    <p:sldId id="269" r:id="rId15"/>
    <p:sldId id="270" r:id="rId16"/>
    <p:sldId id="272" r:id="rId17"/>
  </p:sldIdLst>
  <p:sldSz cx="12192000" cy="6858000"/>
  <p:notesSz cx="6858000" cy="92964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5D81791-6122-1440-8A59-A91D3742BD72}" v="1" dt="2025-11-15T17:15:42.905"/>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6740"/>
    <p:restoredTop sz="86345"/>
  </p:normalViewPr>
  <p:slideViewPr>
    <p:cSldViewPr snapToGrid="0" snapToObjects="1">
      <p:cViewPr varScale="1">
        <p:scale>
          <a:sx n="143" d="100"/>
          <a:sy n="143" d="100"/>
        </p:scale>
        <p:origin x="232" y="1032"/>
      </p:cViewPr>
      <p:guideLst/>
    </p:cSldViewPr>
  </p:slideViewPr>
  <p:outlineViewPr>
    <p:cViewPr>
      <p:scale>
        <a:sx n="33" d="100"/>
        <a:sy n="33" d="100"/>
      </p:scale>
      <p:origin x="0" y="-7456"/>
    </p:cViewPr>
  </p:outlineViewPr>
  <p:notesTextViewPr>
    <p:cViewPr>
      <p:scale>
        <a:sx n="1" d="1"/>
        <a:sy n="1" d="1"/>
      </p:scale>
      <p:origin x="0" y="0"/>
    </p:cViewPr>
  </p:notesTextViewPr>
  <p:sorterViewPr>
    <p:cViewPr>
      <p:scale>
        <a:sx n="66" d="100"/>
        <a:sy n="66" d="100"/>
      </p:scale>
      <p:origin x="0" y="0"/>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3" Type="http://schemas.microsoft.com/office/2016/11/relationships/changesInfo" Target="changesInfos/changesInfo1.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Colon, Jeffrey M." userId="615143b1-cdee-493d-9a9d-1565ce8666d9" providerId="ADAL" clId="{DC1DB158-BAB1-5930-B714-AEF472873853}"/>
    <pc:docChg chg="modSld">
      <pc:chgData name="Colon, Jeffrey M." userId="615143b1-cdee-493d-9a9d-1565ce8666d9" providerId="ADAL" clId="{DC1DB158-BAB1-5930-B714-AEF472873853}" dt="2025-11-15T17:15:42.903" v="0" actId="113"/>
      <pc:docMkLst>
        <pc:docMk/>
      </pc:docMkLst>
      <pc:sldChg chg="modSp">
        <pc:chgData name="Colon, Jeffrey M." userId="615143b1-cdee-493d-9a9d-1565ce8666d9" providerId="ADAL" clId="{DC1DB158-BAB1-5930-B714-AEF472873853}" dt="2025-11-15T17:15:42.903" v="0" actId="113"/>
        <pc:sldMkLst>
          <pc:docMk/>
          <pc:sldMk cId="1484393853" sldId="272"/>
        </pc:sldMkLst>
        <pc:spChg chg="mod">
          <ac:chgData name="Colon, Jeffrey M." userId="615143b1-cdee-493d-9a9d-1565ce8666d9" providerId="ADAL" clId="{DC1DB158-BAB1-5930-B714-AEF472873853}" dt="2025-11-15T17:15:42.903" v="0" actId="113"/>
          <ac:spMkLst>
            <pc:docMk/>
            <pc:sldMk cId="1484393853" sldId="272"/>
            <ac:spMk id="2"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66435"/>
          </a:xfrm>
          <a:prstGeom prst="rect">
            <a:avLst/>
          </a:prstGeom>
        </p:spPr>
        <p:txBody>
          <a:bodyPr vert="horz" lIns="92830" tIns="46415" rIns="92830" bIns="46415" rtlCol="0"/>
          <a:lstStyle>
            <a:lvl1pPr algn="l">
              <a:defRPr sz="1200"/>
            </a:lvl1pPr>
          </a:lstStyle>
          <a:p>
            <a:endParaRPr lang="en-US"/>
          </a:p>
        </p:txBody>
      </p:sp>
      <p:sp>
        <p:nvSpPr>
          <p:cNvPr id="3" name="Date Placeholder 2"/>
          <p:cNvSpPr>
            <a:spLocks noGrp="1"/>
          </p:cNvSpPr>
          <p:nvPr>
            <p:ph type="dt" idx="1"/>
          </p:nvPr>
        </p:nvSpPr>
        <p:spPr>
          <a:xfrm>
            <a:off x="3884613" y="0"/>
            <a:ext cx="2971800" cy="466435"/>
          </a:xfrm>
          <a:prstGeom prst="rect">
            <a:avLst/>
          </a:prstGeom>
        </p:spPr>
        <p:txBody>
          <a:bodyPr vert="horz" lIns="92830" tIns="46415" rIns="92830" bIns="46415" rtlCol="0"/>
          <a:lstStyle>
            <a:lvl1pPr algn="r">
              <a:defRPr sz="1200"/>
            </a:lvl1pPr>
          </a:lstStyle>
          <a:p>
            <a:fld id="{83BC67FA-3E26-304D-BDBD-530C6272A0E0}" type="datetimeFigureOut">
              <a:rPr lang="en-US" smtClean="0"/>
              <a:t>11/15/25</a:t>
            </a:fld>
            <a:endParaRPr lang="en-US"/>
          </a:p>
        </p:txBody>
      </p:sp>
      <p:sp>
        <p:nvSpPr>
          <p:cNvPr id="4" name="Slide Image Placeholder 3"/>
          <p:cNvSpPr>
            <a:spLocks noGrp="1" noRot="1" noChangeAspect="1"/>
          </p:cNvSpPr>
          <p:nvPr>
            <p:ph type="sldImg" idx="2"/>
          </p:nvPr>
        </p:nvSpPr>
        <p:spPr>
          <a:xfrm>
            <a:off x="639763" y="1162050"/>
            <a:ext cx="5578475" cy="3138488"/>
          </a:xfrm>
          <a:prstGeom prst="rect">
            <a:avLst/>
          </a:prstGeom>
          <a:noFill/>
          <a:ln w="12700">
            <a:solidFill>
              <a:prstClr val="black"/>
            </a:solidFill>
          </a:ln>
        </p:spPr>
        <p:txBody>
          <a:bodyPr vert="horz" lIns="92830" tIns="46415" rIns="92830" bIns="46415" rtlCol="0" anchor="ctr"/>
          <a:lstStyle/>
          <a:p>
            <a:endParaRPr lang="en-US"/>
          </a:p>
        </p:txBody>
      </p:sp>
      <p:sp>
        <p:nvSpPr>
          <p:cNvPr id="5" name="Notes Placeholder 4"/>
          <p:cNvSpPr>
            <a:spLocks noGrp="1"/>
          </p:cNvSpPr>
          <p:nvPr>
            <p:ph type="body" sz="quarter" idx="3"/>
          </p:nvPr>
        </p:nvSpPr>
        <p:spPr>
          <a:xfrm>
            <a:off x="685800" y="4473893"/>
            <a:ext cx="5486400" cy="3660458"/>
          </a:xfrm>
          <a:prstGeom prst="rect">
            <a:avLst/>
          </a:prstGeom>
        </p:spPr>
        <p:txBody>
          <a:bodyPr vert="horz" lIns="92830" tIns="46415" rIns="92830" bIns="46415"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829968"/>
            <a:ext cx="2971800" cy="466434"/>
          </a:xfrm>
          <a:prstGeom prst="rect">
            <a:avLst/>
          </a:prstGeom>
        </p:spPr>
        <p:txBody>
          <a:bodyPr vert="horz" lIns="92830" tIns="46415" rIns="92830" bIns="46415"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829968"/>
            <a:ext cx="2971800" cy="466434"/>
          </a:xfrm>
          <a:prstGeom prst="rect">
            <a:avLst/>
          </a:prstGeom>
        </p:spPr>
        <p:txBody>
          <a:bodyPr vert="horz" lIns="92830" tIns="46415" rIns="92830" bIns="46415" rtlCol="0" anchor="b"/>
          <a:lstStyle>
            <a:lvl1pPr algn="r">
              <a:defRPr sz="1200"/>
            </a:lvl1pPr>
          </a:lstStyle>
          <a:p>
            <a:fld id="{BF72E6F7-09F5-B04E-8141-9A4144300CC5}" type="slidenum">
              <a:rPr lang="en-US" smtClean="0"/>
              <a:t>‹#›</a:t>
            </a:fld>
            <a:endParaRPr lang="en-US"/>
          </a:p>
        </p:txBody>
      </p:sp>
    </p:spTree>
    <p:extLst>
      <p:ext uri="{BB962C8B-B14F-4D97-AF65-F5344CB8AC3E}">
        <p14:creationId xmlns:p14="http://schemas.microsoft.com/office/powerpoint/2010/main" val="131969052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BF72E6F7-09F5-B04E-8141-9A4144300CC5}" type="slidenum">
              <a:rPr lang="en-US" smtClean="0"/>
              <a:t>1</a:t>
            </a:fld>
            <a:endParaRPr lang="en-US" dirty="0"/>
          </a:p>
        </p:txBody>
      </p:sp>
    </p:spTree>
    <p:extLst>
      <p:ext uri="{BB962C8B-B14F-4D97-AF65-F5344CB8AC3E}">
        <p14:creationId xmlns:p14="http://schemas.microsoft.com/office/powerpoint/2010/main" val="143643393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BF72E6F7-09F5-B04E-8141-9A4144300CC5}" type="slidenum">
              <a:rPr lang="en-US" smtClean="0"/>
              <a:t>5</a:t>
            </a:fld>
            <a:endParaRPr lang="en-US"/>
          </a:p>
        </p:txBody>
      </p:sp>
    </p:spTree>
    <p:extLst>
      <p:ext uri="{BB962C8B-B14F-4D97-AF65-F5344CB8AC3E}">
        <p14:creationId xmlns:p14="http://schemas.microsoft.com/office/powerpoint/2010/main" val="9107978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BF72E6F7-09F5-B04E-8141-9A4144300CC5}" type="slidenum">
              <a:rPr lang="en-US" smtClean="0"/>
              <a:t>6</a:t>
            </a:fld>
            <a:endParaRPr lang="en-US"/>
          </a:p>
        </p:txBody>
      </p:sp>
    </p:spTree>
    <p:extLst>
      <p:ext uri="{BB962C8B-B14F-4D97-AF65-F5344CB8AC3E}">
        <p14:creationId xmlns:p14="http://schemas.microsoft.com/office/powerpoint/2010/main" val="171856234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2" name="TextBox 11"/>
          <p:cNvSpPr txBox="1">
            <a:spLocks noChangeArrowheads="1"/>
          </p:cNvSpPr>
          <p:nvPr userDrawn="1"/>
        </p:nvSpPr>
        <p:spPr bwMode="auto">
          <a:xfrm>
            <a:off x="0" y="914400"/>
            <a:ext cx="12192000" cy="369888"/>
          </a:xfrm>
          <a:prstGeom prst="rect">
            <a:avLst/>
          </a:prstGeom>
          <a:solidFill>
            <a:schemeClr val="bg1"/>
          </a:solidFill>
          <a:ln w="9525">
            <a:solidFill>
              <a:schemeClr val="bg1">
                <a:alpha val="0"/>
              </a:schemeClr>
            </a:solidFill>
            <a:miter lim="800000"/>
            <a:headEnd/>
            <a:tailEnd/>
          </a:ln>
        </p:spPr>
        <p:txBody>
          <a:bodyPr>
            <a:spAutoFit/>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eaLnBrk="1" hangingPunct="1">
              <a:defRPr/>
            </a:pPr>
            <a:endParaRPr lang="en-US" sz="1800">
              <a:latin typeface="Arial" charset="0"/>
              <a:ea typeface="+mn-ea"/>
            </a:endParaRPr>
          </a:p>
        </p:txBody>
      </p:sp>
      <p:sp>
        <p:nvSpPr>
          <p:cNvPr id="3" name="Slide Number Placeholder 9"/>
          <p:cNvSpPr>
            <a:spLocks noGrp="1"/>
          </p:cNvSpPr>
          <p:nvPr>
            <p:ph type="sldNum" sz="quarter" idx="10"/>
          </p:nvPr>
        </p:nvSpPr>
        <p:spPr/>
        <p:txBody>
          <a:bodyPr/>
          <a:lstStyle>
            <a:lvl1pPr algn="r">
              <a:defRPr/>
            </a:lvl1pPr>
          </a:lstStyle>
          <a:p>
            <a:fld id="{22D706CB-156B-8643-9A07-D8448DABBCBD}" type="slidenum">
              <a:rPr lang="en-US" altLang="en-US" smtClean="0"/>
              <a:pPr/>
              <a:t>‹#›</a:t>
            </a:fld>
            <a:endParaRPr lang="en-US" altLang="en-US"/>
          </a:p>
        </p:txBody>
      </p:sp>
      <p:sp>
        <p:nvSpPr>
          <p:cNvPr id="4" name="Footer Placeholder 3"/>
          <p:cNvSpPr>
            <a:spLocks noGrp="1"/>
          </p:cNvSpPr>
          <p:nvPr>
            <p:ph type="ftr" sz="quarter" idx="11"/>
          </p:nvPr>
        </p:nvSpPr>
        <p:spPr>
          <a:xfrm>
            <a:off x="4165600" y="6474733"/>
            <a:ext cx="3860800" cy="288925"/>
          </a:xfrm>
        </p:spPr>
        <p:txBody>
          <a:bodyPr/>
          <a:lstStyle>
            <a:lvl1pPr>
              <a:defRPr smtClean="0"/>
            </a:lvl1pPr>
          </a:lstStyle>
          <a:p>
            <a:pPr>
              <a:defRPr/>
            </a:pPr>
            <a:r>
              <a:rPr lang="en-US"/>
              <a:t>Preferred Stock</a:t>
            </a:r>
          </a:p>
        </p:txBody>
      </p:sp>
    </p:spTree>
    <p:extLst>
      <p:ext uri="{BB962C8B-B14F-4D97-AF65-F5344CB8AC3E}">
        <p14:creationId xmlns:p14="http://schemas.microsoft.com/office/powerpoint/2010/main" val="1355925115"/>
      </p:ext>
    </p:extLst>
  </p:cSld>
  <p:clrMapOvr>
    <a:overrideClrMapping bg1="lt1" tx1="dk1" bg2="lt2" tx2="dk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Full Page">
    <p:spTree>
      <p:nvGrpSpPr>
        <p:cNvPr id="1" name=""/>
        <p:cNvGrpSpPr/>
        <p:nvPr/>
      </p:nvGrpSpPr>
      <p:grpSpPr>
        <a:xfrm>
          <a:off x="0" y="0"/>
          <a:ext cx="0" cy="0"/>
          <a:chOff x="0" y="0"/>
          <a:chExt cx="0" cy="0"/>
        </a:xfrm>
      </p:grpSpPr>
      <p:sp>
        <p:nvSpPr>
          <p:cNvPr id="4" name="Content Placeholder 2"/>
          <p:cNvSpPr>
            <a:spLocks noGrp="1"/>
          </p:cNvSpPr>
          <p:nvPr>
            <p:ph idx="1"/>
          </p:nvPr>
        </p:nvSpPr>
        <p:spPr>
          <a:xfrm>
            <a:off x="512064" y="533400"/>
            <a:ext cx="11277600" cy="5812064"/>
          </a:xfrm>
          <a:prstGeom prst="rect">
            <a:avLst/>
          </a:prstGeom>
        </p:spPr>
        <p:txBody>
          <a:bodyPr/>
          <a:lstStyle>
            <a:lvl1pPr marL="228600" indent="-228600" algn="just" defTabSz="914400" rtl="0" eaLnBrk="1" latinLnBrk="0" hangingPunct="1">
              <a:spcBef>
                <a:spcPct val="20000"/>
              </a:spcBef>
              <a:buClr>
                <a:srgbClr val="B01C2E"/>
              </a:buClr>
              <a:buSzPct val="60000"/>
              <a:buFont typeface="Wingdings 2" pitchFamily="18" charset="2"/>
              <a:buChar char=""/>
              <a:defRPr lang="en-US" sz="2400" kern="1200" dirty="0">
                <a:solidFill>
                  <a:schemeClr val="tx1"/>
                </a:solidFill>
                <a:latin typeface="Calibri" charset="0"/>
                <a:ea typeface="Calibri" charset="0"/>
                <a:cs typeface="Calibri" charset="0"/>
              </a:defRPr>
            </a:lvl1pPr>
            <a:lvl2pPr marL="457200" indent="-228600" algn="just">
              <a:buClr>
                <a:srgbClr val="B01C2E"/>
              </a:buClr>
              <a:buSzPct val="60000"/>
              <a:buFont typeface="Wingdings" charset="2"/>
              <a:buChar char="Ø"/>
              <a:defRPr lang="en-US" sz="2200" kern="1200" dirty="0" smtClean="0">
                <a:solidFill>
                  <a:schemeClr val="tx1"/>
                </a:solidFill>
                <a:latin typeface="Calibri" charset="0"/>
                <a:ea typeface="Calibri" charset="0"/>
                <a:cs typeface="Calibri" charset="0"/>
              </a:defRPr>
            </a:lvl2pPr>
            <a:lvl3pPr marL="685800" indent="-228600" algn="just">
              <a:buClr>
                <a:srgbClr val="B01C2E"/>
              </a:buClr>
              <a:buSzPct val="60000"/>
              <a:buFont typeface="Courier New" charset="0"/>
              <a:buChar char="o"/>
              <a:defRPr lang="en-US" sz="2200" kern="1200" baseline="0" dirty="0" smtClean="0">
                <a:solidFill>
                  <a:schemeClr val="tx1"/>
                </a:solidFill>
                <a:latin typeface="Calibri" charset="0"/>
                <a:ea typeface="Calibri" charset="0"/>
                <a:cs typeface="Calibri" charset="0"/>
              </a:defRPr>
            </a:lvl3pPr>
            <a:lvl4pPr marL="914400" indent="-228600" algn="just">
              <a:buClr>
                <a:srgbClr val="B01C2E"/>
              </a:buClr>
              <a:buSzPct val="60000"/>
              <a:buFont typeface="Arial" charset="0"/>
              <a:buChar char="•"/>
              <a:defRPr lang="en-US" sz="2000" kern="1200" baseline="0" dirty="0" smtClean="0">
                <a:solidFill>
                  <a:schemeClr val="tx1"/>
                </a:solidFill>
                <a:latin typeface="Calibri" charset="0"/>
                <a:ea typeface="Calibri" charset="0"/>
                <a:cs typeface="Calibri" charset="0"/>
              </a:defRPr>
            </a:lvl4pPr>
            <a:lvl5pPr marL="1143000" algn="just">
              <a:buClr>
                <a:srgbClr val="B01C2E"/>
              </a:buClr>
              <a:buSzPct val="60000"/>
              <a:buFont typeface="Calibri" pitchFamily="34" charset="0"/>
              <a:buChar char="–"/>
              <a:defRPr lang="en-US" sz="2000" kern="1200" dirty="0" smtClean="0">
                <a:solidFill>
                  <a:schemeClr val="tx1"/>
                </a:solidFill>
                <a:latin typeface="Calibri" charset="0"/>
                <a:ea typeface="Calibri" charset="0"/>
                <a:cs typeface="Calibri"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Rectangle 2"/>
          <p:cNvSpPr>
            <a:spLocks noGrp="1" noChangeArrowheads="1"/>
          </p:cNvSpPr>
          <p:nvPr>
            <p:ph type="title"/>
          </p:nvPr>
        </p:nvSpPr>
        <p:spPr bwMode="gray">
          <a:xfrm>
            <a:off x="512064" y="41933"/>
            <a:ext cx="11277600" cy="365127"/>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marL="0" indent="0" algn="l">
              <a:tabLst>
                <a:tab pos="395288" algn="l"/>
              </a:tabLst>
              <a:defRPr sz="2200" b="1"/>
            </a:lvl1pPr>
          </a:lstStyle>
          <a:p>
            <a:pPr lvl="0"/>
            <a:r>
              <a:rPr lang="en-US" dirty="0"/>
              <a:t>Click to edit Master title style</a:t>
            </a:r>
          </a:p>
        </p:txBody>
      </p:sp>
      <p:sp>
        <p:nvSpPr>
          <p:cNvPr id="5" name="Slide Number Placeholder 9"/>
          <p:cNvSpPr>
            <a:spLocks noGrp="1"/>
          </p:cNvSpPr>
          <p:nvPr>
            <p:ph type="sldNum" sz="quarter" idx="10"/>
          </p:nvPr>
        </p:nvSpPr>
        <p:spPr>
          <a:xfrm>
            <a:off x="11180064" y="6471105"/>
            <a:ext cx="609600" cy="365125"/>
          </a:xfrm>
        </p:spPr>
        <p:txBody>
          <a:bodyPr/>
          <a:lstStyle>
            <a:lvl1pPr algn="r">
              <a:defRPr/>
            </a:lvl1pPr>
          </a:lstStyle>
          <a:p>
            <a:fld id="{7B3E355C-57B9-BC4B-95D8-406A1F834537}" type="slidenum">
              <a:rPr lang="en-US" altLang="en-US" smtClean="0"/>
              <a:pPr/>
              <a:t>‹#›</a:t>
            </a:fld>
            <a:endParaRPr lang="en-US" altLang="en-US"/>
          </a:p>
        </p:txBody>
      </p:sp>
      <p:sp>
        <p:nvSpPr>
          <p:cNvPr id="6" name="Footer Placeholder 4"/>
          <p:cNvSpPr>
            <a:spLocks noGrp="1"/>
          </p:cNvSpPr>
          <p:nvPr>
            <p:ph type="ftr" sz="quarter" idx="11"/>
          </p:nvPr>
        </p:nvSpPr>
        <p:spPr/>
        <p:txBody>
          <a:bodyPr/>
          <a:lstStyle>
            <a:lvl1pPr>
              <a:defRPr smtClean="0"/>
            </a:lvl1pPr>
          </a:lstStyle>
          <a:p>
            <a:pPr>
              <a:defRPr/>
            </a:pPr>
            <a:r>
              <a:rPr lang="en-US"/>
              <a:t>Preferred Stock</a:t>
            </a:r>
          </a:p>
        </p:txBody>
      </p:sp>
      <p:sp>
        <p:nvSpPr>
          <p:cNvPr id="8" name="Rectangle 7"/>
          <p:cNvSpPr/>
          <p:nvPr userDrawn="1"/>
        </p:nvSpPr>
        <p:spPr>
          <a:xfrm>
            <a:off x="512064" y="407060"/>
            <a:ext cx="11277600" cy="91169"/>
          </a:xfrm>
          <a:prstGeom prst="rect">
            <a:avLst/>
          </a:prstGeom>
          <a:solidFill>
            <a:schemeClr val="accent1">
              <a:alpha val="69000"/>
            </a:schemeClr>
          </a:solidFill>
          <a:ln w="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Tree>
    <p:extLst>
      <p:ext uri="{BB962C8B-B14F-4D97-AF65-F5344CB8AC3E}">
        <p14:creationId xmlns:p14="http://schemas.microsoft.com/office/powerpoint/2010/main" val="1105671305"/>
      </p:ext>
    </p:extLst>
  </p:cSld>
  <p:clrMapOvr>
    <a:overrideClrMapping bg1="lt1" tx1="dk1" bg2="lt2" tx2="dk2" accent1="accent1" accent2="accent2" accent3="accent3" accent4="accent4" accent5="accent5" accent6="accent6" hlink="hlink" folHlink="folHlink"/>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ide by Side">
    <p:spTree>
      <p:nvGrpSpPr>
        <p:cNvPr id="1" name=""/>
        <p:cNvGrpSpPr/>
        <p:nvPr/>
      </p:nvGrpSpPr>
      <p:grpSpPr>
        <a:xfrm>
          <a:off x="0" y="0"/>
          <a:ext cx="0" cy="0"/>
          <a:chOff x="0" y="0"/>
          <a:chExt cx="0" cy="0"/>
        </a:xfrm>
      </p:grpSpPr>
      <p:sp>
        <p:nvSpPr>
          <p:cNvPr id="7"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9" name="Content Placeholder 10"/>
          <p:cNvSpPr>
            <a:spLocks noGrp="1"/>
          </p:cNvSpPr>
          <p:nvPr>
            <p:ph sz="quarter" idx="16"/>
          </p:nvPr>
        </p:nvSpPr>
        <p:spPr>
          <a:xfrm>
            <a:off x="508000" y="1417320"/>
            <a:ext cx="5486400" cy="4572000"/>
          </a:xfrm>
          <a:prstGeom prst="rect">
            <a:avLst/>
          </a:prstGeom>
        </p:spPr>
        <p:txBody>
          <a:bodyPr/>
          <a:lstStyle>
            <a:lvl1pPr marL="228600" marR="0" indent="-228600" algn="l" defTabSz="914400" rtl="0" eaLnBrk="1" fontAlgn="auto" latinLnBrk="0" hangingPunct="1">
              <a:lnSpc>
                <a:spcPct val="100000"/>
              </a:lnSpc>
              <a:spcBef>
                <a:spcPct val="20000"/>
              </a:spcBef>
              <a:spcAft>
                <a:spcPts val="0"/>
              </a:spcAft>
              <a:buClr>
                <a:schemeClr val="accent1"/>
              </a:buClr>
              <a:buSzPct val="60000"/>
              <a:buFont typeface="Wingdings 2" pitchFamily="18" charset="2"/>
              <a:buChar char=""/>
              <a:tabLst/>
              <a:defRPr sz="1600">
                <a:latin typeface="Calibri" charset="0"/>
                <a:ea typeface="Calibri" charset="0"/>
                <a:cs typeface="Calibri" charset="0"/>
              </a:defRPr>
            </a:lvl1pPr>
            <a:lvl2pPr marL="457200" indent="-228600">
              <a:buClr>
                <a:schemeClr val="accent1"/>
              </a:buClr>
              <a:buSzPct val="60000"/>
              <a:buFont typeface="Wingdings" charset="2"/>
              <a:buChar char="Ø"/>
              <a:defRPr lang="en-US" sz="1600" kern="1200" dirty="0" smtClean="0">
                <a:solidFill>
                  <a:schemeClr val="tx1"/>
                </a:solidFill>
                <a:latin typeface="Calibri" charset="0"/>
                <a:ea typeface="Calibri" charset="0"/>
                <a:cs typeface="Calibri" charset="0"/>
              </a:defRPr>
            </a:lvl2pPr>
            <a:lvl3pPr marL="685800" indent="-228600">
              <a:buClr>
                <a:schemeClr val="accent1"/>
              </a:buClr>
              <a:buSzPct val="60000"/>
              <a:buFont typeface="Courier New" charset="0"/>
              <a:buChar char="o"/>
              <a:defRPr sz="1600">
                <a:latin typeface="Calibri" charset="0"/>
                <a:ea typeface="Calibri" charset="0"/>
                <a:cs typeface="Calibri" charset="0"/>
              </a:defRPr>
            </a:lvl3pPr>
            <a:lvl4pPr marL="914400" indent="-228600">
              <a:buClr>
                <a:schemeClr val="accent1"/>
              </a:buClr>
              <a:buSzPct val="60000"/>
              <a:buFont typeface="Arial" charset="0"/>
              <a:buChar char="•"/>
              <a:defRPr sz="1600">
                <a:latin typeface="Calibri" charset="0"/>
                <a:ea typeface="Calibri" charset="0"/>
                <a:cs typeface="Calibri" charset="0"/>
              </a:defRPr>
            </a:lvl4pPr>
            <a:lvl5pPr marL="1143000">
              <a:buClr>
                <a:schemeClr val="accent1"/>
              </a:buClr>
              <a:buSzPct val="60000"/>
              <a:buFont typeface="Arial" pitchFamily="34" charset="0"/>
              <a:buChar char="–"/>
              <a:defRPr sz="1600">
                <a:latin typeface="Calibri" charset="0"/>
                <a:ea typeface="Calibri" charset="0"/>
                <a:cs typeface="Calibri"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Content Placeholder 10"/>
          <p:cNvSpPr>
            <a:spLocks noGrp="1"/>
          </p:cNvSpPr>
          <p:nvPr>
            <p:ph sz="quarter" idx="17"/>
          </p:nvPr>
        </p:nvSpPr>
        <p:spPr>
          <a:xfrm>
            <a:off x="6197600" y="1417320"/>
            <a:ext cx="5486400" cy="4572000"/>
          </a:xfrm>
          <a:prstGeom prst="rect">
            <a:avLst/>
          </a:prstGeom>
        </p:spPr>
        <p:txBody>
          <a:bodyPr/>
          <a:lstStyle>
            <a:lvl1pPr marL="228600" marR="0" indent="-228600" algn="l" defTabSz="914400" rtl="0" eaLnBrk="1" fontAlgn="auto" latinLnBrk="0" hangingPunct="1">
              <a:lnSpc>
                <a:spcPct val="100000"/>
              </a:lnSpc>
              <a:spcBef>
                <a:spcPct val="20000"/>
              </a:spcBef>
              <a:spcAft>
                <a:spcPts val="0"/>
              </a:spcAft>
              <a:buClr>
                <a:schemeClr val="accent1"/>
              </a:buClr>
              <a:buSzPct val="60000"/>
              <a:buFont typeface="Wingdings 2" pitchFamily="18" charset="2"/>
              <a:buChar char=""/>
              <a:tabLst/>
              <a:defRPr sz="1600">
                <a:latin typeface="Calibri" charset="0"/>
                <a:ea typeface="Calibri" charset="0"/>
                <a:cs typeface="Calibri" charset="0"/>
              </a:defRPr>
            </a:lvl1pPr>
            <a:lvl2pPr marL="457200" indent="-228600">
              <a:buClr>
                <a:schemeClr val="accent1"/>
              </a:buClr>
              <a:buSzPct val="60000"/>
              <a:buFont typeface="Wingdings" charset="2"/>
              <a:buChar char="Ø"/>
              <a:defRPr lang="en-US" sz="1600" kern="1200" dirty="0" smtClean="0">
                <a:solidFill>
                  <a:schemeClr val="tx1"/>
                </a:solidFill>
                <a:latin typeface="Calibri" charset="0"/>
                <a:ea typeface="Calibri" charset="0"/>
                <a:cs typeface="Calibri" charset="0"/>
              </a:defRPr>
            </a:lvl2pPr>
            <a:lvl3pPr marL="685800" indent="-228600">
              <a:buClr>
                <a:schemeClr val="accent1"/>
              </a:buClr>
              <a:buSzPct val="60000"/>
              <a:buFont typeface="Courier New" charset="0"/>
              <a:buChar char="o"/>
              <a:defRPr sz="1600">
                <a:latin typeface="Calibri" charset="0"/>
                <a:ea typeface="Calibri" charset="0"/>
                <a:cs typeface="Calibri" charset="0"/>
              </a:defRPr>
            </a:lvl3pPr>
            <a:lvl4pPr marL="914400" indent="-228600">
              <a:buClr>
                <a:schemeClr val="accent1"/>
              </a:buClr>
              <a:buSzPct val="60000"/>
              <a:buFont typeface="Arial" charset="0"/>
              <a:buChar char="•"/>
              <a:defRPr sz="1600">
                <a:latin typeface="Calibri" charset="0"/>
                <a:ea typeface="Calibri" charset="0"/>
                <a:cs typeface="Calibri" charset="0"/>
              </a:defRPr>
            </a:lvl4pPr>
            <a:lvl5pPr marL="1143000">
              <a:buClr>
                <a:schemeClr val="accent1"/>
              </a:buClr>
              <a:buSzPct val="60000"/>
              <a:buFont typeface="Arial" pitchFamily="34" charset="0"/>
              <a:buChar char="–"/>
              <a:defRPr sz="1600">
                <a:latin typeface="Calibri" charset="0"/>
                <a:ea typeface="Calibri" charset="0"/>
                <a:cs typeface="Calibri"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Slide Number Placeholder 9"/>
          <p:cNvSpPr>
            <a:spLocks noGrp="1"/>
          </p:cNvSpPr>
          <p:nvPr>
            <p:ph type="sldNum" sz="quarter" idx="18"/>
          </p:nvPr>
        </p:nvSpPr>
        <p:spPr/>
        <p:txBody>
          <a:bodyPr/>
          <a:lstStyle>
            <a:lvl1pPr>
              <a:defRPr/>
            </a:lvl1pPr>
          </a:lstStyle>
          <a:p>
            <a:fld id="{463EAD6B-1B79-144E-A805-1CA6FF1F03FA}" type="slidenum">
              <a:rPr lang="en-US" altLang="en-US"/>
              <a:pPr/>
              <a:t>‹#›</a:t>
            </a:fld>
            <a:endParaRPr lang="en-US" altLang="en-US"/>
          </a:p>
        </p:txBody>
      </p:sp>
      <p:sp>
        <p:nvSpPr>
          <p:cNvPr id="6" name="Footer Placeholder 12"/>
          <p:cNvSpPr>
            <a:spLocks noGrp="1"/>
          </p:cNvSpPr>
          <p:nvPr>
            <p:ph type="ftr" sz="quarter" idx="19"/>
          </p:nvPr>
        </p:nvSpPr>
        <p:spPr/>
        <p:txBody>
          <a:bodyPr/>
          <a:lstStyle>
            <a:lvl1pPr>
              <a:defRPr/>
            </a:lvl1pPr>
          </a:lstStyle>
          <a:p>
            <a:pPr>
              <a:defRPr/>
            </a:pPr>
            <a:r>
              <a:rPr lang="en-US"/>
              <a:t>Preferred Stock</a:t>
            </a:r>
          </a:p>
        </p:txBody>
      </p:sp>
      <p:sp>
        <p:nvSpPr>
          <p:cNvPr id="2" name="TextBox 1"/>
          <p:cNvSpPr txBox="1"/>
          <p:nvPr userDrawn="1"/>
        </p:nvSpPr>
        <p:spPr>
          <a:xfrm>
            <a:off x="2748039" y="537029"/>
            <a:ext cx="184731" cy="369332"/>
          </a:xfrm>
          <a:prstGeom prst="rect">
            <a:avLst/>
          </a:prstGeom>
          <a:noFill/>
        </p:spPr>
        <p:txBody>
          <a:bodyPr wrap="none" rtlCol="0">
            <a:spAutoFit/>
          </a:bodyPr>
          <a:lstStyle/>
          <a:p>
            <a:endParaRPr lang="en-US" sz="1800"/>
          </a:p>
        </p:txBody>
      </p:sp>
    </p:spTree>
    <p:extLst>
      <p:ext uri="{BB962C8B-B14F-4D97-AF65-F5344CB8AC3E}">
        <p14:creationId xmlns:p14="http://schemas.microsoft.com/office/powerpoint/2010/main" val="187489956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wo Top / One Bottom">
    <p:spTree>
      <p:nvGrpSpPr>
        <p:cNvPr id="1" name=""/>
        <p:cNvGrpSpPr/>
        <p:nvPr/>
      </p:nvGrpSpPr>
      <p:grpSpPr>
        <a:xfrm>
          <a:off x="0" y="0"/>
          <a:ext cx="0" cy="0"/>
          <a:chOff x="0" y="0"/>
          <a:chExt cx="0" cy="0"/>
        </a:xfrm>
      </p:grpSpPr>
      <p:sp>
        <p:nvSpPr>
          <p:cNvPr id="11" name="Content Placeholder 10"/>
          <p:cNvSpPr>
            <a:spLocks noGrp="1"/>
          </p:cNvSpPr>
          <p:nvPr>
            <p:ph sz="quarter" idx="16"/>
          </p:nvPr>
        </p:nvSpPr>
        <p:spPr>
          <a:xfrm>
            <a:off x="508000" y="1417320"/>
            <a:ext cx="5486400" cy="2286000"/>
          </a:xfrm>
          <a:prstGeom prst="rect">
            <a:avLst/>
          </a:prstGeom>
        </p:spPr>
        <p:txBody>
          <a:bodyPr/>
          <a:lstStyle>
            <a:lvl1pPr marL="228600" indent="-228600">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Content Placeholder 10"/>
          <p:cNvSpPr>
            <a:spLocks noGrp="1"/>
          </p:cNvSpPr>
          <p:nvPr>
            <p:ph sz="quarter" idx="17"/>
          </p:nvPr>
        </p:nvSpPr>
        <p:spPr>
          <a:xfrm>
            <a:off x="6197600" y="1417320"/>
            <a:ext cx="5486400" cy="2286000"/>
          </a:xfrm>
          <a:prstGeom prst="rect">
            <a:avLst/>
          </a:prstGeom>
        </p:spPr>
        <p:txBody>
          <a:bodyPr/>
          <a:lstStyle>
            <a:lvl1pPr marL="228600" indent="-228600">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0"/>
          <p:cNvSpPr>
            <a:spLocks noGrp="1"/>
          </p:cNvSpPr>
          <p:nvPr>
            <p:ph sz="quarter" idx="18"/>
          </p:nvPr>
        </p:nvSpPr>
        <p:spPr>
          <a:xfrm>
            <a:off x="508000" y="3886200"/>
            <a:ext cx="11176000" cy="2286000"/>
          </a:xfrm>
          <a:prstGeom prst="rect">
            <a:avLst/>
          </a:prstGeom>
        </p:spPr>
        <p:txBody>
          <a:bodyPr/>
          <a:lstStyle>
            <a:lvl1pPr marL="228600" indent="-228600">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6" name="Slide Number Placeholder 9"/>
          <p:cNvSpPr>
            <a:spLocks noGrp="1"/>
          </p:cNvSpPr>
          <p:nvPr>
            <p:ph type="sldNum" sz="quarter" idx="19"/>
          </p:nvPr>
        </p:nvSpPr>
        <p:spPr/>
        <p:txBody>
          <a:bodyPr/>
          <a:lstStyle>
            <a:lvl1pPr>
              <a:defRPr/>
            </a:lvl1pPr>
          </a:lstStyle>
          <a:p>
            <a:fld id="{DBDD9035-58B9-F243-8D2E-5AB7C4167337}" type="slidenum">
              <a:rPr lang="en-US" altLang="en-US"/>
              <a:pPr/>
              <a:t>‹#›</a:t>
            </a:fld>
            <a:endParaRPr lang="en-US" altLang="en-US"/>
          </a:p>
        </p:txBody>
      </p:sp>
      <p:sp>
        <p:nvSpPr>
          <p:cNvPr id="8" name="Footer Placeholder 12"/>
          <p:cNvSpPr>
            <a:spLocks noGrp="1"/>
          </p:cNvSpPr>
          <p:nvPr>
            <p:ph type="ftr" sz="quarter" idx="20"/>
          </p:nvPr>
        </p:nvSpPr>
        <p:spPr/>
        <p:txBody>
          <a:bodyPr/>
          <a:lstStyle>
            <a:lvl1pPr>
              <a:defRPr/>
            </a:lvl1pPr>
          </a:lstStyle>
          <a:p>
            <a:pPr>
              <a:defRPr/>
            </a:pPr>
            <a:r>
              <a:rPr lang="en-US"/>
              <a:t>Preferred Stock</a:t>
            </a:r>
          </a:p>
        </p:txBody>
      </p:sp>
    </p:spTree>
    <p:extLst>
      <p:ext uri="{BB962C8B-B14F-4D97-AF65-F5344CB8AC3E}">
        <p14:creationId xmlns:p14="http://schemas.microsoft.com/office/powerpoint/2010/main" val="193750770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wo Left / One Right">
    <p:spTree>
      <p:nvGrpSpPr>
        <p:cNvPr id="1" name=""/>
        <p:cNvGrpSpPr/>
        <p:nvPr/>
      </p:nvGrpSpPr>
      <p:grpSpPr>
        <a:xfrm>
          <a:off x="0" y="0"/>
          <a:ext cx="0" cy="0"/>
          <a:chOff x="0" y="0"/>
          <a:chExt cx="0" cy="0"/>
        </a:xfrm>
      </p:grpSpPr>
      <p:sp>
        <p:nvSpPr>
          <p:cNvPr id="11" name="Content Placeholder 10"/>
          <p:cNvSpPr>
            <a:spLocks noGrp="1"/>
          </p:cNvSpPr>
          <p:nvPr>
            <p:ph sz="quarter" idx="17"/>
          </p:nvPr>
        </p:nvSpPr>
        <p:spPr>
          <a:xfrm>
            <a:off x="6197600" y="1417320"/>
            <a:ext cx="5486400" cy="4800600"/>
          </a:xfrm>
          <a:prstGeom prst="rect">
            <a:avLst/>
          </a:prstGeom>
        </p:spPr>
        <p:txBody>
          <a:bodyPr/>
          <a:lstStyle>
            <a:lvl1pPr marL="228600" indent="-228600">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defRPr sz="1600"/>
            </a:lvl4pPr>
            <a:lvl5pPr marL="1143000">
              <a:buClr>
                <a:schemeClr val="accent1"/>
              </a:buClr>
              <a:buFont typeface="Arial" pitchFamily="34" charset="0"/>
              <a:buChar cha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2"/>
          <p:cNvSpPr>
            <a:spLocks noGrp="1"/>
          </p:cNvSpPr>
          <p:nvPr>
            <p:ph sz="quarter" idx="18"/>
          </p:nvPr>
        </p:nvSpPr>
        <p:spPr>
          <a:xfrm>
            <a:off x="508000" y="1417320"/>
            <a:ext cx="5486400" cy="2286000"/>
          </a:xfrm>
          <a:prstGeom prst="rect">
            <a:avLst/>
          </a:prstGeom>
        </p:spPr>
        <p:txBody>
          <a:bodyPr/>
          <a:lstStyle>
            <a:lvl1pPr marL="228600" indent="-228600">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Content Placeholder 12"/>
          <p:cNvSpPr>
            <a:spLocks noGrp="1"/>
          </p:cNvSpPr>
          <p:nvPr>
            <p:ph sz="quarter" idx="19"/>
          </p:nvPr>
        </p:nvSpPr>
        <p:spPr>
          <a:xfrm>
            <a:off x="508000" y="3931920"/>
            <a:ext cx="5486400" cy="2286000"/>
          </a:xfrm>
          <a:prstGeom prst="rect">
            <a:avLst/>
          </a:prstGeom>
        </p:spPr>
        <p:txBody>
          <a:bodyPr/>
          <a:lstStyle>
            <a:lvl1pPr marL="228600" indent="-228600">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6" name="Slide Number Placeholder 9"/>
          <p:cNvSpPr>
            <a:spLocks noGrp="1"/>
          </p:cNvSpPr>
          <p:nvPr>
            <p:ph type="sldNum" sz="quarter" idx="20"/>
          </p:nvPr>
        </p:nvSpPr>
        <p:spPr/>
        <p:txBody>
          <a:bodyPr/>
          <a:lstStyle>
            <a:lvl1pPr>
              <a:defRPr/>
            </a:lvl1pPr>
          </a:lstStyle>
          <a:p>
            <a:fld id="{6C93E8D5-2692-0D44-9EA4-C6015F0C54D7}" type="slidenum">
              <a:rPr lang="en-US" altLang="en-US"/>
              <a:pPr/>
              <a:t>‹#›</a:t>
            </a:fld>
            <a:endParaRPr lang="en-US" altLang="en-US"/>
          </a:p>
        </p:txBody>
      </p:sp>
      <p:sp>
        <p:nvSpPr>
          <p:cNvPr id="8" name="Footer Placeholder 12"/>
          <p:cNvSpPr>
            <a:spLocks noGrp="1"/>
          </p:cNvSpPr>
          <p:nvPr>
            <p:ph type="ftr" sz="quarter" idx="21"/>
          </p:nvPr>
        </p:nvSpPr>
        <p:spPr/>
        <p:txBody>
          <a:bodyPr/>
          <a:lstStyle>
            <a:lvl1pPr>
              <a:defRPr/>
            </a:lvl1pPr>
          </a:lstStyle>
          <a:p>
            <a:pPr>
              <a:defRPr/>
            </a:pPr>
            <a:r>
              <a:rPr lang="en-US"/>
              <a:t>Preferred Stock</a:t>
            </a:r>
          </a:p>
        </p:txBody>
      </p:sp>
    </p:spTree>
    <p:extLst>
      <p:ext uri="{BB962C8B-B14F-4D97-AF65-F5344CB8AC3E}">
        <p14:creationId xmlns:p14="http://schemas.microsoft.com/office/powerpoint/2010/main" val="6208757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5"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3" name="Slide Number Placeholder 9"/>
          <p:cNvSpPr>
            <a:spLocks noGrp="1"/>
          </p:cNvSpPr>
          <p:nvPr>
            <p:ph type="sldNum" sz="quarter" idx="10"/>
          </p:nvPr>
        </p:nvSpPr>
        <p:spPr/>
        <p:txBody>
          <a:bodyPr/>
          <a:lstStyle>
            <a:lvl1pPr>
              <a:defRPr/>
            </a:lvl1pPr>
          </a:lstStyle>
          <a:p>
            <a:fld id="{395527EB-3756-C241-BFD3-DBB1E111190F}" type="slidenum">
              <a:rPr lang="en-US" altLang="en-US"/>
              <a:pPr/>
              <a:t>‹#›</a:t>
            </a:fld>
            <a:endParaRPr lang="en-US" altLang="en-US"/>
          </a:p>
        </p:txBody>
      </p:sp>
      <p:sp>
        <p:nvSpPr>
          <p:cNvPr id="4" name="Footer Placeholder 12"/>
          <p:cNvSpPr>
            <a:spLocks noGrp="1"/>
          </p:cNvSpPr>
          <p:nvPr>
            <p:ph type="ftr" sz="quarter" idx="11"/>
          </p:nvPr>
        </p:nvSpPr>
        <p:spPr/>
        <p:txBody>
          <a:bodyPr/>
          <a:lstStyle>
            <a:lvl1pPr>
              <a:defRPr/>
            </a:lvl1pPr>
          </a:lstStyle>
          <a:p>
            <a:pPr>
              <a:defRPr/>
            </a:pPr>
            <a:r>
              <a:rPr lang="en-US"/>
              <a:t>Preferred Stock</a:t>
            </a:r>
          </a:p>
        </p:txBody>
      </p:sp>
    </p:spTree>
    <p:extLst>
      <p:ext uri="{BB962C8B-B14F-4D97-AF65-F5344CB8AC3E}">
        <p14:creationId xmlns:p14="http://schemas.microsoft.com/office/powerpoint/2010/main" val="89818445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_Side by Side w/Header">
    <p:spTree>
      <p:nvGrpSpPr>
        <p:cNvPr id="1" name=""/>
        <p:cNvGrpSpPr/>
        <p:nvPr/>
      </p:nvGrpSpPr>
      <p:grpSpPr>
        <a:xfrm>
          <a:off x="0" y="0"/>
          <a:ext cx="0" cy="0"/>
          <a:chOff x="0" y="0"/>
          <a:chExt cx="0" cy="0"/>
        </a:xfrm>
      </p:grpSpPr>
      <p:sp>
        <p:nvSpPr>
          <p:cNvPr id="7" name="Text Placeholder 2"/>
          <p:cNvSpPr>
            <a:spLocks noGrp="1"/>
          </p:cNvSpPr>
          <p:nvPr>
            <p:ph type="body" idx="1"/>
          </p:nvPr>
        </p:nvSpPr>
        <p:spPr>
          <a:xfrm>
            <a:off x="512064" y="805002"/>
            <a:ext cx="5386917" cy="380392"/>
          </a:xfrm>
          <a:prstGeom prst="rect">
            <a:avLst/>
          </a:prstGeom>
          <a:solidFill>
            <a:schemeClr val="accent1">
              <a:lumMod val="40000"/>
              <a:lumOff val="60000"/>
            </a:schemeClr>
          </a:solidFill>
          <a:ln cmpd="sng">
            <a:solidFill>
              <a:srgbClr val="B01C2E"/>
            </a:solidFill>
            <a:prstDash val="solid"/>
          </a:ln>
        </p:spPr>
        <p:txBody>
          <a:bodyPr lIns="91440" rIns="91440" anchor="ctr"/>
          <a:lstStyle>
            <a:lvl1pPr marL="0" indent="0" algn="ctr">
              <a:buNone/>
              <a:defRPr sz="1600" b="1">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8" name="Text Placeholder 2"/>
          <p:cNvSpPr>
            <a:spLocks noGrp="1"/>
          </p:cNvSpPr>
          <p:nvPr>
            <p:ph type="body" idx="19"/>
          </p:nvPr>
        </p:nvSpPr>
        <p:spPr>
          <a:xfrm>
            <a:off x="6299200" y="814835"/>
            <a:ext cx="5386917" cy="380392"/>
          </a:xfrm>
          <a:prstGeom prst="rect">
            <a:avLst/>
          </a:prstGeom>
          <a:solidFill>
            <a:schemeClr val="accent1">
              <a:lumMod val="40000"/>
              <a:lumOff val="60000"/>
            </a:schemeClr>
          </a:solidFill>
          <a:ln cmpd="sng">
            <a:solidFill>
              <a:srgbClr val="B01C2E"/>
            </a:solidFill>
            <a:prstDash val="solid"/>
          </a:ln>
        </p:spPr>
        <p:txBody>
          <a:bodyPr lIns="91440" rIns="91440" anchor="ctr"/>
          <a:lstStyle>
            <a:lvl1pPr marL="0" indent="0" algn="ctr">
              <a:buNone/>
              <a:defRPr sz="1600" b="1">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11" name="Content Placeholder 10"/>
          <p:cNvSpPr>
            <a:spLocks noGrp="1"/>
          </p:cNvSpPr>
          <p:nvPr>
            <p:ph sz="quarter" idx="20"/>
          </p:nvPr>
        </p:nvSpPr>
        <p:spPr>
          <a:xfrm>
            <a:off x="505883" y="1195227"/>
            <a:ext cx="5388864" cy="4955707"/>
          </a:xfrm>
          <a:prstGeom prst="rect">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Content Placeholder 10"/>
          <p:cNvSpPr>
            <a:spLocks noGrp="1"/>
          </p:cNvSpPr>
          <p:nvPr>
            <p:ph sz="quarter" idx="21"/>
          </p:nvPr>
        </p:nvSpPr>
        <p:spPr>
          <a:xfrm>
            <a:off x="6299200" y="1195227"/>
            <a:ext cx="5388864" cy="4955707"/>
          </a:xfrm>
          <a:prstGeom prst="rect">
            <a:avLst/>
          </a:prstGeom>
          <a:solidFill>
            <a:srgbClr val="FFFFFF"/>
          </a:solidFill>
          <a:ln>
            <a:solidFill>
              <a:srgbClr val="C0C0C0"/>
            </a:solidFill>
          </a:ln>
        </p:spPr>
        <p:txBody>
          <a:bodyPr/>
          <a:lstStyle>
            <a:lvl1pPr marL="228600" indent="-228600">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Slide Number Placeholder 9"/>
          <p:cNvSpPr>
            <a:spLocks noGrp="1"/>
          </p:cNvSpPr>
          <p:nvPr>
            <p:ph type="sldNum" sz="quarter" idx="22"/>
          </p:nvPr>
        </p:nvSpPr>
        <p:spPr/>
        <p:txBody>
          <a:bodyPr/>
          <a:lstStyle>
            <a:lvl1pPr>
              <a:defRPr/>
            </a:lvl1pPr>
          </a:lstStyle>
          <a:p>
            <a:fld id="{856F0A94-AD2E-974D-AF6B-04AF335E854A}" type="slidenum">
              <a:rPr lang="en-US" altLang="en-US"/>
              <a:pPr/>
              <a:t>‹#›</a:t>
            </a:fld>
            <a:endParaRPr lang="en-US" altLang="en-US"/>
          </a:p>
        </p:txBody>
      </p:sp>
      <p:sp>
        <p:nvSpPr>
          <p:cNvPr id="13" name="Footer Placeholder 12"/>
          <p:cNvSpPr>
            <a:spLocks noGrp="1"/>
          </p:cNvSpPr>
          <p:nvPr>
            <p:ph type="ftr" sz="quarter" idx="23"/>
          </p:nvPr>
        </p:nvSpPr>
        <p:spPr/>
        <p:txBody>
          <a:bodyPr/>
          <a:lstStyle>
            <a:lvl1pPr>
              <a:defRPr/>
            </a:lvl1pPr>
          </a:lstStyle>
          <a:p>
            <a:pPr>
              <a:defRPr/>
            </a:pPr>
            <a:r>
              <a:rPr lang="en-US"/>
              <a:t>Preferred Stock</a:t>
            </a:r>
          </a:p>
        </p:txBody>
      </p:sp>
      <p:sp>
        <p:nvSpPr>
          <p:cNvPr id="15" name="Rectangle 14"/>
          <p:cNvSpPr/>
          <p:nvPr userDrawn="1"/>
        </p:nvSpPr>
        <p:spPr>
          <a:xfrm>
            <a:off x="512064" y="407060"/>
            <a:ext cx="11277600" cy="91169"/>
          </a:xfrm>
          <a:prstGeom prst="rect">
            <a:avLst/>
          </a:prstGeom>
          <a:solidFill>
            <a:schemeClr val="accent1">
              <a:alpha val="69000"/>
            </a:schemeClr>
          </a:solidFill>
          <a:ln w="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16" name="Rectangle 2"/>
          <p:cNvSpPr>
            <a:spLocks noGrp="1" noChangeArrowheads="1"/>
          </p:cNvSpPr>
          <p:nvPr>
            <p:ph type="title"/>
          </p:nvPr>
        </p:nvSpPr>
        <p:spPr bwMode="gray">
          <a:xfrm>
            <a:off x="512064" y="2"/>
            <a:ext cx="11277600" cy="389593"/>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b="1"/>
            </a:lvl1pPr>
          </a:lstStyle>
          <a:p>
            <a:pPr lvl="0"/>
            <a:r>
              <a:rPr lang="en-US" dirty="0"/>
              <a:t>Click to edit Master title style</a:t>
            </a:r>
          </a:p>
        </p:txBody>
      </p:sp>
    </p:spTree>
    <p:extLst>
      <p:ext uri="{BB962C8B-B14F-4D97-AF65-F5344CB8AC3E}">
        <p14:creationId xmlns:p14="http://schemas.microsoft.com/office/powerpoint/2010/main" val="57093858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Side by Side w/Header">
    <p:spTree>
      <p:nvGrpSpPr>
        <p:cNvPr id="1" name=""/>
        <p:cNvGrpSpPr/>
        <p:nvPr/>
      </p:nvGrpSpPr>
      <p:grpSpPr>
        <a:xfrm>
          <a:off x="0" y="0"/>
          <a:ext cx="0" cy="0"/>
          <a:chOff x="0" y="0"/>
          <a:chExt cx="0" cy="0"/>
        </a:xfrm>
      </p:grpSpPr>
      <p:sp>
        <p:nvSpPr>
          <p:cNvPr id="7" name="Text Placeholder 2"/>
          <p:cNvSpPr>
            <a:spLocks noGrp="1"/>
          </p:cNvSpPr>
          <p:nvPr>
            <p:ph type="body" idx="1"/>
          </p:nvPr>
        </p:nvSpPr>
        <p:spPr>
          <a:xfrm>
            <a:off x="505883" y="1371600"/>
            <a:ext cx="5386917" cy="380392"/>
          </a:xfrm>
          <a:prstGeom prst="rect">
            <a:avLst/>
          </a:prstGeom>
          <a:solidFill>
            <a:schemeClr val="accent1"/>
          </a:solidFill>
          <a:ln cmpd="sng">
            <a:solidFill>
              <a:srgbClr val="B01C2E"/>
            </a:solidFill>
            <a:prstDash val="solid"/>
          </a:ln>
        </p:spPr>
        <p:txBody>
          <a:bodyPr lIns="91440" rIns="91440" anchor="ctr"/>
          <a:lstStyle>
            <a:lvl1pPr marL="0" indent="0" algn="ctr">
              <a:buNone/>
              <a:defRPr sz="16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8" name="Text Placeholder 2"/>
          <p:cNvSpPr>
            <a:spLocks noGrp="1"/>
          </p:cNvSpPr>
          <p:nvPr>
            <p:ph type="body" idx="19"/>
          </p:nvPr>
        </p:nvSpPr>
        <p:spPr>
          <a:xfrm>
            <a:off x="6299200" y="1371600"/>
            <a:ext cx="5386917" cy="380392"/>
          </a:xfrm>
          <a:prstGeom prst="rect">
            <a:avLst/>
          </a:prstGeom>
          <a:solidFill>
            <a:schemeClr val="accent1"/>
          </a:solidFill>
          <a:ln cmpd="sng">
            <a:solidFill>
              <a:srgbClr val="B01C2E"/>
            </a:solidFill>
            <a:prstDash val="solid"/>
          </a:ln>
        </p:spPr>
        <p:txBody>
          <a:bodyPr lIns="91440" rIns="91440" anchor="ctr"/>
          <a:lstStyle>
            <a:lvl1pPr marL="0" indent="0" algn="ctr">
              <a:buNone/>
              <a:defRPr sz="16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11" name="Content Placeholder 10"/>
          <p:cNvSpPr>
            <a:spLocks noGrp="1"/>
          </p:cNvSpPr>
          <p:nvPr>
            <p:ph sz="quarter" idx="20"/>
          </p:nvPr>
        </p:nvSpPr>
        <p:spPr>
          <a:xfrm>
            <a:off x="505883" y="1807534"/>
            <a:ext cx="5388864" cy="4343400"/>
          </a:xfrm>
          <a:prstGeom prst="rect">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Content Placeholder 10"/>
          <p:cNvSpPr>
            <a:spLocks noGrp="1"/>
          </p:cNvSpPr>
          <p:nvPr>
            <p:ph sz="quarter" idx="21"/>
          </p:nvPr>
        </p:nvSpPr>
        <p:spPr>
          <a:xfrm>
            <a:off x="6299200" y="1807534"/>
            <a:ext cx="5388864" cy="4343400"/>
          </a:xfrm>
          <a:prstGeom prst="rect">
            <a:avLst/>
          </a:prstGeom>
          <a:solidFill>
            <a:srgbClr val="FFFFFF"/>
          </a:solidFill>
          <a:ln>
            <a:solidFill>
              <a:srgbClr val="C0C0C0"/>
            </a:solidFill>
          </a:ln>
        </p:spPr>
        <p:txBody>
          <a:bodyPr/>
          <a:lstStyle>
            <a:lvl1pPr marL="228600" indent="-228600">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0" name="Slide Number Placeholder 9"/>
          <p:cNvSpPr>
            <a:spLocks noGrp="1"/>
          </p:cNvSpPr>
          <p:nvPr>
            <p:ph type="sldNum" sz="quarter" idx="22"/>
          </p:nvPr>
        </p:nvSpPr>
        <p:spPr/>
        <p:txBody>
          <a:bodyPr/>
          <a:lstStyle>
            <a:lvl1pPr>
              <a:defRPr/>
            </a:lvl1pPr>
          </a:lstStyle>
          <a:p>
            <a:fld id="{856F0A94-AD2E-974D-AF6B-04AF335E854A}" type="slidenum">
              <a:rPr lang="en-US" altLang="en-US"/>
              <a:pPr/>
              <a:t>‹#›</a:t>
            </a:fld>
            <a:endParaRPr lang="en-US" altLang="en-US"/>
          </a:p>
        </p:txBody>
      </p:sp>
      <p:sp>
        <p:nvSpPr>
          <p:cNvPr id="13" name="Footer Placeholder 12"/>
          <p:cNvSpPr>
            <a:spLocks noGrp="1"/>
          </p:cNvSpPr>
          <p:nvPr>
            <p:ph type="ftr" sz="quarter" idx="23"/>
          </p:nvPr>
        </p:nvSpPr>
        <p:spPr/>
        <p:txBody>
          <a:bodyPr/>
          <a:lstStyle>
            <a:lvl1pPr>
              <a:defRPr/>
            </a:lvl1pPr>
          </a:lstStyle>
          <a:p>
            <a:pPr>
              <a:defRPr/>
            </a:pPr>
            <a:r>
              <a:rPr lang="en-US"/>
              <a:t>Preferred Stock</a:t>
            </a:r>
          </a:p>
        </p:txBody>
      </p:sp>
    </p:spTree>
    <p:extLst>
      <p:ext uri="{BB962C8B-B14F-4D97-AF65-F5344CB8AC3E}">
        <p14:creationId xmlns:p14="http://schemas.microsoft.com/office/powerpoint/2010/main" val="6254348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Side by Side Arrow Right">
    <p:spTree>
      <p:nvGrpSpPr>
        <p:cNvPr id="1" name=""/>
        <p:cNvGrpSpPr/>
        <p:nvPr/>
      </p:nvGrpSpPr>
      <p:grpSpPr>
        <a:xfrm>
          <a:off x="0" y="0"/>
          <a:ext cx="0" cy="0"/>
          <a:chOff x="0" y="0"/>
          <a:chExt cx="0" cy="0"/>
        </a:xfrm>
      </p:grpSpPr>
      <p:sp>
        <p:nvSpPr>
          <p:cNvPr id="10" name="Right Arrow 9"/>
          <p:cNvSpPr/>
          <p:nvPr userDrawn="1"/>
        </p:nvSpPr>
        <p:spPr bwMode="auto">
          <a:xfrm>
            <a:off x="5384800" y="3046413"/>
            <a:ext cx="1320800" cy="1009650"/>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p:spPr>
        <p:txBody>
          <a:bodyPr/>
          <a:lstStyle/>
          <a:p>
            <a:pPr eaLnBrk="0" hangingPunct="0">
              <a:defRPr/>
            </a:pPr>
            <a:endParaRPr lang="en-US" sz="1800">
              <a:latin typeface="Arial" charset="0"/>
              <a:ea typeface="+mn-ea"/>
            </a:endParaRPr>
          </a:p>
        </p:txBody>
      </p:sp>
      <p:sp>
        <p:nvSpPr>
          <p:cNvPr id="7" name="Text Placeholder 2"/>
          <p:cNvSpPr>
            <a:spLocks noGrp="1"/>
          </p:cNvSpPr>
          <p:nvPr>
            <p:ph type="body" idx="1"/>
          </p:nvPr>
        </p:nvSpPr>
        <p:spPr>
          <a:xfrm>
            <a:off x="505883" y="1371600"/>
            <a:ext cx="4876800" cy="380392"/>
          </a:xfrm>
          <a:prstGeom prst="rect">
            <a:avLst/>
          </a:prstGeom>
          <a:solidFill>
            <a:schemeClr val="accent1"/>
          </a:solidFill>
          <a:ln cmpd="sng">
            <a:solidFill>
              <a:srgbClr val="B01C2E"/>
            </a:solidFill>
            <a:prstDash val="solid"/>
          </a:ln>
        </p:spPr>
        <p:txBody>
          <a:bodyPr lIns="91440" rIns="91440" anchor="ctr"/>
          <a:lstStyle>
            <a:lvl1pPr marL="0" indent="0">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2"/>
          <p:cNvSpPr>
            <a:spLocks noGrp="1"/>
          </p:cNvSpPr>
          <p:nvPr>
            <p:ph type="body" idx="19"/>
          </p:nvPr>
        </p:nvSpPr>
        <p:spPr>
          <a:xfrm>
            <a:off x="6705600" y="1371600"/>
            <a:ext cx="4876800" cy="380392"/>
          </a:xfrm>
          <a:prstGeom prst="rect">
            <a:avLst/>
          </a:prstGeom>
          <a:solidFill>
            <a:schemeClr val="accent1"/>
          </a:solidFill>
          <a:ln cmpd="sng">
            <a:solidFill>
              <a:srgbClr val="B01C2E"/>
            </a:solidFill>
            <a:prstDash val="solid"/>
          </a:ln>
        </p:spPr>
        <p:txBody>
          <a:bodyPr lIns="91440" rIns="91440" anchor="ctr"/>
          <a:lstStyle>
            <a:lvl1pPr marL="0" marR="0" indent="0" algn="l" defTabSz="914400" rtl="0" eaLnBrk="1" fontAlgn="auto" latinLnBrk="0" hangingPunct="1">
              <a:lnSpc>
                <a:spcPct val="100000"/>
              </a:lnSpc>
              <a:spcBef>
                <a:spcPct val="20000"/>
              </a:spcBef>
              <a:spcAft>
                <a:spcPts val="0"/>
              </a:spcAft>
              <a:buClrTx/>
              <a:buSzTx/>
              <a:buFont typeface="Arial" pitchFamily="34" charset="0"/>
              <a:buNone/>
              <a:tabLst/>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2" name="Content Placeholder 10"/>
          <p:cNvSpPr>
            <a:spLocks noGrp="1"/>
          </p:cNvSpPr>
          <p:nvPr>
            <p:ph sz="quarter" idx="20"/>
          </p:nvPr>
        </p:nvSpPr>
        <p:spPr>
          <a:xfrm>
            <a:off x="505883" y="1807534"/>
            <a:ext cx="4876800" cy="4343400"/>
          </a:xfrm>
          <a:prstGeom prst="rect">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lang="en-US" sz="12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0"/>
          <p:cNvSpPr>
            <a:spLocks noGrp="1"/>
          </p:cNvSpPr>
          <p:nvPr>
            <p:ph sz="quarter" idx="21"/>
          </p:nvPr>
        </p:nvSpPr>
        <p:spPr>
          <a:xfrm>
            <a:off x="6705600" y="1828800"/>
            <a:ext cx="4876800" cy="4343400"/>
          </a:xfrm>
          <a:prstGeom prst="rect">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lang="en-US" sz="12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1" name="Slide Number Placeholder 2"/>
          <p:cNvSpPr>
            <a:spLocks noGrp="1"/>
          </p:cNvSpPr>
          <p:nvPr>
            <p:ph type="sldNum" sz="quarter" idx="22"/>
          </p:nvPr>
        </p:nvSpPr>
        <p:spPr/>
        <p:txBody>
          <a:bodyPr/>
          <a:lstStyle>
            <a:lvl1pPr>
              <a:defRPr/>
            </a:lvl1pPr>
          </a:lstStyle>
          <a:p>
            <a:fld id="{652385A1-7A9F-1D44-AA51-16856D64E5B5}" type="slidenum">
              <a:rPr lang="en-US" altLang="en-US"/>
              <a:pPr/>
              <a:t>‹#›</a:t>
            </a:fld>
            <a:endParaRPr lang="en-US" altLang="en-US"/>
          </a:p>
        </p:txBody>
      </p:sp>
      <p:sp>
        <p:nvSpPr>
          <p:cNvPr id="14" name="Footer Placeholder 9"/>
          <p:cNvSpPr>
            <a:spLocks noGrp="1"/>
          </p:cNvSpPr>
          <p:nvPr>
            <p:ph type="ftr" sz="quarter" idx="23"/>
          </p:nvPr>
        </p:nvSpPr>
        <p:spPr/>
        <p:txBody>
          <a:bodyPr/>
          <a:lstStyle>
            <a:lvl1pPr>
              <a:defRPr smtClean="0"/>
            </a:lvl1pPr>
          </a:lstStyle>
          <a:p>
            <a:pPr>
              <a:defRPr/>
            </a:pPr>
            <a:r>
              <a:rPr lang="en-US"/>
              <a:t>Preferred Stock</a:t>
            </a:r>
          </a:p>
        </p:txBody>
      </p:sp>
    </p:spTree>
    <p:extLst>
      <p:ext uri="{BB962C8B-B14F-4D97-AF65-F5344CB8AC3E}">
        <p14:creationId xmlns:p14="http://schemas.microsoft.com/office/powerpoint/2010/main" val="202452060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Side by Side Double Arrow">
    <p:spTree>
      <p:nvGrpSpPr>
        <p:cNvPr id="1" name=""/>
        <p:cNvGrpSpPr/>
        <p:nvPr/>
      </p:nvGrpSpPr>
      <p:grpSpPr>
        <a:xfrm>
          <a:off x="0" y="0"/>
          <a:ext cx="0" cy="0"/>
          <a:chOff x="0" y="0"/>
          <a:chExt cx="0" cy="0"/>
        </a:xfrm>
      </p:grpSpPr>
      <p:sp>
        <p:nvSpPr>
          <p:cNvPr id="9" name="Right Arrow 8"/>
          <p:cNvSpPr/>
          <p:nvPr userDrawn="1"/>
        </p:nvSpPr>
        <p:spPr bwMode="auto">
          <a:xfrm>
            <a:off x="5359125" y="2692959"/>
            <a:ext cx="1326383" cy="1022294"/>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a:scene3d>
            <a:camera prst="orthographicFront"/>
            <a:lightRig rig="threePt" dir="t"/>
          </a:scene3d>
          <a:sp3d prstMaterial="dkEdge"/>
        </p:spPr>
        <p:txBody>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a:defRPr/>
            </a:pPr>
            <a:endParaRPr lang="en-US" sz="1800">
              <a:latin typeface="Arial" charset="0"/>
              <a:ea typeface="+mn-ea"/>
            </a:endParaRPr>
          </a:p>
        </p:txBody>
      </p:sp>
      <p:sp>
        <p:nvSpPr>
          <p:cNvPr id="12" name="Right Arrow 11"/>
          <p:cNvSpPr/>
          <p:nvPr userDrawn="1"/>
        </p:nvSpPr>
        <p:spPr bwMode="auto">
          <a:xfrm rot="10800000">
            <a:off x="5427337" y="3778176"/>
            <a:ext cx="1353183" cy="1022289"/>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a:scene3d>
            <a:camera prst="orthographicFront"/>
            <a:lightRig rig="threePt" dir="t"/>
          </a:scene3d>
          <a:sp3d prstMaterial="dkEdge"/>
        </p:spPr>
        <p:txBody>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a:defRPr/>
            </a:pPr>
            <a:endParaRPr lang="en-US" sz="1800">
              <a:latin typeface="Arial" charset="0"/>
              <a:ea typeface="+mn-ea"/>
            </a:endParaRPr>
          </a:p>
        </p:txBody>
      </p:sp>
      <p:sp>
        <p:nvSpPr>
          <p:cNvPr id="7" name="Text Placeholder 2"/>
          <p:cNvSpPr>
            <a:spLocks noGrp="1"/>
          </p:cNvSpPr>
          <p:nvPr>
            <p:ph type="body" idx="1"/>
          </p:nvPr>
        </p:nvSpPr>
        <p:spPr>
          <a:xfrm>
            <a:off x="505883" y="1371600"/>
            <a:ext cx="4876800" cy="380392"/>
          </a:xfrm>
          <a:prstGeom prst="rect">
            <a:avLst/>
          </a:prstGeom>
          <a:solidFill>
            <a:schemeClr val="accent1"/>
          </a:solidFill>
          <a:ln cmpd="sng">
            <a:solidFill>
              <a:srgbClr val="B01C2E"/>
            </a:solidFill>
            <a:prstDash val="solid"/>
          </a:ln>
        </p:spPr>
        <p:txBody>
          <a:bodyPr lIns="91440" rIns="91440" anchor="ctr"/>
          <a:lstStyle>
            <a:lvl1pPr marL="0" indent="0">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2"/>
          <p:cNvSpPr>
            <a:spLocks noGrp="1"/>
          </p:cNvSpPr>
          <p:nvPr>
            <p:ph type="body" idx="19"/>
          </p:nvPr>
        </p:nvSpPr>
        <p:spPr>
          <a:xfrm>
            <a:off x="6705600" y="1371600"/>
            <a:ext cx="4876800" cy="380392"/>
          </a:xfrm>
          <a:prstGeom prst="rect">
            <a:avLst/>
          </a:prstGeom>
          <a:solidFill>
            <a:schemeClr val="accent1"/>
          </a:solidFill>
          <a:ln cmpd="sng">
            <a:solidFill>
              <a:srgbClr val="B01C2E"/>
            </a:solidFill>
            <a:prstDash val="solid"/>
          </a:ln>
        </p:spPr>
        <p:txBody>
          <a:bodyPr lIns="91440" rIns="91440" anchor="ctr"/>
          <a:lstStyle>
            <a:lvl1pPr marL="0" indent="0">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1" name="Content Placeholder 10"/>
          <p:cNvSpPr>
            <a:spLocks noGrp="1"/>
          </p:cNvSpPr>
          <p:nvPr>
            <p:ph sz="quarter" idx="20"/>
          </p:nvPr>
        </p:nvSpPr>
        <p:spPr>
          <a:xfrm>
            <a:off x="505883" y="1807534"/>
            <a:ext cx="4876800" cy="4343400"/>
          </a:xfrm>
          <a:prstGeom prst="rect">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lang="en-US" sz="1200" kern="1200" dirty="0" smtClean="0">
                <a:solidFill>
                  <a:schemeClr val="tx1"/>
                </a:solidFill>
                <a:latin typeface="+mn-lt"/>
                <a:ea typeface="+mn-ea"/>
                <a:cs typeface="+mn-cs"/>
              </a:defRPr>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Content Placeholder 10"/>
          <p:cNvSpPr>
            <a:spLocks noGrp="1"/>
          </p:cNvSpPr>
          <p:nvPr>
            <p:ph sz="quarter" idx="21"/>
          </p:nvPr>
        </p:nvSpPr>
        <p:spPr>
          <a:xfrm>
            <a:off x="6705600" y="1807534"/>
            <a:ext cx="4876800" cy="4343400"/>
          </a:xfrm>
          <a:prstGeom prst="rect">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lang="en-US" sz="1200" kern="1200" dirty="0" smtClean="0">
                <a:solidFill>
                  <a:schemeClr val="tx1"/>
                </a:solidFill>
                <a:latin typeface="+mn-lt"/>
                <a:ea typeface="+mn-ea"/>
                <a:cs typeface="+mn-cs"/>
              </a:defRPr>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3" name="Slide Number Placeholder 2"/>
          <p:cNvSpPr>
            <a:spLocks noGrp="1"/>
          </p:cNvSpPr>
          <p:nvPr>
            <p:ph type="sldNum" sz="quarter" idx="22"/>
          </p:nvPr>
        </p:nvSpPr>
        <p:spPr/>
        <p:txBody>
          <a:bodyPr/>
          <a:lstStyle>
            <a:lvl1pPr>
              <a:defRPr/>
            </a:lvl1pPr>
          </a:lstStyle>
          <a:p>
            <a:fld id="{0A6B8188-A85F-5349-B14D-08361E6A7245}" type="slidenum">
              <a:rPr lang="en-US" altLang="en-US"/>
              <a:pPr/>
              <a:t>‹#›</a:t>
            </a:fld>
            <a:endParaRPr lang="en-US" altLang="en-US"/>
          </a:p>
        </p:txBody>
      </p:sp>
      <p:sp>
        <p:nvSpPr>
          <p:cNvPr id="15" name="Footer Placeholder 14"/>
          <p:cNvSpPr>
            <a:spLocks noGrp="1"/>
          </p:cNvSpPr>
          <p:nvPr>
            <p:ph type="ftr" sz="quarter" idx="23"/>
          </p:nvPr>
        </p:nvSpPr>
        <p:spPr/>
        <p:txBody>
          <a:bodyPr/>
          <a:lstStyle>
            <a:lvl1pPr>
              <a:defRPr smtClean="0"/>
            </a:lvl1pPr>
          </a:lstStyle>
          <a:p>
            <a:pPr>
              <a:defRPr/>
            </a:pPr>
            <a:r>
              <a:rPr lang="en-US"/>
              <a:t>Preferred Stock</a:t>
            </a:r>
          </a:p>
        </p:txBody>
      </p:sp>
    </p:spTree>
    <p:extLst>
      <p:ext uri="{BB962C8B-B14F-4D97-AF65-F5344CB8AC3E}">
        <p14:creationId xmlns:p14="http://schemas.microsoft.com/office/powerpoint/2010/main" val="121011248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One Top Arrow to Two Bottom">
    <p:spTree>
      <p:nvGrpSpPr>
        <p:cNvPr id="1" name=""/>
        <p:cNvGrpSpPr/>
        <p:nvPr/>
      </p:nvGrpSpPr>
      <p:grpSpPr>
        <a:xfrm>
          <a:off x="0" y="0"/>
          <a:ext cx="0" cy="0"/>
          <a:chOff x="0" y="0"/>
          <a:chExt cx="0" cy="0"/>
        </a:xfrm>
      </p:grpSpPr>
      <p:sp>
        <p:nvSpPr>
          <p:cNvPr id="10" name="Right Arrow 9"/>
          <p:cNvSpPr/>
          <p:nvPr userDrawn="1"/>
        </p:nvSpPr>
        <p:spPr bwMode="auto">
          <a:xfrm rot="5400000">
            <a:off x="5768941" y="3106216"/>
            <a:ext cx="654118" cy="1363059"/>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a:scene3d>
            <a:camera prst="orthographicFront"/>
            <a:lightRig rig="threePt" dir="t"/>
          </a:scene3d>
          <a:sp3d prstMaterial="dkEdge"/>
        </p:spPr>
        <p:txBody>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a:defRPr/>
            </a:pPr>
            <a:endParaRPr lang="en-US" sz="1800">
              <a:latin typeface="Arial" charset="0"/>
              <a:ea typeface="+mn-ea"/>
            </a:endParaRPr>
          </a:p>
        </p:txBody>
      </p:sp>
      <p:sp>
        <p:nvSpPr>
          <p:cNvPr id="11" name="Content Placeholder 10"/>
          <p:cNvSpPr>
            <a:spLocks noGrp="1"/>
          </p:cNvSpPr>
          <p:nvPr>
            <p:ph sz="quarter" idx="16"/>
          </p:nvPr>
        </p:nvSpPr>
        <p:spPr>
          <a:xfrm>
            <a:off x="609600" y="4479952"/>
            <a:ext cx="5181600" cy="1645920"/>
          </a:xfrm>
          <a:prstGeom prst="rect">
            <a:avLst/>
          </a:prstGeom>
          <a:ln>
            <a:solidFill>
              <a:srgbClr val="C0C0C0"/>
            </a:solidFill>
          </a:ln>
        </p:spPr>
        <p:txBody>
          <a:bodyPr/>
          <a:lstStyle>
            <a:lvl1pPr marL="228600" indent="-228600">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Content Placeholder 10"/>
          <p:cNvSpPr>
            <a:spLocks noGrp="1"/>
          </p:cNvSpPr>
          <p:nvPr>
            <p:ph sz="quarter" idx="17"/>
          </p:nvPr>
        </p:nvSpPr>
        <p:spPr>
          <a:xfrm>
            <a:off x="6400800" y="4479952"/>
            <a:ext cx="5181600" cy="1645920"/>
          </a:xfrm>
          <a:prstGeom prst="rect">
            <a:avLst/>
          </a:prstGeom>
          <a:ln>
            <a:solidFill>
              <a:srgbClr val="C0C0C0"/>
            </a:solidFill>
          </a:ln>
        </p:spPr>
        <p:txBody>
          <a:bodyPr/>
          <a:lstStyle>
            <a:lvl1pPr marL="228600" indent="-228600">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0"/>
          <p:cNvSpPr>
            <a:spLocks noGrp="1"/>
          </p:cNvSpPr>
          <p:nvPr>
            <p:ph sz="quarter" idx="18"/>
          </p:nvPr>
        </p:nvSpPr>
        <p:spPr>
          <a:xfrm>
            <a:off x="609600" y="1807534"/>
            <a:ext cx="10972800" cy="1645920"/>
          </a:xfrm>
          <a:prstGeom prst="rect">
            <a:avLst/>
          </a:prstGeom>
          <a:solidFill>
            <a:srgbClr val="FFFFFF"/>
          </a:solidFill>
          <a:ln>
            <a:solidFill>
              <a:srgbClr val="C0C0C0"/>
            </a:solidFill>
          </a:ln>
        </p:spPr>
        <p:txBody>
          <a:bodyPr/>
          <a:lstStyle>
            <a:lvl1pPr marL="228600" indent="-228600">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2"/>
          <p:cNvSpPr>
            <a:spLocks noGrp="1"/>
          </p:cNvSpPr>
          <p:nvPr>
            <p:ph type="body" idx="13"/>
          </p:nvPr>
        </p:nvSpPr>
        <p:spPr>
          <a:xfrm>
            <a:off x="609600" y="1417320"/>
            <a:ext cx="109728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2"/>
          <p:cNvSpPr>
            <a:spLocks noGrp="1"/>
          </p:cNvSpPr>
          <p:nvPr>
            <p:ph type="body" idx="19"/>
          </p:nvPr>
        </p:nvSpPr>
        <p:spPr>
          <a:xfrm>
            <a:off x="609600" y="4114800"/>
            <a:ext cx="51816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9" name="Text Placeholder 2"/>
          <p:cNvSpPr>
            <a:spLocks noGrp="1"/>
          </p:cNvSpPr>
          <p:nvPr>
            <p:ph type="body" idx="20"/>
          </p:nvPr>
        </p:nvSpPr>
        <p:spPr>
          <a:xfrm>
            <a:off x="6400800" y="4114800"/>
            <a:ext cx="51816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4"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5" name="Slide Number Placeholder 9"/>
          <p:cNvSpPr>
            <a:spLocks noGrp="1"/>
          </p:cNvSpPr>
          <p:nvPr>
            <p:ph type="sldNum" sz="quarter" idx="21"/>
          </p:nvPr>
        </p:nvSpPr>
        <p:spPr/>
        <p:txBody>
          <a:bodyPr/>
          <a:lstStyle>
            <a:lvl1pPr>
              <a:defRPr/>
            </a:lvl1pPr>
          </a:lstStyle>
          <a:p>
            <a:fld id="{7C6F7C23-5FF9-2A4B-BF08-C1294322DB52}" type="slidenum">
              <a:rPr lang="en-US" altLang="en-US"/>
              <a:pPr/>
              <a:t>‹#›</a:t>
            </a:fld>
            <a:endParaRPr lang="en-US" altLang="en-US"/>
          </a:p>
        </p:txBody>
      </p:sp>
      <p:sp>
        <p:nvSpPr>
          <p:cNvPr id="16" name="Footer Placeholder 15"/>
          <p:cNvSpPr>
            <a:spLocks noGrp="1"/>
          </p:cNvSpPr>
          <p:nvPr>
            <p:ph type="ftr" sz="quarter" idx="22"/>
          </p:nvPr>
        </p:nvSpPr>
        <p:spPr/>
        <p:txBody>
          <a:bodyPr/>
          <a:lstStyle>
            <a:lvl1pPr>
              <a:defRPr smtClean="0"/>
            </a:lvl1pPr>
          </a:lstStyle>
          <a:p>
            <a:pPr>
              <a:defRPr/>
            </a:pPr>
            <a:r>
              <a:rPr lang="en-US"/>
              <a:t>Preferred Stock</a:t>
            </a:r>
          </a:p>
        </p:txBody>
      </p:sp>
    </p:spTree>
    <p:extLst>
      <p:ext uri="{BB962C8B-B14F-4D97-AF65-F5344CB8AC3E}">
        <p14:creationId xmlns:p14="http://schemas.microsoft.com/office/powerpoint/2010/main" val="5076972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wo Top Arrow to One Bottom">
    <p:spTree>
      <p:nvGrpSpPr>
        <p:cNvPr id="1" name=""/>
        <p:cNvGrpSpPr/>
        <p:nvPr/>
      </p:nvGrpSpPr>
      <p:grpSpPr>
        <a:xfrm>
          <a:off x="0" y="0"/>
          <a:ext cx="0" cy="0"/>
          <a:chOff x="0" y="0"/>
          <a:chExt cx="0" cy="0"/>
        </a:xfrm>
      </p:grpSpPr>
      <p:sp>
        <p:nvSpPr>
          <p:cNvPr id="10" name="Right Arrow 9"/>
          <p:cNvSpPr/>
          <p:nvPr userDrawn="1"/>
        </p:nvSpPr>
        <p:spPr bwMode="auto">
          <a:xfrm rot="5400000">
            <a:off x="5768941" y="3106216"/>
            <a:ext cx="654118" cy="1363059"/>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a:scene3d>
            <a:camera prst="orthographicFront"/>
            <a:lightRig rig="threePt" dir="t"/>
          </a:scene3d>
          <a:sp3d prstMaterial="dkEdge"/>
        </p:spPr>
        <p:txBody>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a:defRPr/>
            </a:pPr>
            <a:endParaRPr lang="en-US" sz="1800">
              <a:latin typeface="Arial" charset="0"/>
              <a:ea typeface="+mn-ea"/>
            </a:endParaRPr>
          </a:p>
        </p:txBody>
      </p:sp>
      <p:sp>
        <p:nvSpPr>
          <p:cNvPr id="11" name="Content Placeholder 10"/>
          <p:cNvSpPr>
            <a:spLocks noGrp="1"/>
          </p:cNvSpPr>
          <p:nvPr>
            <p:ph sz="quarter" idx="16"/>
          </p:nvPr>
        </p:nvSpPr>
        <p:spPr>
          <a:xfrm>
            <a:off x="609600" y="1783080"/>
            <a:ext cx="5181600" cy="1645920"/>
          </a:xfrm>
          <a:prstGeom prst="rect">
            <a:avLst/>
          </a:prstGeom>
          <a:ln>
            <a:solidFill>
              <a:srgbClr val="C0C0C0"/>
            </a:solidFill>
          </a:ln>
        </p:spPr>
        <p:txBody>
          <a:bodyPr/>
          <a:lstStyle>
            <a:lvl1pPr marL="228600" indent="-228600">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Content Placeholder 10"/>
          <p:cNvSpPr>
            <a:spLocks noGrp="1"/>
          </p:cNvSpPr>
          <p:nvPr>
            <p:ph sz="quarter" idx="17"/>
          </p:nvPr>
        </p:nvSpPr>
        <p:spPr>
          <a:xfrm>
            <a:off x="6400800" y="1783080"/>
            <a:ext cx="5181600" cy="1645920"/>
          </a:xfrm>
          <a:prstGeom prst="rect">
            <a:avLst/>
          </a:prstGeom>
          <a:ln>
            <a:solidFill>
              <a:srgbClr val="C0C0C0"/>
            </a:solidFill>
          </a:ln>
        </p:spPr>
        <p:txBody>
          <a:bodyPr/>
          <a:lstStyle>
            <a:lvl1pPr marL="228600" indent="-228600">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0"/>
          <p:cNvSpPr>
            <a:spLocks noGrp="1"/>
          </p:cNvSpPr>
          <p:nvPr>
            <p:ph sz="quarter" idx="18"/>
          </p:nvPr>
        </p:nvSpPr>
        <p:spPr>
          <a:xfrm>
            <a:off x="609600" y="4505014"/>
            <a:ext cx="10972800" cy="1645920"/>
          </a:xfrm>
          <a:prstGeom prst="rect">
            <a:avLst/>
          </a:prstGeom>
          <a:solidFill>
            <a:srgbClr val="FFFFFF"/>
          </a:solidFill>
          <a:ln>
            <a:solidFill>
              <a:srgbClr val="C0C0C0"/>
            </a:solidFill>
          </a:ln>
        </p:spPr>
        <p:txBody>
          <a:bodyPr/>
          <a:lstStyle>
            <a:lvl1pPr marL="228600" indent="-228600">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2"/>
          <p:cNvSpPr>
            <a:spLocks noGrp="1"/>
          </p:cNvSpPr>
          <p:nvPr>
            <p:ph type="body" idx="13"/>
          </p:nvPr>
        </p:nvSpPr>
        <p:spPr>
          <a:xfrm>
            <a:off x="609600" y="4114800"/>
            <a:ext cx="109728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2"/>
          <p:cNvSpPr>
            <a:spLocks noGrp="1"/>
          </p:cNvSpPr>
          <p:nvPr>
            <p:ph type="body" idx="19"/>
          </p:nvPr>
        </p:nvSpPr>
        <p:spPr>
          <a:xfrm>
            <a:off x="609600" y="1417928"/>
            <a:ext cx="51816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9" name="Text Placeholder 2"/>
          <p:cNvSpPr>
            <a:spLocks noGrp="1"/>
          </p:cNvSpPr>
          <p:nvPr>
            <p:ph type="body" idx="20"/>
          </p:nvPr>
        </p:nvSpPr>
        <p:spPr>
          <a:xfrm>
            <a:off x="6400800" y="1417928"/>
            <a:ext cx="51816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4"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5" name="Slide Number Placeholder 9"/>
          <p:cNvSpPr>
            <a:spLocks noGrp="1"/>
          </p:cNvSpPr>
          <p:nvPr>
            <p:ph type="sldNum" sz="quarter" idx="21"/>
          </p:nvPr>
        </p:nvSpPr>
        <p:spPr/>
        <p:txBody>
          <a:bodyPr/>
          <a:lstStyle>
            <a:lvl1pPr>
              <a:defRPr/>
            </a:lvl1pPr>
          </a:lstStyle>
          <a:p>
            <a:fld id="{06494A95-A7E5-E34F-8DB1-F10A4839B0B9}" type="slidenum">
              <a:rPr lang="en-US" altLang="en-US"/>
              <a:pPr/>
              <a:t>‹#›</a:t>
            </a:fld>
            <a:endParaRPr lang="en-US" altLang="en-US"/>
          </a:p>
        </p:txBody>
      </p:sp>
      <p:sp>
        <p:nvSpPr>
          <p:cNvPr id="16" name="Footer Placeholder 15"/>
          <p:cNvSpPr>
            <a:spLocks noGrp="1"/>
          </p:cNvSpPr>
          <p:nvPr>
            <p:ph type="ftr" sz="quarter" idx="22"/>
          </p:nvPr>
        </p:nvSpPr>
        <p:spPr/>
        <p:txBody>
          <a:bodyPr/>
          <a:lstStyle>
            <a:lvl1pPr>
              <a:defRPr smtClean="0"/>
            </a:lvl1pPr>
          </a:lstStyle>
          <a:p>
            <a:pPr>
              <a:defRPr/>
            </a:pPr>
            <a:r>
              <a:rPr lang="en-US"/>
              <a:t>Preferred Stock</a:t>
            </a:r>
          </a:p>
        </p:txBody>
      </p:sp>
    </p:spTree>
    <p:extLst>
      <p:ext uri="{BB962C8B-B14F-4D97-AF65-F5344CB8AC3E}">
        <p14:creationId xmlns:p14="http://schemas.microsoft.com/office/powerpoint/2010/main" val="127606138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ext Blocks - Six Palettes">
    <p:spTree>
      <p:nvGrpSpPr>
        <p:cNvPr id="1" name=""/>
        <p:cNvGrpSpPr/>
        <p:nvPr/>
      </p:nvGrpSpPr>
      <p:grpSpPr>
        <a:xfrm>
          <a:off x="0" y="0"/>
          <a:ext cx="0" cy="0"/>
          <a:chOff x="0" y="0"/>
          <a:chExt cx="0" cy="0"/>
        </a:xfrm>
      </p:grpSpPr>
      <p:sp>
        <p:nvSpPr>
          <p:cNvPr id="28" name="Text Placeholder 5"/>
          <p:cNvSpPr>
            <a:spLocks noGrp="1"/>
          </p:cNvSpPr>
          <p:nvPr>
            <p:ph type="body" sz="quarter" idx="30"/>
          </p:nvPr>
        </p:nvSpPr>
        <p:spPr>
          <a:xfrm>
            <a:off x="6191251" y="4627745"/>
            <a:ext cx="5181600" cy="274320"/>
          </a:xfrm>
          <a:prstGeom prst="rect">
            <a:avLst/>
          </a:prstGeom>
          <a:solidFill>
            <a:srgbClr val="B01C2E"/>
          </a:solidFill>
          <a:ln>
            <a:solidFill>
              <a:srgbClr val="B01C2E"/>
            </a:solidFill>
          </a:ln>
        </p:spPr>
        <p:txBody>
          <a:bodyPr/>
          <a:lstStyle>
            <a:lvl1pPr marL="0" marR="0" indent="0" algn="l" defTabSz="914400" rtl="0" eaLnBrk="1" fontAlgn="auto" latinLnBrk="0" hangingPunct="1">
              <a:lnSpc>
                <a:spcPct val="100000"/>
              </a:lnSpc>
              <a:spcBef>
                <a:spcPct val="20000"/>
              </a:spcBef>
              <a:spcAft>
                <a:spcPts val="0"/>
              </a:spcAft>
              <a:buClr>
                <a:srgbClr val="C00000"/>
              </a:buClr>
              <a:buSzTx/>
              <a:buFont typeface="Wingdings" pitchFamily="2" charset="2"/>
              <a:buNone/>
              <a:tabLst/>
              <a:defRPr sz="1200" b="1" baseline="0">
                <a:solidFill>
                  <a:schemeClr val="bg1"/>
                </a:solidFill>
              </a:defRPr>
            </a:lvl1pPr>
          </a:lstStyle>
          <a:p>
            <a:pPr lvl="0"/>
            <a:r>
              <a:rPr lang="en-US"/>
              <a:t>Click to edit Master text styles</a:t>
            </a:r>
          </a:p>
        </p:txBody>
      </p:sp>
      <p:sp>
        <p:nvSpPr>
          <p:cNvPr id="25" name="Text Placeholder 5"/>
          <p:cNvSpPr>
            <a:spLocks noGrp="1"/>
          </p:cNvSpPr>
          <p:nvPr>
            <p:ph type="body" sz="quarter" idx="27"/>
          </p:nvPr>
        </p:nvSpPr>
        <p:spPr>
          <a:xfrm>
            <a:off x="501651" y="4627745"/>
            <a:ext cx="5181600" cy="274320"/>
          </a:xfrm>
          <a:prstGeom prst="rect">
            <a:avLst/>
          </a:prstGeom>
          <a:solidFill>
            <a:srgbClr val="B01C2E"/>
          </a:solidFill>
          <a:ln>
            <a:solidFill>
              <a:srgbClr val="B01C2E"/>
            </a:solidFill>
          </a:ln>
        </p:spPr>
        <p:txBody>
          <a:bodyPr/>
          <a:lstStyle>
            <a:lvl1pPr marL="0" marR="0" indent="0" algn="l" defTabSz="914400" rtl="0" eaLnBrk="1" fontAlgn="auto" latinLnBrk="0" hangingPunct="1">
              <a:lnSpc>
                <a:spcPct val="100000"/>
              </a:lnSpc>
              <a:spcBef>
                <a:spcPct val="20000"/>
              </a:spcBef>
              <a:spcAft>
                <a:spcPts val="0"/>
              </a:spcAft>
              <a:buClr>
                <a:srgbClr val="C00000"/>
              </a:buClr>
              <a:buSzTx/>
              <a:buFont typeface="Wingdings" pitchFamily="2" charset="2"/>
              <a:buNone/>
              <a:tabLst/>
              <a:defRPr sz="1200" b="1" baseline="0">
                <a:solidFill>
                  <a:schemeClr val="bg1"/>
                </a:solidFill>
              </a:defRPr>
            </a:lvl1pPr>
          </a:lstStyle>
          <a:p>
            <a:pPr lvl="0"/>
            <a:r>
              <a:rPr lang="en-US"/>
              <a:t>Click to edit Master text styles</a:t>
            </a:r>
          </a:p>
        </p:txBody>
      </p:sp>
      <p:sp>
        <p:nvSpPr>
          <p:cNvPr id="24" name="Text Placeholder 5"/>
          <p:cNvSpPr>
            <a:spLocks noGrp="1"/>
          </p:cNvSpPr>
          <p:nvPr>
            <p:ph type="body" sz="quarter" idx="26"/>
          </p:nvPr>
        </p:nvSpPr>
        <p:spPr>
          <a:xfrm>
            <a:off x="501651" y="3015622"/>
            <a:ext cx="5181600" cy="274320"/>
          </a:xfrm>
          <a:prstGeom prst="rect">
            <a:avLst/>
          </a:prstGeom>
          <a:solidFill>
            <a:srgbClr val="B01C2E"/>
          </a:solidFill>
          <a:ln>
            <a:solidFill>
              <a:srgbClr val="B01C2E"/>
            </a:solidFill>
          </a:ln>
        </p:spPr>
        <p:txBody>
          <a:bodyPr/>
          <a:lstStyle>
            <a:lvl1pPr marL="0" marR="0" indent="0" algn="l" defTabSz="914400" rtl="0" eaLnBrk="1" fontAlgn="auto" latinLnBrk="0" hangingPunct="1">
              <a:lnSpc>
                <a:spcPct val="100000"/>
              </a:lnSpc>
              <a:spcBef>
                <a:spcPct val="20000"/>
              </a:spcBef>
              <a:spcAft>
                <a:spcPts val="0"/>
              </a:spcAft>
              <a:buClr>
                <a:srgbClr val="C00000"/>
              </a:buClr>
              <a:buSzTx/>
              <a:buFont typeface="Wingdings" pitchFamily="2" charset="2"/>
              <a:buNone/>
              <a:tabLst/>
              <a:defRPr sz="1200" b="1" baseline="0">
                <a:solidFill>
                  <a:schemeClr val="bg1"/>
                </a:solidFill>
              </a:defRPr>
            </a:lvl1pPr>
          </a:lstStyle>
          <a:p>
            <a:pPr lvl="0"/>
            <a:r>
              <a:rPr lang="en-US"/>
              <a:t>Click to edit Master text styles</a:t>
            </a:r>
          </a:p>
        </p:txBody>
      </p:sp>
      <p:sp>
        <p:nvSpPr>
          <p:cNvPr id="27" name="Text Placeholder 5"/>
          <p:cNvSpPr>
            <a:spLocks noGrp="1"/>
          </p:cNvSpPr>
          <p:nvPr>
            <p:ph type="body" sz="quarter" idx="29"/>
          </p:nvPr>
        </p:nvSpPr>
        <p:spPr>
          <a:xfrm>
            <a:off x="6191251" y="3015622"/>
            <a:ext cx="5181600" cy="274320"/>
          </a:xfrm>
          <a:prstGeom prst="rect">
            <a:avLst/>
          </a:prstGeom>
          <a:solidFill>
            <a:srgbClr val="B01C2E"/>
          </a:solidFill>
          <a:ln>
            <a:solidFill>
              <a:srgbClr val="B01C2E"/>
            </a:solidFill>
          </a:ln>
        </p:spPr>
        <p:txBody>
          <a:bodyPr/>
          <a:lstStyle>
            <a:lvl1pPr marL="0" marR="0" indent="0" algn="l" defTabSz="914400" rtl="0" eaLnBrk="1" fontAlgn="auto" latinLnBrk="0" hangingPunct="1">
              <a:lnSpc>
                <a:spcPct val="100000"/>
              </a:lnSpc>
              <a:spcBef>
                <a:spcPct val="20000"/>
              </a:spcBef>
              <a:spcAft>
                <a:spcPts val="0"/>
              </a:spcAft>
              <a:buClr>
                <a:srgbClr val="C00000"/>
              </a:buClr>
              <a:buSzTx/>
              <a:buFont typeface="Wingdings" pitchFamily="2" charset="2"/>
              <a:buNone/>
              <a:tabLst/>
              <a:defRPr sz="1200" b="1" baseline="0">
                <a:solidFill>
                  <a:schemeClr val="bg1"/>
                </a:solidFill>
              </a:defRPr>
            </a:lvl1pPr>
          </a:lstStyle>
          <a:p>
            <a:pPr lvl="0"/>
            <a:r>
              <a:rPr lang="en-US"/>
              <a:t>Click to edit Master text styles</a:t>
            </a:r>
          </a:p>
        </p:txBody>
      </p:sp>
      <p:sp>
        <p:nvSpPr>
          <p:cNvPr id="26" name="Text Placeholder 5"/>
          <p:cNvSpPr>
            <a:spLocks noGrp="1"/>
          </p:cNvSpPr>
          <p:nvPr>
            <p:ph type="body" sz="quarter" idx="28"/>
          </p:nvPr>
        </p:nvSpPr>
        <p:spPr>
          <a:xfrm>
            <a:off x="6191251" y="1403499"/>
            <a:ext cx="5181600" cy="274320"/>
          </a:xfrm>
          <a:prstGeom prst="rect">
            <a:avLst/>
          </a:prstGeom>
          <a:solidFill>
            <a:srgbClr val="B01C2E"/>
          </a:solidFill>
          <a:ln>
            <a:solidFill>
              <a:srgbClr val="B01C2E"/>
            </a:solidFill>
          </a:ln>
        </p:spPr>
        <p:txBody>
          <a:bodyPr/>
          <a:lstStyle>
            <a:lvl1pPr marL="0" marR="0" indent="0" algn="l" defTabSz="914400" rtl="0" eaLnBrk="1" fontAlgn="auto" latinLnBrk="0" hangingPunct="1">
              <a:lnSpc>
                <a:spcPct val="100000"/>
              </a:lnSpc>
              <a:spcBef>
                <a:spcPct val="20000"/>
              </a:spcBef>
              <a:spcAft>
                <a:spcPts val="0"/>
              </a:spcAft>
              <a:buClr>
                <a:srgbClr val="C00000"/>
              </a:buClr>
              <a:buSzTx/>
              <a:buFont typeface="Wingdings" pitchFamily="2" charset="2"/>
              <a:buNone/>
              <a:tabLst/>
              <a:defRPr sz="1200" b="1" baseline="0">
                <a:solidFill>
                  <a:schemeClr val="bg1"/>
                </a:solidFill>
              </a:defRPr>
            </a:lvl1pPr>
          </a:lstStyle>
          <a:p>
            <a:pPr lvl="0"/>
            <a:r>
              <a:rPr lang="en-US"/>
              <a:t>Click to edit Master text styles</a:t>
            </a:r>
          </a:p>
        </p:txBody>
      </p:sp>
      <p:sp>
        <p:nvSpPr>
          <p:cNvPr id="23" name="Text Placeholder 5"/>
          <p:cNvSpPr>
            <a:spLocks noGrp="1"/>
          </p:cNvSpPr>
          <p:nvPr>
            <p:ph type="body" sz="quarter" idx="25"/>
          </p:nvPr>
        </p:nvSpPr>
        <p:spPr>
          <a:xfrm>
            <a:off x="501651" y="1403499"/>
            <a:ext cx="5181600" cy="274320"/>
          </a:xfrm>
          <a:prstGeom prst="rect">
            <a:avLst/>
          </a:prstGeom>
          <a:solidFill>
            <a:srgbClr val="B01C2E"/>
          </a:solidFill>
          <a:ln>
            <a:solidFill>
              <a:srgbClr val="B01C2E"/>
            </a:solidFill>
          </a:ln>
        </p:spPr>
        <p:txBody>
          <a:bodyPr/>
          <a:lstStyle>
            <a:lvl1pPr marL="0" marR="0" indent="0" algn="l" defTabSz="914400" rtl="0" eaLnBrk="1" fontAlgn="auto" latinLnBrk="0" hangingPunct="1">
              <a:lnSpc>
                <a:spcPct val="100000"/>
              </a:lnSpc>
              <a:spcBef>
                <a:spcPct val="20000"/>
              </a:spcBef>
              <a:spcAft>
                <a:spcPts val="0"/>
              </a:spcAft>
              <a:buClr>
                <a:srgbClr val="C00000"/>
              </a:buClr>
              <a:buSzTx/>
              <a:buFont typeface="Wingdings" pitchFamily="2" charset="2"/>
              <a:buNone/>
              <a:tabLst/>
              <a:defRPr sz="1200" b="1" baseline="0">
                <a:solidFill>
                  <a:schemeClr val="bg1"/>
                </a:solidFill>
              </a:defRPr>
            </a:lvl1pPr>
          </a:lstStyle>
          <a:p>
            <a:pPr lvl="0"/>
            <a:r>
              <a:rPr lang="en-US"/>
              <a:t>Click to edit Master text styles</a:t>
            </a:r>
          </a:p>
        </p:txBody>
      </p:sp>
      <p:sp>
        <p:nvSpPr>
          <p:cNvPr id="17"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8" name="Text Placeholder 5"/>
          <p:cNvSpPr>
            <a:spLocks noGrp="1"/>
          </p:cNvSpPr>
          <p:nvPr>
            <p:ph type="body" sz="quarter" idx="31"/>
          </p:nvPr>
        </p:nvSpPr>
        <p:spPr>
          <a:xfrm>
            <a:off x="501651" y="1676400"/>
            <a:ext cx="5181600" cy="1252728"/>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1" name="Text Placeholder 5"/>
          <p:cNvSpPr>
            <a:spLocks noGrp="1"/>
          </p:cNvSpPr>
          <p:nvPr>
            <p:ph type="body" sz="quarter" idx="32"/>
          </p:nvPr>
        </p:nvSpPr>
        <p:spPr>
          <a:xfrm>
            <a:off x="501651" y="3302419"/>
            <a:ext cx="5181600" cy="1252728"/>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2" name="Text Placeholder 5"/>
          <p:cNvSpPr>
            <a:spLocks noGrp="1"/>
          </p:cNvSpPr>
          <p:nvPr>
            <p:ph type="body" sz="quarter" idx="33"/>
          </p:nvPr>
        </p:nvSpPr>
        <p:spPr>
          <a:xfrm>
            <a:off x="501651" y="4914990"/>
            <a:ext cx="5181600" cy="1252728"/>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3" name="Text Placeholder 5"/>
          <p:cNvSpPr>
            <a:spLocks noGrp="1"/>
          </p:cNvSpPr>
          <p:nvPr>
            <p:ph type="body" sz="quarter" idx="34"/>
          </p:nvPr>
        </p:nvSpPr>
        <p:spPr>
          <a:xfrm>
            <a:off x="6191251" y="1676400"/>
            <a:ext cx="5181600" cy="1252728"/>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4" name="Text Placeholder 5"/>
          <p:cNvSpPr>
            <a:spLocks noGrp="1"/>
          </p:cNvSpPr>
          <p:nvPr>
            <p:ph type="body" sz="quarter" idx="35"/>
          </p:nvPr>
        </p:nvSpPr>
        <p:spPr>
          <a:xfrm>
            <a:off x="6191251" y="3302418"/>
            <a:ext cx="5181600" cy="1252728"/>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5" name="Text Placeholder 5"/>
          <p:cNvSpPr>
            <a:spLocks noGrp="1"/>
          </p:cNvSpPr>
          <p:nvPr>
            <p:ph type="body" sz="quarter" idx="36"/>
          </p:nvPr>
        </p:nvSpPr>
        <p:spPr>
          <a:xfrm>
            <a:off x="6191251" y="4914990"/>
            <a:ext cx="5181600" cy="1252728"/>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Slide Number Placeholder 9"/>
          <p:cNvSpPr>
            <a:spLocks noGrp="1"/>
          </p:cNvSpPr>
          <p:nvPr>
            <p:ph type="sldNum" sz="quarter" idx="37"/>
          </p:nvPr>
        </p:nvSpPr>
        <p:spPr/>
        <p:txBody>
          <a:bodyPr/>
          <a:lstStyle>
            <a:lvl1pPr>
              <a:defRPr/>
            </a:lvl1pPr>
          </a:lstStyle>
          <a:p>
            <a:fld id="{A23329EE-AB34-E748-89A3-8E74FFF398F3}" type="slidenum">
              <a:rPr lang="en-US" altLang="en-US"/>
              <a:pPr/>
              <a:t>‹#›</a:t>
            </a:fld>
            <a:endParaRPr lang="en-US" altLang="en-US"/>
          </a:p>
        </p:txBody>
      </p:sp>
      <p:sp>
        <p:nvSpPr>
          <p:cNvPr id="16" name="Footer Placeholder 12"/>
          <p:cNvSpPr>
            <a:spLocks noGrp="1"/>
          </p:cNvSpPr>
          <p:nvPr>
            <p:ph type="ftr" sz="quarter" idx="38"/>
          </p:nvPr>
        </p:nvSpPr>
        <p:spPr/>
        <p:txBody>
          <a:bodyPr/>
          <a:lstStyle>
            <a:lvl1pPr>
              <a:defRPr/>
            </a:lvl1pPr>
          </a:lstStyle>
          <a:p>
            <a:pPr>
              <a:defRPr/>
            </a:pPr>
            <a:r>
              <a:rPr lang="en-US"/>
              <a:t>Preferred Stock</a:t>
            </a:r>
          </a:p>
        </p:txBody>
      </p:sp>
    </p:spTree>
    <p:extLst>
      <p:ext uri="{BB962C8B-B14F-4D97-AF65-F5344CB8AC3E}">
        <p14:creationId xmlns:p14="http://schemas.microsoft.com/office/powerpoint/2010/main" val="211799333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ext Blocks - Five Palettes">
    <p:spTree>
      <p:nvGrpSpPr>
        <p:cNvPr id="1" name=""/>
        <p:cNvGrpSpPr/>
        <p:nvPr/>
      </p:nvGrpSpPr>
      <p:grpSpPr>
        <a:xfrm>
          <a:off x="0" y="0"/>
          <a:ext cx="0" cy="0"/>
          <a:chOff x="0" y="0"/>
          <a:chExt cx="0" cy="0"/>
        </a:xfrm>
      </p:grpSpPr>
      <p:sp>
        <p:nvSpPr>
          <p:cNvPr id="14" name="Text Placeholder 5"/>
          <p:cNvSpPr>
            <a:spLocks noGrp="1"/>
          </p:cNvSpPr>
          <p:nvPr>
            <p:ph type="body" sz="quarter" idx="25"/>
          </p:nvPr>
        </p:nvSpPr>
        <p:spPr>
          <a:xfrm>
            <a:off x="601565" y="1402080"/>
            <a:ext cx="2011680" cy="274320"/>
          </a:xfrm>
          <a:prstGeom prst="rect">
            <a:avLst/>
          </a:prstGeom>
          <a:solidFill>
            <a:srgbClr val="B01C2E"/>
          </a:solidFill>
          <a:ln>
            <a:solidFill>
              <a:srgbClr val="B01C2E"/>
            </a:solidFill>
          </a:ln>
        </p:spPr>
        <p:txBody>
          <a:bodyPr anchor="ctr"/>
          <a:lstStyle>
            <a:lvl1pPr marL="0" marR="0" indent="0" algn="l" defTabSz="914400" rtl="0" eaLnBrk="1" fontAlgn="auto" latinLnBrk="0" hangingPunct="1">
              <a:lnSpc>
                <a:spcPct val="100000"/>
              </a:lnSpc>
              <a:spcBef>
                <a:spcPts val="0"/>
              </a:spcBef>
              <a:spcAft>
                <a:spcPts val="0"/>
              </a:spcAft>
              <a:buClr>
                <a:srgbClr val="C00000"/>
              </a:buClr>
              <a:buSzTx/>
              <a:buFont typeface="Wingdings" pitchFamily="2" charset="2"/>
              <a:buNone/>
              <a:tabLst/>
              <a:defRPr sz="1100" b="1" baseline="0">
                <a:solidFill>
                  <a:schemeClr val="bg1"/>
                </a:solidFill>
              </a:defRPr>
            </a:lvl1pPr>
          </a:lstStyle>
          <a:p>
            <a:pPr lvl="0"/>
            <a:r>
              <a:rPr lang="en-US"/>
              <a:t>Click to edit Master text styles</a:t>
            </a:r>
          </a:p>
        </p:txBody>
      </p:sp>
      <p:sp>
        <p:nvSpPr>
          <p:cNvPr id="24" name="Text Placeholder 5"/>
          <p:cNvSpPr>
            <a:spLocks noGrp="1"/>
          </p:cNvSpPr>
          <p:nvPr>
            <p:ph type="body" sz="quarter" idx="35"/>
          </p:nvPr>
        </p:nvSpPr>
        <p:spPr>
          <a:xfrm>
            <a:off x="2844800" y="1402080"/>
            <a:ext cx="2011680" cy="274320"/>
          </a:xfrm>
          <a:prstGeom prst="rect">
            <a:avLst/>
          </a:prstGeom>
          <a:solidFill>
            <a:srgbClr val="B01C2E"/>
          </a:solidFill>
          <a:ln>
            <a:solidFill>
              <a:srgbClr val="B01C2E"/>
            </a:solidFill>
          </a:ln>
        </p:spPr>
        <p:txBody>
          <a:bodyPr anchor="ctr"/>
          <a:lstStyle>
            <a:lvl1pPr marL="0" marR="0" indent="0" algn="l" defTabSz="914400" rtl="0" eaLnBrk="1" fontAlgn="auto" latinLnBrk="0" hangingPunct="1">
              <a:lnSpc>
                <a:spcPct val="100000"/>
              </a:lnSpc>
              <a:spcBef>
                <a:spcPts val="0"/>
              </a:spcBef>
              <a:spcAft>
                <a:spcPts val="0"/>
              </a:spcAft>
              <a:buClr>
                <a:srgbClr val="C00000"/>
              </a:buClr>
              <a:buSzTx/>
              <a:buFont typeface="Wingdings" pitchFamily="2" charset="2"/>
              <a:buNone/>
              <a:tabLst/>
              <a:defRPr sz="1100" b="1" baseline="0">
                <a:solidFill>
                  <a:schemeClr val="bg1"/>
                </a:solidFill>
              </a:defRPr>
            </a:lvl1pPr>
          </a:lstStyle>
          <a:p>
            <a:pPr lvl="0"/>
            <a:r>
              <a:rPr lang="en-US"/>
              <a:t>Click to edit Master text styles</a:t>
            </a:r>
          </a:p>
        </p:txBody>
      </p:sp>
      <p:sp>
        <p:nvSpPr>
          <p:cNvPr id="25" name="Text Placeholder 5"/>
          <p:cNvSpPr>
            <a:spLocks noGrp="1"/>
          </p:cNvSpPr>
          <p:nvPr>
            <p:ph type="body" sz="quarter" idx="36"/>
          </p:nvPr>
        </p:nvSpPr>
        <p:spPr>
          <a:xfrm>
            <a:off x="5130360" y="1402080"/>
            <a:ext cx="2011680" cy="274320"/>
          </a:xfrm>
          <a:prstGeom prst="rect">
            <a:avLst/>
          </a:prstGeom>
          <a:solidFill>
            <a:srgbClr val="B01C2E"/>
          </a:solidFill>
          <a:ln>
            <a:solidFill>
              <a:srgbClr val="B01C2E"/>
            </a:solidFill>
          </a:ln>
        </p:spPr>
        <p:txBody>
          <a:bodyPr anchor="ctr"/>
          <a:lstStyle>
            <a:lvl1pPr marL="0" marR="0" indent="0" algn="l" defTabSz="914400" rtl="0" eaLnBrk="1" fontAlgn="auto" latinLnBrk="0" hangingPunct="1">
              <a:lnSpc>
                <a:spcPct val="100000"/>
              </a:lnSpc>
              <a:spcBef>
                <a:spcPts val="0"/>
              </a:spcBef>
              <a:spcAft>
                <a:spcPts val="0"/>
              </a:spcAft>
              <a:buClr>
                <a:srgbClr val="C00000"/>
              </a:buClr>
              <a:buSzTx/>
              <a:buFont typeface="Wingdings" pitchFamily="2" charset="2"/>
              <a:buNone/>
              <a:tabLst/>
              <a:defRPr sz="1100" b="1" baseline="0">
                <a:solidFill>
                  <a:schemeClr val="bg1"/>
                </a:solidFill>
              </a:defRPr>
            </a:lvl1pPr>
          </a:lstStyle>
          <a:p>
            <a:pPr lvl="0"/>
            <a:r>
              <a:rPr lang="en-US"/>
              <a:t>Click to edit Master text styles</a:t>
            </a:r>
          </a:p>
        </p:txBody>
      </p:sp>
      <p:sp>
        <p:nvSpPr>
          <p:cNvPr id="26" name="Text Placeholder 5"/>
          <p:cNvSpPr>
            <a:spLocks noGrp="1"/>
          </p:cNvSpPr>
          <p:nvPr>
            <p:ph type="body" sz="quarter" idx="37"/>
          </p:nvPr>
        </p:nvSpPr>
        <p:spPr>
          <a:xfrm>
            <a:off x="7408972" y="1402080"/>
            <a:ext cx="2011680" cy="274320"/>
          </a:xfrm>
          <a:prstGeom prst="rect">
            <a:avLst/>
          </a:prstGeom>
          <a:solidFill>
            <a:srgbClr val="B01C2E"/>
          </a:solidFill>
          <a:ln>
            <a:solidFill>
              <a:srgbClr val="B01C2E"/>
            </a:solidFill>
          </a:ln>
        </p:spPr>
        <p:txBody>
          <a:bodyPr anchor="ctr"/>
          <a:lstStyle>
            <a:lvl1pPr marL="0" marR="0" indent="0" algn="l" defTabSz="914400" rtl="0" eaLnBrk="1" fontAlgn="auto" latinLnBrk="0" hangingPunct="1">
              <a:lnSpc>
                <a:spcPct val="100000"/>
              </a:lnSpc>
              <a:spcBef>
                <a:spcPts val="0"/>
              </a:spcBef>
              <a:spcAft>
                <a:spcPts val="0"/>
              </a:spcAft>
              <a:buClr>
                <a:srgbClr val="C00000"/>
              </a:buClr>
              <a:buSzTx/>
              <a:buFont typeface="Wingdings" pitchFamily="2" charset="2"/>
              <a:buNone/>
              <a:tabLst/>
              <a:defRPr sz="1100" b="1" baseline="0">
                <a:solidFill>
                  <a:schemeClr val="bg1"/>
                </a:solidFill>
              </a:defRPr>
            </a:lvl1pPr>
          </a:lstStyle>
          <a:p>
            <a:pPr lvl="0"/>
            <a:r>
              <a:rPr lang="en-US"/>
              <a:t>Click to edit Master text styles</a:t>
            </a:r>
          </a:p>
        </p:txBody>
      </p:sp>
      <p:sp>
        <p:nvSpPr>
          <p:cNvPr id="27" name="Text Placeholder 5"/>
          <p:cNvSpPr>
            <a:spLocks noGrp="1"/>
          </p:cNvSpPr>
          <p:nvPr>
            <p:ph type="body" sz="quarter" idx="38"/>
          </p:nvPr>
        </p:nvSpPr>
        <p:spPr>
          <a:xfrm>
            <a:off x="9747251" y="1402080"/>
            <a:ext cx="2011680" cy="274320"/>
          </a:xfrm>
          <a:prstGeom prst="rect">
            <a:avLst/>
          </a:prstGeom>
          <a:solidFill>
            <a:srgbClr val="B01C2E"/>
          </a:solidFill>
          <a:ln>
            <a:solidFill>
              <a:srgbClr val="B01C2E"/>
            </a:solidFill>
          </a:ln>
        </p:spPr>
        <p:txBody>
          <a:bodyPr anchor="ctr"/>
          <a:lstStyle>
            <a:lvl1pPr marL="0" marR="0" indent="0" algn="l" defTabSz="914400" rtl="0" eaLnBrk="1" fontAlgn="auto" latinLnBrk="0" hangingPunct="1">
              <a:lnSpc>
                <a:spcPct val="100000"/>
              </a:lnSpc>
              <a:spcBef>
                <a:spcPts val="0"/>
              </a:spcBef>
              <a:spcAft>
                <a:spcPts val="0"/>
              </a:spcAft>
              <a:buClr>
                <a:srgbClr val="C00000"/>
              </a:buClr>
              <a:buSzTx/>
              <a:buFont typeface="Wingdings" pitchFamily="2" charset="2"/>
              <a:buNone/>
              <a:tabLst/>
              <a:defRPr sz="1100" b="1" baseline="0">
                <a:solidFill>
                  <a:schemeClr val="bg1"/>
                </a:solidFill>
              </a:defRPr>
            </a:lvl1pPr>
          </a:lstStyle>
          <a:p>
            <a:pPr lvl="0"/>
            <a:r>
              <a:rPr lang="en-US"/>
              <a:t>Click to edit Master text styles</a:t>
            </a:r>
          </a:p>
        </p:txBody>
      </p:sp>
      <p:sp>
        <p:nvSpPr>
          <p:cNvPr id="15"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6" name="Text Placeholder 5"/>
          <p:cNvSpPr>
            <a:spLocks noGrp="1"/>
          </p:cNvSpPr>
          <p:nvPr>
            <p:ph type="body" sz="quarter" idx="39"/>
          </p:nvPr>
        </p:nvSpPr>
        <p:spPr>
          <a:xfrm>
            <a:off x="601565" y="1676400"/>
            <a:ext cx="2011680" cy="4389120"/>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100" baseline="0"/>
            </a:lvl1pPr>
            <a:lvl2pPr marL="329184" indent="-164592">
              <a:buClr>
                <a:srgbClr val="B01C2E"/>
              </a:buClr>
              <a:buFont typeface="Arial" pitchFamily="34" charset="0"/>
              <a:buChar char="•"/>
              <a:defRPr sz="1100" baseline="0"/>
            </a:lvl2pPr>
            <a:lvl3pPr marL="438912" indent="-173736">
              <a:buClr>
                <a:srgbClr val="B01C2E"/>
              </a:buClr>
              <a:buFont typeface="Arial" pitchFamily="34" charset="0"/>
              <a:buChar char="‒"/>
              <a:defRPr sz="1100" baseline="0"/>
            </a:lvl3pPr>
          </a:lstStyle>
          <a:p>
            <a:pPr lvl="0"/>
            <a:r>
              <a:rPr lang="en-US"/>
              <a:t>Click to edit Master text styles</a:t>
            </a:r>
          </a:p>
          <a:p>
            <a:pPr lvl="1"/>
            <a:r>
              <a:rPr lang="en-US"/>
              <a:t>Second level</a:t>
            </a:r>
          </a:p>
          <a:p>
            <a:pPr lvl="2"/>
            <a:r>
              <a:rPr lang="en-US"/>
              <a:t>Third level</a:t>
            </a:r>
          </a:p>
        </p:txBody>
      </p:sp>
      <p:sp>
        <p:nvSpPr>
          <p:cNvPr id="17" name="Text Placeholder 5"/>
          <p:cNvSpPr>
            <a:spLocks noGrp="1"/>
          </p:cNvSpPr>
          <p:nvPr>
            <p:ph type="body" sz="quarter" idx="40"/>
          </p:nvPr>
        </p:nvSpPr>
        <p:spPr>
          <a:xfrm>
            <a:off x="2844800" y="1676400"/>
            <a:ext cx="2011680" cy="4389120"/>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100" baseline="0"/>
            </a:lvl1pPr>
            <a:lvl2pPr marL="329184" indent="-164592">
              <a:buClr>
                <a:srgbClr val="B01C2E"/>
              </a:buClr>
              <a:buFont typeface="Arial" pitchFamily="34" charset="0"/>
              <a:buChar char="•"/>
              <a:defRPr sz="1100" baseline="0"/>
            </a:lvl2pPr>
            <a:lvl3pPr marL="438912" indent="-173736">
              <a:buClr>
                <a:srgbClr val="B01C2E"/>
              </a:buClr>
              <a:buFont typeface="Arial" pitchFamily="34" charset="0"/>
              <a:buChar char="‒"/>
              <a:defRPr sz="1100" baseline="0"/>
            </a:lvl3pPr>
          </a:lstStyle>
          <a:p>
            <a:pPr lvl="0"/>
            <a:r>
              <a:rPr lang="en-US"/>
              <a:t>Click to edit Master text styles</a:t>
            </a:r>
          </a:p>
          <a:p>
            <a:pPr lvl="1"/>
            <a:r>
              <a:rPr lang="en-US"/>
              <a:t>Second level</a:t>
            </a:r>
          </a:p>
          <a:p>
            <a:pPr lvl="2"/>
            <a:r>
              <a:rPr lang="en-US"/>
              <a:t>Third level</a:t>
            </a:r>
          </a:p>
        </p:txBody>
      </p:sp>
      <p:sp>
        <p:nvSpPr>
          <p:cNvPr id="18" name="Text Placeholder 5"/>
          <p:cNvSpPr>
            <a:spLocks noGrp="1"/>
          </p:cNvSpPr>
          <p:nvPr>
            <p:ph type="body" sz="quarter" idx="41"/>
          </p:nvPr>
        </p:nvSpPr>
        <p:spPr>
          <a:xfrm>
            <a:off x="5130360" y="1676400"/>
            <a:ext cx="2011680" cy="4389120"/>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100" baseline="0"/>
            </a:lvl1pPr>
            <a:lvl2pPr marL="329184" indent="-164592">
              <a:buClr>
                <a:srgbClr val="B01C2E"/>
              </a:buClr>
              <a:buFont typeface="Arial" pitchFamily="34" charset="0"/>
              <a:buChar char="•"/>
              <a:defRPr sz="1100" baseline="0"/>
            </a:lvl2pPr>
            <a:lvl3pPr marL="438912" indent="-173736">
              <a:buClr>
                <a:srgbClr val="B01C2E"/>
              </a:buClr>
              <a:buFont typeface="Arial" pitchFamily="34" charset="0"/>
              <a:buChar char="‒"/>
              <a:defRPr sz="1100" baseline="0"/>
            </a:lvl3pPr>
          </a:lstStyle>
          <a:p>
            <a:pPr lvl="0"/>
            <a:r>
              <a:rPr lang="en-US"/>
              <a:t>Click to edit Master text styles</a:t>
            </a:r>
          </a:p>
          <a:p>
            <a:pPr lvl="1"/>
            <a:r>
              <a:rPr lang="en-US"/>
              <a:t>Second level</a:t>
            </a:r>
          </a:p>
          <a:p>
            <a:pPr lvl="2"/>
            <a:r>
              <a:rPr lang="en-US"/>
              <a:t>Third level</a:t>
            </a:r>
          </a:p>
        </p:txBody>
      </p:sp>
      <p:sp>
        <p:nvSpPr>
          <p:cNvPr id="28" name="Text Placeholder 5"/>
          <p:cNvSpPr>
            <a:spLocks noGrp="1"/>
          </p:cNvSpPr>
          <p:nvPr>
            <p:ph type="body" sz="quarter" idx="42"/>
          </p:nvPr>
        </p:nvSpPr>
        <p:spPr>
          <a:xfrm>
            <a:off x="7408972" y="1676400"/>
            <a:ext cx="2011680" cy="4389120"/>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100" baseline="0"/>
            </a:lvl1pPr>
            <a:lvl2pPr marL="329184" indent="-164592">
              <a:buClr>
                <a:srgbClr val="B01C2E"/>
              </a:buClr>
              <a:buFont typeface="Arial" pitchFamily="34" charset="0"/>
              <a:buChar char="•"/>
              <a:defRPr sz="1100" baseline="0"/>
            </a:lvl2pPr>
            <a:lvl3pPr marL="438912" indent="-173736">
              <a:buClr>
                <a:srgbClr val="B01C2E"/>
              </a:buClr>
              <a:buFont typeface="Arial" pitchFamily="34" charset="0"/>
              <a:buChar char="‒"/>
              <a:defRPr sz="1100" baseline="0"/>
            </a:lvl3pPr>
          </a:lstStyle>
          <a:p>
            <a:pPr lvl="0"/>
            <a:r>
              <a:rPr lang="en-US"/>
              <a:t>Click to edit Master text styles</a:t>
            </a:r>
          </a:p>
          <a:p>
            <a:pPr lvl="1"/>
            <a:r>
              <a:rPr lang="en-US"/>
              <a:t>Second level</a:t>
            </a:r>
          </a:p>
          <a:p>
            <a:pPr lvl="2"/>
            <a:r>
              <a:rPr lang="en-US"/>
              <a:t>Third level</a:t>
            </a:r>
          </a:p>
        </p:txBody>
      </p:sp>
      <p:sp>
        <p:nvSpPr>
          <p:cNvPr id="29" name="Text Placeholder 5"/>
          <p:cNvSpPr>
            <a:spLocks noGrp="1"/>
          </p:cNvSpPr>
          <p:nvPr>
            <p:ph type="body" sz="quarter" idx="43"/>
          </p:nvPr>
        </p:nvSpPr>
        <p:spPr>
          <a:xfrm>
            <a:off x="9747251" y="1676400"/>
            <a:ext cx="2011680" cy="4389120"/>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100" baseline="0"/>
            </a:lvl1pPr>
            <a:lvl2pPr marL="329184" indent="-164592">
              <a:buClr>
                <a:srgbClr val="B01C2E"/>
              </a:buClr>
              <a:buFont typeface="Arial" pitchFamily="34" charset="0"/>
              <a:buChar char="•"/>
              <a:defRPr sz="1100" baseline="0"/>
            </a:lvl2pPr>
            <a:lvl3pPr marL="438912" indent="-173736">
              <a:buClr>
                <a:srgbClr val="B01C2E"/>
              </a:buClr>
              <a:buFont typeface="Arial" pitchFamily="34" charset="0"/>
              <a:buChar char="‒"/>
              <a:defRPr sz="1100" baseline="0"/>
            </a:lvl3pPr>
          </a:lstStyle>
          <a:p>
            <a:pPr lvl="0"/>
            <a:r>
              <a:rPr lang="en-US"/>
              <a:t>Click to edit Master text styles</a:t>
            </a:r>
          </a:p>
          <a:p>
            <a:pPr lvl="1"/>
            <a:r>
              <a:rPr lang="en-US"/>
              <a:t>Second level</a:t>
            </a:r>
          </a:p>
          <a:p>
            <a:pPr lvl="2"/>
            <a:r>
              <a:rPr lang="en-US"/>
              <a:t>Third level</a:t>
            </a:r>
          </a:p>
        </p:txBody>
      </p:sp>
      <p:sp>
        <p:nvSpPr>
          <p:cNvPr id="13" name="Slide Number Placeholder 9"/>
          <p:cNvSpPr>
            <a:spLocks noGrp="1"/>
          </p:cNvSpPr>
          <p:nvPr>
            <p:ph type="sldNum" sz="quarter" idx="44"/>
          </p:nvPr>
        </p:nvSpPr>
        <p:spPr/>
        <p:txBody>
          <a:bodyPr/>
          <a:lstStyle>
            <a:lvl1pPr>
              <a:defRPr/>
            </a:lvl1pPr>
          </a:lstStyle>
          <a:p>
            <a:fld id="{1EB3DA79-8920-3645-A529-9AD16B41E65B}" type="slidenum">
              <a:rPr lang="en-US" altLang="en-US"/>
              <a:pPr/>
              <a:t>‹#›</a:t>
            </a:fld>
            <a:endParaRPr lang="en-US" altLang="en-US"/>
          </a:p>
        </p:txBody>
      </p:sp>
      <p:sp>
        <p:nvSpPr>
          <p:cNvPr id="19" name="Footer Placeholder 12"/>
          <p:cNvSpPr>
            <a:spLocks noGrp="1"/>
          </p:cNvSpPr>
          <p:nvPr>
            <p:ph type="ftr" sz="quarter" idx="45"/>
          </p:nvPr>
        </p:nvSpPr>
        <p:spPr/>
        <p:txBody>
          <a:bodyPr/>
          <a:lstStyle>
            <a:lvl1pPr>
              <a:defRPr/>
            </a:lvl1pPr>
          </a:lstStyle>
          <a:p>
            <a:pPr>
              <a:defRPr/>
            </a:pPr>
            <a:r>
              <a:rPr lang="en-US"/>
              <a:t>Preferred Stock</a:t>
            </a:r>
          </a:p>
        </p:txBody>
      </p:sp>
    </p:spTree>
    <p:extLst>
      <p:ext uri="{BB962C8B-B14F-4D97-AF65-F5344CB8AC3E}">
        <p14:creationId xmlns:p14="http://schemas.microsoft.com/office/powerpoint/2010/main" val="24485453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Major Points">
    <p:spTree>
      <p:nvGrpSpPr>
        <p:cNvPr id="1" name=""/>
        <p:cNvGrpSpPr/>
        <p:nvPr/>
      </p:nvGrpSpPr>
      <p:grpSpPr>
        <a:xfrm>
          <a:off x="0" y="0"/>
          <a:ext cx="0" cy="0"/>
          <a:chOff x="0" y="0"/>
          <a:chExt cx="0" cy="0"/>
        </a:xfrm>
      </p:grpSpPr>
      <p:sp>
        <p:nvSpPr>
          <p:cNvPr id="8" name="Text Placeholder 7"/>
          <p:cNvSpPr>
            <a:spLocks noGrp="1"/>
          </p:cNvSpPr>
          <p:nvPr>
            <p:ph type="body" sz="quarter" idx="19"/>
          </p:nvPr>
        </p:nvSpPr>
        <p:spPr>
          <a:xfrm>
            <a:off x="609600" y="1417320"/>
            <a:ext cx="2243328" cy="1508760"/>
          </a:xfrm>
          <a:prstGeom prst="rect">
            <a:avLst/>
          </a:prstGeom>
          <a:solidFill>
            <a:srgbClr val="B01C2E"/>
          </a:solidFill>
          <a:ln>
            <a:solidFill>
              <a:srgbClr val="B01C2E"/>
            </a:solidFill>
          </a:ln>
        </p:spPr>
        <p:txBody>
          <a:bodyPr anchor="ctr"/>
          <a:lstStyle>
            <a:lvl1pPr>
              <a:buNone/>
              <a:defRPr sz="1200" b="1" baseline="0">
                <a:solidFill>
                  <a:schemeClr val="bg1"/>
                </a:solidFill>
              </a:defRPr>
            </a:lvl1pPr>
          </a:lstStyle>
          <a:p>
            <a:pPr lvl="0"/>
            <a:r>
              <a:rPr lang="en-US"/>
              <a:t>Click to edit Master text styles</a:t>
            </a:r>
          </a:p>
        </p:txBody>
      </p:sp>
      <p:sp>
        <p:nvSpPr>
          <p:cNvPr id="13" name="Text Placeholder 7"/>
          <p:cNvSpPr>
            <a:spLocks noGrp="1"/>
          </p:cNvSpPr>
          <p:nvPr>
            <p:ph type="body" sz="quarter" idx="21"/>
          </p:nvPr>
        </p:nvSpPr>
        <p:spPr>
          <a:xfrm>
            <a:off x="609600" y="3065544"/>
            <a:ext cx="2243328" cy="1508760"/>
          </a:xfrm>
          <a:prstGeom prst="rect">
            <a:avLst/>
          </a:prstGeom>
          <a:solidFill>
            <a:srgbClr val="B01C2E"/>
          </a:solidFill>
          <a:ln>
            <a:solidFill>
              <a:srgbClr val="B01C2E"/>
            </a:solidFill>
          </a:ln>
        </p:spPr>
        <p:txBody>
          <a:bodyPr anchor="ctr"/>
          <a:lstStyle>
            <a:lvl1pPr>
              <a:buNone/>
              <a:defRPr sz="1200" b="1" baseline="0">
                <a:solidFill>
                  <a:schemeClr val="bg1"/>
                </a:solidFill>
              </a:defRPr>
            </a:lvl1pPr>
          </a:lstStyle>
          <a:p>
            <a:pPr lvl="0"/>
            <a:r>
              <a:rPr lang="en-US"/>
              <a:t>Click to edit Master text styles</a:t>
            </a:r>
          </a:p>
        </p:txBody>
      </p:sp>
      <p:sp>
        <p:nvSpPr>
          <p:cNvPr id="17" name="Text Placeholder 7"/>
          <p:cNvSpPr>
            <a:spLocks noGrp="1"/>
          </p:cNvSpPr>
          <p:nvPr>
            <p:ph type="body" sz="quarter" idx="23"/>
          </p:nvPr>
        </p:nvSpPr>
        <p:spPr>
          <a:xfrm>
            <a:off x="609600" y="4713767"/>
            <a:ext cx="2243328" cy="1508760"/>
          </a:xfrm>
          <a:prstGeom prst="rect">
            <a:avLst/>
          </a:prstGeom>
          <a:solidFill>
            <a:srgbClr val="B01C2E"/>
          </a:solidFill>
          <a:ln>
            <a:solidFill>
              <a:srgbClr val="B01C2E"/>
            </a:solidFill>
          </a:ln>
        </p:spPr>
        <p:txBody>
          <a:bodyPr anchor="ctr"/>
          <a:lstStyle>
            <a:lvl1pPr>
              <a:buNone/>
              <a:defRPr sz="1200" b="1" baseline="0">
                <a:solidFill>
                  <a:schemeClr val="bg1"/>
                </a:solidFill>
              </a:defRPr>
            </a:lvl1pPr>
          </a:lstStyle>
          <a:p>
            <a:pPr lvl="0"/>
            <a:r>
              <a:rPr lang="en-US"/>
              <a:t>Click to edit Master text styles</a:t>
            </a:r>
          </a:p>
        </p:txBody>
      </p:sp>
      <p:sp>
        <p:nvSpPr>
          <p:cNvPr id="10"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5" name="Text Placeholder 5"/>
          <p:cNvSpPr>
            <a:spLocks noGrp="1"/>
          </p:cNvSpPr>
          <p:nvPr>
            <p:ph type="body" sz="quarter" idx="31"/>
          </p:nvPr>
        </p:nvSpPr>
        <p:spPr>
          <a:xfrm>
            <a:off x="2844800" y="1417320"/>
            <a:ext cx="8741664" cy="1508760"/>
          </a:xfrm>
          <a:prstGeom prst="rect">
            <a:avLst/>
          </a:prstGeom>
          <a:solidFill>
            <a:srgbClr val="FFFFFF"/>
          </a:solidFill>
          <a:ln>
            <a:solidFill>
              <a:srgbClr val="C0C0C0"/>
            </a:solidFill>
          </a:ln>
        </p:spPr>
        <p:txBody>
          <a:bodyPr rIns="4572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ext Placeholder 5"/>
          <p:cNvSpPr>
            <a:spLocks noGrp="1"/>
          </p:cNvSpPr>
          <p:nvPr>
            <p:ph type="body" sz="quarter" idx="32"/>
          </p:nvPr>
        </p:nvSpPr>
        <p:spPr>
          <a:xfrm>
            <a:off x="2844800" y="3065543"/>
            <a:ext cx="8741664" cy="1508760"/>
          </a:xfrm>
          <a:prstGeom prst="rect">
            <a:avLst/>
          </a:prstGeom>
          <a:solidFill>
            <a:srgbClr val="FFFFFF"/>
          </a:solidFill>
          <a:ln>
            <a:solidFill>
              <a:srgbClr val="C0C0C0"/>
            </a:solidFill>
          </a:ln>
        </p:spPr>
        <p:txBody>
          <a:bodyPr rIns="4572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8" name="Text Placeholder 5"/>
          <p:cNvSpPr>
            <a:spLocks noGrp="1"/>
          </p:cNvSpPr>
          <p:nvPr>
            <p:ph type="body" sz="quarter" idx="33"/>
          </p:nvPr>
        </p:nvSpPr>
        <p:spPr>
          <a:xfrm>
            <a:off x="2844800" y="4713767"/>
            <a:ext cx="8741664" cy="1508760"/>
          </a:xfrm>
          <a:prstGeom prst="rect">
            <a:avLst/>
          </a:prstGeom>
          <a:solidFill>
            <a:srgbClr val="FFFFFF"/>
          </a:solidFill>
          <a:ln>
            <a:solidFill>
              <a:srgbClr val="C0C0C0"/>
            </a:solidFill>
          </a:ln>
        </p:spPr>
        <p:txBody>
          <a:bodyPr rIns="4572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Slide Number Placeholder 9"/>
          <p:cNvSpPr>
            <a:spLocks noGrp="1"/>
          </p:cNvSpPr>
          <p:nvPr>
            <p:ph type="sldNum" sz="quarter" idx="34"/>
          </p:nvPr>
        </p:nvSpPr>
        <p:spPr/>
        <p:txBody>
          <a:bodyPr/>
          <a:lstStyle>
            <a:lvl1pPr>
              <a:defRPr/>
            </a:lvl1pPr>
          </a:lstStyle>
          <a:p>
            <a:fld id="{055F7767-1EA1-1B4C-AF44-6A3FCE365276}" type="slidenum">
              <a:rPr lang="en-US" altLang="en-US"/>
              <a:pPr/>
              <a:t>‹#›</a:t>
            </a:fld>
            <a:endParaRPr lang="en-US" altLang="en-US"/>
          </a:p>
        </p:txBody>
      </p:sp>
      <p:sp>
        <p:nvSpPr>
          <p:cNvPr id="11" name="Footer Placeholder 12"/>
          <p:cNvSpPr>
            <a:spLocks noGrp="1"/>
          </p:cNvSpPr>
          <p:nvPr>
            <p:ph type="ftr" sz="quarter" idx="35"/>
          </p:nvPr>
        </p:nvSpPr>
        <p:spPr/>
        <p:txBody>
          <a:bodyPr/>
          <a:lstStyle>
            <a:lvl1pPr>
              <a:defRPr/>
            </a:lvl1pPr>
          </a:lstStyle>
          <a:p>
            <a:pPr>
              <a:defRPr/>
            </a:pPr>
            <a:r>
              <a:rPr lang="en-US"/>
              <a:t>Preferred Stock</a:t>
            </a:r>
          </a:p>
        </p:txBody>
      </p:sp>
    </p:spTree>
    <p:extLst>
      <p:ext uri="{BB962C8B-B14F-4D97-AF65-F5344CB8AC3E}">
        <p14:creationId xmlns:p14="http://schemas.microsoft.com/office/powerpoint/2010/main" val="74160523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Chevrons">
    <p:spTree>
      <p:nvGrpSpPr>
        <p:cNvPr id="1" name=""/>
        <p:cNvGrpSpPr/>
        <p:nvPr/>
      </p:nvGrpSpPr>
      <p:grpSpPr>
        <a:xfrm>
          <a:off x="0" y="0"/>
          <a:ext cx="0" cy="0"/>
          <a:chOff x="0" y="0"/>
          <a:chExt cx="0" cy="0"/>
        </a:xfrm>
      </p:grpSpPr>
      <p:sp>
        <p:nvSpPr>
          <p:cNvPr id="35" name="Text Placeholder 2"/>
          <p:cNvSpPr>
            <a:spLocks noGrp="1"/>
          </p:cNvSpPr>
          <p:nvPr>
            <p:ph type="body" sz="quarter" idx="12"/>
          </p:nvPr>
        </p:nvSpPr>
        <p:spPr>
          <a:xfrm>
            <a:off x="563034" y="1397000"/>
            <a:ext cx="2317751" cy="1155700"/>
          </a:xfrm>
          <a:prstGeom prst="homePlate">
            <a:avLst>
              <a:gd name="adj" fmla="val 19565"/>
            </a:avLst>
          </a:prstGeom>
          <a:solidFill>
            <a:srgbClr val="D7D7D7"/>
          </a:solidFill>
        </p:spPr>
        <p:txBody>
          <a:bodyPr anchor="ctr"/>
          <a:lstStyle>
            <a:lvl1pPr>
              <a:buNone/>
              <a:defRPr sz="1200"/>
            </a:lvl1pPr>
          </a:lstStyle>
          <a:p>
            <a:pPr lvl="0"/>
            <a:r>
              <a:rPr lang="en-US"/>
              <a:t>Click to edit Master text styles</a:t>
            </a:r>
          </a:p>
        </p:txBody>
      </p:sp>
      <p:sp>
        <p:nvSpPr>
          <p:cNvPr id="36" name="Text Placeholder 3"/>
          <p:cNvSpPr>
            <a:spLocks noGrp="1"/>
          </p:cNvSpPr>
          <p:nvPr>
            <p:ph type="body" sz="quarter" idx="13"/>
          </p:nvPr>
        </p:nvSpPr>
        <p:spPr>
          <a:xfrm>
            <a:off x="2747434" y="1397000"/>
            <a:ext cx="2315633" cy="1155700"/>
          </a:xfrm>
          <a:prstGeom prst="chevron">
            <a:avLst>
              <a:gd name="adj" fmla="val 18696"/>
            </a:avLst>
          </a:prstGeom>
          <a:solidFill>
            <a:srgbClr val="D7D7D7"/>
          </a:solidFill>
        </p:spPr>
        <p:txBody>
          <a:bodyPr anchor="ctr"/>
          <a:lstStyle>
            <a:lvl1pPr>
              <a:buNone/>
              <a:defRPr sz="1200"/>
            </a:lvl1pPr>
          </a:lstStyle>
          <a:p>
            <a:pPr lvl="0"/>
            <a:r>
              <a:rPr lang="en-US"/>
              <a:t>Click to edit Master text styles</a:t>
            </a:r>
          </a:p>
        </p:txBody>
      </p:sp>
      <p:sp>
        <p:nvSpPr>
          <p:cNvPr id="37" name="Text Placeholder 4"/>
          <p:cNvSpPr>
            <a:spLocks noGrp="1"/>
          </p:cNvSpPr>
          <p:nvPr>
            <p:ph type="body" sz="quarter" idx="15"/>
          </p:nvPr>
        </p:nvSpPr>
        <p:spPr>
          <a:xfrm>
            <a:off x="7114120" y="1397000"/>
            <a:ext cx="2317749" cy="1155700"/>
          </a:xfrm>
          <a:prstGeom prst="chevron">
            <a:avLst>
              <a:gd name="adj" fmla="val 18696"/>
            </a:avLst>
          </a:prstGeom>
          <a:solidFill>
            <a:srgbClr val="D7D7D7"/>
          </a:solidFill>
        </p:spPr>
        <p:txBody>
          <a:bodyPr anchor="ctr"/>
          <a:lstStyle>
            <a:lvl1pPr>
              <a:buNone/>
              <a:defRPr sz="1200"/>
            </a:lvl1pPr>
          </a:lstStyle>
          <a:p>
            <a:pPr lvl="0"/>
            <a:r>
              <a:rPr lang="en-US"/>
              <a:t>Click to edit Master text styles</a:t>
            </a:r>
          </a:p>
        </p:txBody>
      </p:sp>
      <p:sp>
        <p:nvSpPr>
          <p:cNvPr id="38" name="Text Placeholder 5"/>
          <p:cNvSpPr>
            <a:spLocks noGrp="1"/>
          </p:cNvSpPr>
          <p:nvPr>
            <p:ph type="body" sz="quarter" idx="16"/>
          </p:nvPr>
        </p:nvSpPr>
        <p:spPr>
          <a:xfrm>
            <a:off x="4931834" y="1397000"/>
            <a:ext cx="2315633" cy="1155700"/>
          </a:xfrm>
          <a:prstGeom prst="chevron">
            <a:avLst>
              <a:gd name="adj" fmla="val 18687"/>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39" name="Text Placeholder 6"/>
          <p:cNvSpPr>
            <a:spLocks noGrp="1"/>
          </p:cNvSpPr>
          <p:nvPr>
            <p:ph type="body" sz="quarter" idx="17"/>
          </p:nvPr>
        </p:nvSpPr>
        <p:spPr>
          <a:xfrm>
            <a:off x="9298521" y="1397000"/>
            <a:ext cx="2315633" cy="1155700"/>
          </a:xfrm>
          <a:prstGeom prst="chevron">
            <a:avLst>
              <a:gd name="adj" fmla="val 18696"/>
            </a:avLst>
          </a:prstGeom>
          <a:solidFill>
            <a:srgbClr val="D7D7D7"/>
          </a:solidFill>
        </p:spPr>
        <p:txBody>
          <a:bodyPr anchor="ctr"/>
          <a:lstStyle>
            <a:lvl1pPr>
              <a:buNone/>
              <a:defRPr sz="1200"/>
            </a:lvl1pPr>
          </a:lstStyle>
          <a:p>
            <a:pPr lvl="0"/>
            <a:r>
              <a:rPr lang="en-US"/>
              <a:t>Click to edit Master text styles</a:t>
            </a:r>
          </a:p>
        </p:txBody>
      </p:sp>
      <p:sp>
        <p:nvSpPr>
          <p:cNvPr id="40" name="Text Placeholder 7"/>
          <p:cNvSpPr>
            <a:spLocks noGrp="1"/>
          </p:cNvSpPr>
          <p:nvPr>
            <p:ph type="body" sz="quarter" idx="18"/>
          </p:nvPr>
        </p:nvSpPr>
        <p:spPr>
          <a:xfrm>
            <a:off x="563033" y="2954338"/>
            <a:ext cx="2863851" cy="1155700"/>
          </a:xfrm>
          <a:prstGeom prst="homePlate">
            <a:avLst>
              <a:gd name="adj" fmla="val 19557"/>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41" name="Text Placeholder 8"/>
          <p:cNvSpPr>
            <a:spLocks noGrp="1"/>
          </p:cNvSpPr>
          <p:nvPr>
            <p:ph type="body" sz="quarter" idx="19"/>
          </p:nvPr>
        </p:nvSpPr>
        <p:spPr>
          <a:xfrm>
            <a:off x="3291418" y="2954338"/>
            <a:ext cx="2865967" cy="1155700"/>
          </a:xfrm>
          <a:prstGeom prst="chevron">
            <a:avLst>
              <a:gd name="adj" fmla="val 18696"/>
            </a:avLst>
          </a:prstGeom>
          <a:solidFill>
            <a:srgbClr val="D7D7D7"/>
          </a:solidFill>
        </p:spPr>
        <p:txBody>
          <a:bodyPr anchor="ctr"/>
          <a:lstStyle>
            <a:lvl1pPr>
              <a:buNone/>
              <a:defRPr sz="1200"/>
            </a:lvl1pPr>
          </a:lstStyle>
          <a:p>
            <a:pPr lvl="0"/>
            <a:r>
              <a:rPr lang="en-US"/>
              <a:t>Click to edit Master text styles</a:t>
            </a:r>
          </a:p>
        </p:txBody>
      </p:sp>
      <p:sp>
        <p:nvSpPr>
          <p:cNvPr id="42" name="Text Placeholder 9"/>
          <p:cNvSpPr>
            <a:spLocks noGrp="1"/>
          </p:cNvSpPr>
          <p:nvPr>
            <p:ph type="body" sz="quarter" idx="20"/>
          </p:nvPr>
        </p:nvSpPr>
        <p:spPr>
          <a:xfrm>
            <a:off x="8748186" y="2954338"/>
            <a:ext cx="2865967" cy="1155700"/>
          </a:xfrm>
          <a:prstGeom prst="chevron">
            <a:avLst>
              <a:gd name="adj" fmla="val 18696"/>
            </a:avLst>
          </a:prstGeom>
          <a:solidFill>
            <a:srgbClr val="D7D7D7"/>
          </a:solidFill>
        </p:spPr>
        <p:txBody>
          <a:bodyPr anchor="ctr"/>
          <a:lstStyle>
            <a:lvl1pPr>
              <a:buNone/>
              <a:defRPr sz="1200"/>
            </a:lvl1pPr>
          </a:lstStyle>
          <a:p>
            <a:pPr lvl="0"/>
            <a:r>
              <a:rPr lang="en-US"/>
              <a:t>Click to edit Master text styles</a:t>
            </a:r>
          </a:p>
        </p:txBody>
      </p:sp>
      <p:sp>
        <p:nvSpPr>
          <p:cNvPr id="43" name="Text Placeholder 10"/>
          <p:cNvSpPr>
            <a:spLocks noGrp="1"/>
          </p:cNvSpPr>
          <p:nvPr>
            <p:ph type="body" sz="quarter" idx="21"/>
          </p:nvPr>
        </p:nvSpPr>
        <p:spPr>
          <a:xfrm>
            <a:off x="6019802" y="2954338"/>
            <a:ext cx="2865967" cy="1155700"/>
          </a:xfrm>
          <a:prstGeom prst="chevron">
            <a:avLst>
              <a:gd name="adj" fmla="val 18696"/>
            </a:avLst>
          </a:prstGeom>
          <a:solidFill>
            <a:srgbClr val="D7D7D7"/>
          </a:solidFill>
        </p:spPr>
        <p:txBody>
          <a:bodyPr anchor="ctr"/>
          <a:lstStyle>
            <a:lvl1pPr>
              <a:buNone/>
              <a:defRPr sz="1200"/>
            </a:lvl1pPr>
          </a:lstStyle>
          <a:p>
            <a:pPr lvl="0"/>
            <a:r>
              <a:rPr lang="en-US"/>
              <a:t>Click to edit Master text styles</a:t>
            </a:r>
          </a:p>
        </p:txBody>
      </p:sp>
      <p:sp>
        <p:nvSpPr>
          <p:cNvPr id="44" name="Text Placeholder 11"/>
          <p:cNvSpPr>
            <a:spLocks noGrp="1"/>
          </p:cNvSpPr>
          <p:nvPr>
            <p:ph type="body" sz="quarter" idx="22"/>
          </p:nvPr>
        </p:nvSpPr>
        <p:spPr>
          <a:xfrm>
            <a:off x="575734" y="4497388"/>
            <a:ext cx="3754967" cy="1154112"/>
          </a:xfrm>
          <a:prstGeom prst="homePlate">
            <a:avLst>
              <a:gd name="adj" fmla="val 19565"/>
            </a:avLst>
          </a:prstGeom>
          <a:solidFill>
            <a:srgbClr val="D7D7D7"/>
          </a:solidFill>
        </p:spPr>
        <p:txBody>
          <a:bodyPr anchor="ctr"/>
          <a:lstStyle>
            <a:lvl1pPr>
              <a:buNone/>
              <a:defRPr sz="1200"/>
            </a:lvl1pPr>
          </a:lstStyle>
          <a:p>
            <a:pPr lvl="0"/>
            <a:r>
              <a:rPr lang="en-US"/>
              <a:t>Click to edit Master text styles</a:t>
            </a:r>
          </a:p>
        </p:txBody>
      </p:sp>
      <p:sp>
        <p:nvSpPr>
          <p:cNvPr id="45" name="Text Placeholder 12"/>
          <p:cNvSpPr>
            <a:spLocks noGrp="1"/>
          </p:cNvSpPr>
          <p:nvPr>
            <p:ph type="body" sz="quarter" idx="23"/>
          </p:nvPr>
        </p:nvSpPr>
        <p:spPr>
          <a:xfrm>
            <a:off x="4226985" y="4497388"/>
            <a:ext cx="3754967" cy="1154112"/>
          </a:xfrm>
          <a:prstGeom prst="chevron">
            <a:avLst>
              <a:gd name="adj" fmla="val 18696"/>
            </a:avLst>
          </a:prstGeom>
          <a:solidFill>
            <a:srgbClr val="D7D7D7"/>
          </a:solidFill>
        </p:spPr>
        <p:txBody>
          <a:bodyPr anchor="ctr"/>
          <a:lstStyle>
            <a:lvl1pPr>
              <a:buNone/>
              <a:defRPr sz="1200"/>
            </a:lvl1pPr>
          </a:lstStyle>
          <a:p>
            <a:pPr lvl="0"/>
            <a:r>
              <a:rPr lang="en-US"/>
              <a:t>Click to edit Master text styles</a:t>
            </a:r>
          </a:p>
        </p:txBody>
      </p:sp>
      <p:sp>
        <p:nvSpPr>
          <p:cNvPr id="46" name="Text Placeholder 13"/>
          <p:cNvSpPr>
            <a:spLocks noGrp="1"/>
          </p:cNvSpPr>
          <p:nvPr>
            <p:ph type="body" sz="quarter" idx="25"/>
          </p:nvPr>
        </p:nvSpPr>
        <p:spPr>
          <a:xfrm>
            <a:off x="7878234" y="4497388"/>
            <a:ext cx="3754967" cy="1154112"/>
          </a:xfrm>
          <a:prstGeom prst="chevron">
            <a:avLst>
              <a:gd name="adj" fmla="val 18719"/>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16"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5" name="Slide Number Placeholder 9"/>
          <p:cNvSpPr>
            <a:spLocks noGrp="1"/>
          </p:cNvSpPr>
          <p:nvPr>
            <p:ph type="sldNum" sz="quarter" idx="26"/>
          </p:nvPr>
        </p:nvSpPr>
        <p:spPr/>
        <p:txBody>
          <a:bodyPr/>
          <a:lstStyle>
            <a:lvl1pPr>
              <a:defRPr/>
            </a:lvl1pPr>
          </a:lstStyle>
          <a:p>
            <a:fld id="{48E524AC-D0C7-2340-84EA-A4DF70E82140}" type="slidenum">
              <a:rPr lang="en-US" altLang="en-US"/>
              <a:pPr/>
              <a:t>‹#›</a:t>
            </a:fld>
            <a:endParaRPr lang="en-US" altLang="en-US"/>
          </a:p>
        </p:txBody>
      </p:sp>
      <p:sp>
        <p:nvSpPr>
          <p:cNvPr id="17" name="Footer Placeholder 12"/>
          <p:cNvSpPr>
            <a:spLocks noGrp="1"/>
          </p:cNvSpPr>
          <p:nvPr>
            <p:ph type="ftr" sz="quarter" idx="27"/>
          </p:nvPr>
        </p:nvSpPr>
        <p:spPr/>
        <p:txBody>
          <a:bodyPr/>
          <a:lstStyle>
            <a:lvl1pPr>
              <a:defRPr/>
            </a:lvl1pPr>
          </a:lstStyle>
          <a:p>
            <a:pPr>
              <a:defRPr/>
            </a:pPr>
            <a:r>
              <a:rPr lang="en-US"/>
              <a:t>Preferred Stock</a:t>
            </a:r>
          </a:p>
        </p:txBody>
      </p:sp>
    </p:spTree>
    <p:extLst>
      <p:ext uri="{BB962C8B-B14F-4D97-AF65-F5344CB8AC3E}">
        <p14:creationId xmlns:p14="http://schemas.microsoft.com/office/powerpoint/2010/main" val="33448180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ext  Blocks - Major Points - Chevrons">
    <p:spTree>
      <p:nvGrpSpPr>
        <p:cNvPr id="1" name=""/>
        <p:cNvGrpSpPr/>
        <p:nvPr/>
      </p:nvGrpSpPr>
      <p:grpSpPr>
        <a:xfrm>
          <a:off x="0" y="0"/>
          <a:ext cx="0" cy="0"/>
          <a:chOff x="0" y="0"/>
          <a:chExt cx="0" cy="0"/>
        </a:xfrm>
      </p:grpSpPr>
      <p:sp>
        <p:nvSpPr>
          <p:cNvPr id="15" name="Text Placeholder 5"/>
          <p:cNvSpPr>
            <a:spLocks noGrp="1"/>
          </p:cNvSpPr>
          <p:nvPr>
            <p:ph type="body" sz="quarter" idx="31"/>
          </p:nvPr>
        </p:nvSpPr>
        <p:spPr>
          <a:xfrm>
            <a:off x="2844800" y="1344304"/>
            <a:ext cx="8839200" cy="859536"/>
          </a:xfrm>
          <a:prstGeom prst="rect">
            <a:avLst/>
          </a:prstGeom>
          <a:solidFill>
            <a:srgbClr val="FFFFFF"/>
          </a:solidFill>
          <a:ln>
            <a:solidFill>
              <a:srgbClr val="C0C0C0"/>
            </a:solidFill>
          </a:ln>
        </p:spPr>
        <p:txBody>
          <a:bodyPr lIns="36576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16" name="Text Placeholder 5"/>
          <p:cNvSpPr>
            <a:spLocks noGrp="1"/>
          </p:cNvSpPr>
          <p:nvPr>
            <p:ph type="body" sz="quarter" idx="32"/>
          </p:nvPr>
        </p:nvSpPr>
        <p:spPr>
          <a:xfrm>
            <a:off x="2844800" y="2360778"/>
            <a:ext cx="8839200" cy="859536"/>
          </a:xfrm>
          <a:prstGeom prst="rect">
            <a:avLst/>
          </a:prstGeom>
          <a:solidFill>
            <a:srgbClr val="FFFFFF"/>
          </a:solidFill>
          <a:ln>
            <a:solidFill>
              <a:srgbClr val="C0C0C0"/>
            </a:solidFill>
          </a:ln>
        </p:spPr>
        <p:txBody>
          <a:bodyPr lIns="36576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17" name="Text Placeholder 5"/>
          <p:cNvSpPr>
            <a:spLocks noGrp="1"/>
          </p:cNvSpPr>
          <p:nvPr>
            <p:ph type="body" sz="quarter" idx="33"/>
          </p:nvPr>
        </p:nvSpPr>
        <p:spPr>
          <a:xfrm>
            <a:off x="2844800" y="3377252"/>
            <a:ext cx="8839200" cy="859536"/>
          </a:xfrm>
          <a:prstGeom prst="rect">
            <a:avLst/>
          </a:prstGeom>
          <a:solidFill>
            <a:srgbClr val="FFFFFF"/>
          </a:solidFill>
          <a:ln>
            <a:solidFill>
              <a:srgbClr val="C0C0C0"/>
            </a:solidFill>
          </a:ln>
        </p:spPr>
        <p:txBody>
          <a:bodyPr lIns="36576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19" name="Text Placeholder 5"/>
          <p:cNvSpPr>
            <a:spLocks noGrp="1"/>
          </p:cNvSpPr>
          <p:nvPr>
            <p:ph type="body" sz="quarter" idx="34"/>
          </p:nvPr>
        </p:nvSpPr>
        <p:spPr>
          <a:xfrm>
            <a:off x="2844800" y="4393726"/>
            <a:ext cx="8839200" cy="859536"/>
          </a:xfrm>
          <a:prstGeom prst="rect">
            <a:avLst/>
          </a:prstGeom>
          <a:solidFill>
            <a:srgbClr val="FFFFFF"/>
          </a:solidFill>
          <a:ln>
            <a:solidFill>
              <a:srgbClr val="C0C0C0"/>
            </a:solidFill>
          </a:ln>
        </p:spPr>
        <p:txBody>
          <a:bodyPr lIns="36576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20" name="Text Placeholder 5"/>
          <p:cNvSpPr>
            <a:spLocks noGrp="1"/>
          </p:cNvSpPr>
          <p:nvPr>
            <p:ph type="body" sz="quarter" idx="35"/>
          </p:nvPr>
        </p:nvSpPr>
        <p:spPr>
          <a:xfrm>
            <a:off x="2844800" y="5410200"/>
            <a:ext cx="8839200" cy="859536"/>
          </a:xfrm>
          <a:prstGeom prst="rect">
            <a:avLst/>
          </a:prstGeom>
          <a:solidFill>
            <a:srgbClr val="FFFFFF"/>
          </a:solidFill>
          <a:ln>
            <a:solidFill>
              <a:srgbClr val="C0C0C0"/>
            </a:solidFill>
          </a:ln>
        </p:spPr>
        <p:txBody>
          <a:bodyPr lIns="36576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13" name="Text Placeholder 19"/>
          <p:cNvSpPr>
            <a:spLocks noGrp="1"/>
          </p:cNvSpPr>
          <p:nvPr>
            <p:ph type="body" sz="quarter" idx="10"/>
          </p:nvPr>
        </p:nvSpPr>
        <p:spPr>
          <a:xfrm>
            <a:off x="609600" y="1344304"/>
            <a:ext cx="2540000" cy="859536"/>
          </a:xfrm>
          <a:prstGeom prst="homePlate">
            <a:avLst>
              <a:gd name="adj" fmla="val 29359"/>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26" name="Text Placeholder 19"/>
          <p:cNvSpPr>
            <a:spLocks noGrp="1"/>
          </p:cNvSpPr>
          <p:nvPr>
            <p:ph type="body" sz="quarter" idx="22"/>
          </p:nvPr>
        </p:nvSpPr>
        <p:spPr>
          <a:xfrm>
            <a:off x="609600" y="2357366"/>
            <a:ext cx="2540000" cy="859536"/>
          </a:xfrm>
          <a:prstGeom prst="homePlate">
            <a:avLst>
              <a:gd name="adj" fmla="val 29359"/>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28" name="Text Placeholder 19"/>
          <p:cNvSpPr>
            <a:spLocks noGrp="1"/>
          </p:cNvSpPr>
          <p:nvPr>
            <p:ph type="body" sz="quarter" idx="24"/>
          </p:nvPr>
        </p:nvSpPr>
        <p:spPr>
          <a:xfrm>
            <a:off x="609600" y="3370428"/>
            <a:ext cx="2540000" cy="859536"/>
          </a:xfrm>
          <a:prstGeom prst="homePlate">
            <a:avLst>
              <a:gd name="adj" fmla="val 29359"/>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30" name="Text Placeholder 19"/>
          <p:cNvSpPr>
            <a:spLocks noGrp="1"/>
          </p:cNvSpPr>
          <p:nvPr>
            <p:ph type="body" sz="quarter" idx="26"/>
          </p:nvPr>
        </p:nvSpPr>
        <p:spPr>
          <a:xfrm>
            <a:off x="609600" y="4383490"/>
            <a:ext cx="2540000" cy="859536"/>
          </a:xfrm>
          <a:prstGeom prst="homePlate">
            <a:avLst>
              <a:gd name="adj" fmla="val 29359"/>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32" name="Text Placeholder 19"/>
          <p:cNvSpPr>
            <a:spLocks noGrp="1"/>
          </p:cNvSpPr>
          <p:nvPr>
            <p:ph type="body" sz="quarter" idx="28"/>
          </p:nvPr>
        </p:nvSpPr>
        <p:spPr>
          <a:xfrm>
            <a:off x="609600" y="5396552"/>
            <a:ext cx="2540000" cy="859536"/>
          </a:xfrm>
          <a:prstGeom prst="homePlate">
            <a:avLst>
              <a:gd name="adj" fmla="val 29359"/>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14"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8" name="Slide Number Placeholder 9"/>
          <p:cNvSpPr>
            <a:spLocks noGrp="1"/>
          </p:cNvSpPr>
          <p:nvPr>
            <p:ph type="sldNum" sz="quarter" idx="36"/>
          </p:nvPr>
        </p:nvSpPr>
        <p:spPr/>
        <p:txBody>
          <a:bodyPr/>
          <a:lstStyle>
            <a:lvl1pPr>
              <a:defRPr/>
            </a:lvl1pPr>
          </a:lstStyle>
          <a:p>
            <a:fld id="{19846C2F-D19C-FA45-A159-B087F18BCDE0}" type="slidenum">
              <a:rPr lang="en-US" altLang="en-US"/>
              <a:pPr/>
              <a:t>‹#›</a:t>
            </a:fld>
            <a:endParaRPr lang="en-US" altLang="en-US"/>
          </a:p>
        </p:txBody>
      </p:sp>
      <p:sp>
        <p:nvSpPr>
          <p:cNvPr id="21" name="Footer Placeholder 12"/>
          <p:cNvSpPr>
            <a:spLocks noGrp="1"/>
          </p:cNvSpPr>
          <p:nvPr>
            <p:ph type="ftr" sz="quarter" idx="37"/>
          </p:nvPr>
        </p:nvSpPr>
        <p:spPr/>
        <p:txBody>
          <a:bodyPr/>
          <a:lstStyle>
            <a:lvl1pPr>
              <a:defRPr/>
            </a:lvl1pPr>
          </a:lstStyle>
          <a:p>
            <a:pPr>
              <a:defRPr/>
            </a:pPr>
            <a:r>
              <a:rPr lang="en-US"/>
              <a:t>Preferred Stock</a:t>
            </a:r>
          </a:p>
        </p:txBody>
      </p:sp>
    </p:spTree>
    <p:extLst>
      <p:ext uri="{BB962C8B-B14F-4D97-AF65-F5344CB8AC3E}">
        <p14:creationId xmlns:p14="http://schemas.microsoft.com/office/powerpoint/2010/main" val="878794286"/>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imeline">
    <p:spTree>
      <p:nvGrpSpPr>
        <p:cNvPr id="1" name=""/>
        <p:cNvGrpSpPr/>
        <p:nvPr/>
      </p:nvGrpSpPr>
      <p:grpSpPr>
        <a:xfrm>
          <a:off x="0" y="0"/>
          <a:ext cx="0" cy="0"/>
          <a:chOff x="0" y="0"/>
          <a:chExt cx="0" cy="0"/>
        </a:xfrm>
      </p:grpSpPr>
      <p:sp>
        <p:nvSpPr>
          <p:cNvPr id="15" name="Line 105"/>
          <p:cNvSpPr>
            <a:spLocks noChangeShapeType="1"/>
          </p:cNvSpPr>
          <p:nvPr/>
        </p:nvSpPr>
        <p:spPr bwMode="gray">
          <a:xfrm>
            <a:off x="5892800" y="3632201"/>
            <a:ext cx="0" cy="519113"/>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91440" bIns="91440"/>
          <a:lstStyle/>
          <a:p>
            <a:endParaRPr lang="en-US" sz="1800"/>
          </a:p>
        </p:txBody>
      </p:sp>
      <p:sp>
        <p:nvSpPr>
          <p:cNvPr id="16" name="Line 115"/>
          <p:cNvSpPr>
            <a:spLocks noChangeShapeType="1"/>
          </p:cNvSpPr>
          <p:nvPr userDrawn="1"/>
        </p:nvSpPr>
        <p:spPr bwMode="gray">
          <a:xfrm>
            <a:off x="3048000" y="3632201"/>
            <a:ext cx="0" cy="519113"/>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91440" bIns="91440"/>
          <a:lstStyle/>
          <a:p>
            <a:endParaRPr lang="en-US" sz="1800"/>
          </a:p>
        </p:txBody>
      </p:sp>
      <p:sp>
        <p:nvSpPr>
          <p:cNvPr id="17" name="Line 118"/>
          <p:cNvSpPr>
            <a:spLocks noChangeShapeType="1"/>
          </p:cNvSpPr>
          <p:nvPr/>
        </p:nvSpPr>
        <p:spPr bwMode="gray">
          <a:xfrm>
            <a:off x="9004300" y="3632201"/>
            <a:ext cx="0" cy="519113"/>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91440" bIns="91440"/>
          <a:lstStyle/>
          <a:p>
            <a:endParaRPr lang="en-US" sz="1800"/>
          </a:p>
        </p:txBody>
      </p:sp>
      <p:grpSp>
        <p:nvGrpSpPr>
          <p:cNvPr id="18" name="Group 123"/>
          <p:cNvGrpSpPr>
            <a:grpSpLocks/>
          </p:cNvGrpSpPr>
          <p:nvPr userDrawn="1"/>
        </p:nvGrpSpPr>
        <p:grpSpPr bwMode="auto">
          <a:xfrm>
            <a:off x="611718" y="3478213"/>
            <a:ext cx="10358967" cy="182562"/>
            <a:chOff x="289" y="2191"/>
            <a:chExt cx="4894" cy="115"/>
          </a:xfrm>
        </p:grpSpPr>
        <p:grpSp>
          <p:nvGrpSpPr>
            <p:cNvPr id="19" name="Group 44"/>
            <p:cNvGrpSpPr>
              <a:grpSpLocks/>
            </p:cNvGrpSpPr>
            <p:nvPr/>
          </p:nvGrpSpPr>
          <p:grpSpPr bwMode="auto">
            <a:xfrm>
              <a:off x="289" y="2191"/>
              <a:ext cx="1470" cy="115"/>
              <a:chOff x="696" y="2508"/>
              <a:chExt cx="1470" cy="168"/>
            </a:xfrm>
          </p:grpSpPr>
          <p:sp>
            <p:nvSpPr>
              <p:cNvPr id="53" name="Line 45"/>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4" name="Line 46"/>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5" name="Line 47"/>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6" name="Line 48"/>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7" name="Line 49"/>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8" name="Line 50"/>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9" name="Line 51"/>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60" name="Line 52"/>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61" name="Line 53"/>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62" name="Line 54"/>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63" name="Line 55"/>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64" name="Line 56"/>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65" name="Line 57"/>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grpSp>
        <p:grpSp>
          <p:nvGrpSpPr>
            <p:cNvPr id="20" name="Group 58"/>
            <p:cNvGrpSpPr>
              <a:grpSpLocks/>
            </p:cNvGrpSpPr>
            <p:nvPr/>
          </p:nvGrpSpPr>
          <p:grpSpPr bwMode="auto">
            <a:xfrm>
              <a:off x="1758" y="2191"/>
              <a:ext cx="1470" cy="115"/>
              <a:chOff x="696" y="2508"/>
              <a:chExt cx="1470" cy="168"/>
            </a:xfrm>
          </p:grpSpPr>
          <p:sp>
            <p:nvSpPr>
              <p:cNvPr id="40" name="Line 59"/>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1" name="Line 60"/>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2" name="Line 61"/>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3" name="Line 62"/>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4" name="Line 63"/>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5" name="Line 64"/>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6" name="Line 65"/>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7" name="Line 66"/>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8" name="Line 67"/>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9" name="Line 68"/>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0" name="Line 69"/>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1" name="Line 70"/>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2" name="Line 71"/>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grpSp>
        <p:grpSp>
          <p:nvGrpSpPr>
            <p:cNvPr id="21" name="Group 72"/>
            <p:cNvGrpSpPr>
              <a:grpSpLocks/>
            </p:cNvGrpSpPr>
            <p:nvPr/>
          </p:nvGrpSpPr>
          <p:grpSpPr bwMode="auto">
            <a:xfrm>
              <a:off x="3227" y="2191"/>
              <a:ext cx="1470" cy="115"/>
              <a:chOff x="696" y="2508"/>
              <a:chExt cx="1470" cy="168"/>
            </a:xfrm>
          </p:grpSpPr>
          <p:sp>
            <p:nvSpPr>
              <p:cNvPr id="27" name="Line 73"/>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28" name="Line 74"/>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29" name="Line 75"/>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0" name="Line 76"/>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1" name="Line 77"/>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2" name="Line 78"/>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3" name="Line 79"/>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4" name="Line 80"/>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5" name="Line 81"/>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6" name="Line 82"/>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7" name="Line 83"/>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8" name="Line 84"/>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9" name="Line 85"/>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grpSp>
        <p:sp>
          <p:nvSpPr>
            <p:cNvPr id="22" name="Line 90"/>
            <p:cNvSpPr>
              <a:spLocks noChangeShapeType="1"/>
            </p:cNvSpPr>
            <p:nvPr/>
          </p:nvSpPr>
          <p:spPr bwMode="gray">
            <a:xfrm>
              <a:off x="4698" y="2191"/>
              <a:ext cx="0" cy="115"/>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23" name="Line 91"/>
            <p:cNvSpPr>
              <a:spLocks noChangeShapeType="1"/>
            </p:cNvSpPr>
            <p:nvPr/>
          </p:nvSpPr>
          <p:spPr bwMode="gray">
            <a:xfrm>
              <a:off x="4820"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24" name="Line 92"/>
            <p:cNvSpPr>
              <a:spLocks noChangeShapeType="1"/>
            </p:cNvSpPr>
            <p:nvPr/>
          </p:nvSpPr>
          <p:spPr bwMode="gray">
            <a:xfrm>
              <a:off x="4943"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25" name="Line 93"/>
            <p:cNvSpPr>
              <a:spLocks noChangeShapeType="1"/>
            </p:cNvSpPr>
            <p:nvPr/>
          </p:nvSpPr>
          <p:spPr bwMode="gray">
            <a:xfrm>
              <a:off x="5065"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26" name="Line 122"/>
            <p:cNvSpPr>
              <a:spLocks noChangeShapeType="1"/>
            </p:cNvSpPr>
            <p:nvPr/>
          </p:nvSpPr>
          <p:spPr bwMode="gray">
            <a:xfrm>
              <a:off x="5183"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grpSp>
      <p:sp>
        <p:nvSpPr>
          <p:cNvPr id="66" name="Line 125"/>
          <p:cNvSpPr>
            <a:spLocks noChangeShapeType="1"/>
          </p:cNvSpPr>
          <p:nvPr userDrawn="1"/>
        </p:nvSpPr>
        <p:spPr bwMode="gray">
          <a:xfrm>
            <a:off x="4572000" y="3651251"/>
            <a:ext cx="0" cy="1757363"/>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91440" bIns="91440"/>
          <a:lstStyle/>
          <a:p>
            <a:endParaRPr lang="en-US" sz="1800"/>
          </a:p>
        </p:txBody>
      </p:sp>
      <p:sp>
        <p:nvSpPr>
          <p:cNvPr id="67" name="Line 4"/>
          <p:cNvSpPr>
            <a:spLocks noChangeShapeType="1"/>
          </p:cNvSpPr>
          <p:nvPr userDrawn="1"/>
        </p:nvSpPr>
        <p:spPr bwMode="gray">
          <a:xfrm>
            <a:off x="2235200" y="2976563"/>
            <a:ext cx="0" cy="512762"/>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91440" bIns="91440"/>
          <a:lstStyle/>
          <a:p>
            <a:endParaRPr lang="en-US" sz="1800"/>
          </a:p>
        </p:txBody>
      </p:sp>
      <p:sp>
        <p:nvSpPr>
          <p:cNvPr id="68" name="Line 108"/>
          <p:cNvSpPr>
            <a:spLocks noChangeShapeType="1"/>
          </p:cNvSpPr>
          <p:nvPr userDrawn="1"/>
        </p:nvSpPr>
        <p:spPr bwMode="gray">
          <a:xfrm>
            <a:off x="7416800" y="2976563"/>
            <a:ext cx="0" cy="512762"/>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91440" bIns="91440"/>
          <a:lstStyle/>
          <a:p>
            <a:endParaRPr lang="en-US" sz="1800"/>
          </a:p>
        </p:txBody>
      </p:sp>
      <p:sp>
        <p:nvSpPr>
          <p:cNvPr id="69" name="Line 111"/>
          <p:cNvSpPr>
            <a:spLocks noChangeShapeType="1"/>
          </p:cNvSpPr>
          <p:nvPr userDrawn="1"/>
        </p:nvSpPr>
        <p:spPr bwMode="gray">
          <a:xfrm>
            <a:off x="10261600" y="2976563"/>
            <a:ext cx="0" cy="512762"/>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91440" bIns="91440"/>
          <a:lstStyle/>
          <a:p>
            <a:endParaRPr lang="en-US" sz="1800"/>
          </a:p>
        </p:txBody>
      </p:sp>
      <p:sp>
        <p:nvSpPr>
          <p:cNvPr id="70" name="Line 139"/>
          <p:cNvSpPr>
            <a:spLocks noChangeShapeType="1"/>
          </p:cNvSpPr>
          <p:nvPr userDrawn="1"/>
        </p:nvSpPr>
        <p:spPr bwMode="gray">
          <a:xfrm>
            <a:off x="4375151" y="2074863"/>
            <a:ext cx="0" cy="1414462"/>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91440" bIns="91440"/>
          <a:lstStyle/>
          <a:p>
            <a:endParaRPr lang="en-US" sz="1800"/>
          </a:p>
        </p:txBody>
      </p:sp>
      <p:sp>
        <p:nvSpPr>
          <p:cNvPr id="71" name="AutoShape 3"/>
          <p:cNvSpPr>
            <a:spLocks noChangeArrowheads="1"/>
          </p:cNvSpPr>
          <p:nvPr userDrawn="1"/>
        </p:nvSpPr>
        <p:spPr bwMode="gray">
          <a:xfrm>
            <a:off x="603251" y="3413125"/>
            <a:ext cx="10985500" cy="311150"/>
          </a:xfrm>
          <a:prstGeom prst="rightArrow">
            <a:avLst>
              <a:gd name="adj1" fmla="val 52037"/>
              <a:gd name="adj2" fmla="val 96479"/>
            </a:avLst>
          </a:prstGeom>
          <a:solidFill>
            <a:srgbClr val="808080"/>
          </a:solidFill>
          <a:ln>
            <a:noFill/>
          </a:ln>
          <a:extLst>
            <a:ext uri="{91240B29-F687-4F45-9708-019B960494DF}">
              <a14:hiddenLine xmlns:a14="http://schemas.microsoft.com/office/drawing/2010/main" w="12700">
                <a:solidFill>
                  <a:srgbClr val="000000"/>
                </a:solidFill>
                <a:miter lim="800000"/>
                <a:headEnd type="none" w="sm" len="sm"/>
                <a:tailEnd type="none" w="med" len="lg"/>
              </a14:hiddenLine>
            </a:ext>
          </a:extLst>
        </p:spPr>
        <p:txBody>
          <a:bodyPr wrap="none" tIns="91440" bIns="91440" anchor="ctr"/>
          <a:lstStyle>
            <a:lvl1pPr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1pPr>
            <a:lvl2pPr marL="742950" indent="-285750"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2pPr>
            <a:lvl3pPr marL="1143000" indent="-228600"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3pPr>
            <a:lvl4pPr marL="1600200" indent="-228600"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4pPr>
            <a:lvl5pPr marL="2057400" indent="-228600"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9pPr>
          </a:lstStyle>
          <a:p>
            <a:pPr eaLnBrk="1" hangingPunct="1"/>
            <a:endParaRPr lang="nl-NL" altLang="en-US" sz="1000" b="1">
              <a:solidFill>
                <a:srgbClr val="4D4D4D"/>
              </a:solidFill>
              <a:latin typeface="Arial" charset="0"/>
            </a:endParaRPr>
          </a:p>
        </p:txBody>
      </p:sp>
      <p:grpSp>
        <p:nvGrpSpPr>
          <p:cNvPr id="72" name="Group 123"/>
          <p:cNvGrpSpPr>
            <a:grpSpLocks/>
          </p:cNvGrpSpPr>
          <p:nvPr userDrawn="1"/>
        </p:nvGrpSpPr>
        <p:grpSpPr bwMode="auto">
          <a:xfrm>
            <a:off x="814918" y="3460751"/>
            <a:ext cx="10358967" cy="182563"/>
            <a:chOff x="289" y="2191"/>
            <a:chExt cx="4894" cy="115"/>
          </a:xfrm>
        </p:grpSpPr>
        <p:grpSp>
          <p:nvGrpSpPr>
            <p:cNvPr id="73" name="Group 44"/>
            <p:cNvGrpSpPr>
              <a:grpSpLocks/>
            </p:cNvGrpSpPr>
            <p:nvPr/>
          </p:nvGrpSpPr>
          <p:grpSpPr bwMode="auto">
            <a:xfrm>
              <a:off x="289" y="2191"/>
              <a:ext cx="1470" cy="115"/>
              <a:chOff x="696" y="2508"/>
              <a:chExt cx="1470" cy="168"/>
            </a:xfrm>
          </p:grpSpPr>
          <p:sp>
            <p:nvSpPr>
              <p:cNvPr id="107" name="Line 45"/>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8" name="Line 46"/>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9" name="Line 47"/>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0" name="Line 48"/>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1" name="Line 49"/>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2" name="Line 50"/>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3" name="Line 51"/>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4" name="Line 52"/>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5" name="Line 53"/>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6" name="Line 54"/>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7" name="Line 55"/>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8" name="Line 56"/>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9" name="Line 57"/>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grpSp>
        <p:grpSp>
          <p:nvGrpSpPr>
            <p:cNvPr id="74" name="Group 58"/>
            <p:cNvGrpSpPr>
              <a:grpSpLocks/>
            </p:cNvGrpSpPr>
            <p:nvPr/>
          </p:nvGrpSpPr>
          <p:grpSpPr bwMode="auto">
            <a:xfrm>
              <a:off x="1758" y="2191"/>
              <a:ext cx="1470" cy="115"/>
              <a:chOff x="696" y="2508"/>
              <a:chExt cx="1470" cy="168"/>
            </a:xfrm>
          </p:grpSpPr>
          <p:sp>
            <p:nvSpPr>
              <p:cNvPr id="94" name="Line 59"/>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5" name="Line 60"/>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6" name="Line 61"/>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7" name="Line 62"/>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8" name="Line 63"/>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9" name="Line 64"/>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0" name="Line 65"/>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1" name="Line 66"/>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2" name="Line 67"/>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3" name="Line 68"/>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4" name="Line 69"/>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5" name="Line 70"/>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6" name="Line 71"/>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grpSp>
        <p:grpSp>
          <p:nvGrpSpPr>
            <p:cNvPr id="75" name="Group 72"/>
            <p:cNvGrpSpPr>
              <a:grpSpLocks/>
            </p:cNvGrpSpPr>
            <p:nvPr/>
          </p:nvGrpSpPr>
          <p:grpSpPr bwMode="auto">
            <a:xfrm>
              <a:off x="3227" y="2191"/>
              <a:ext cx="1470" cy="115"/>
              <a:chOff x="696" y="2508"/>
              <a:chExt cx="1470" cy="168"/>
            </a:xfrm>
          </p:grpSpPr>
          <p:sp>
            <p:nvSpPr>
              <p:cNvPr id="81" name="Line 73"/>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2" name="Line 74"/>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3" name="Line 75"/>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4" name="Line 76"/>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5" name="Line 77"/>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6" name="Line 78"/>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7" name="Line 79"/>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8" name="Line 80"/>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9" name="Line 81"/>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0" name="Line 82"/>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1" name="Line 83"/>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2" name="Line 84"/>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3" name="Line 85"/>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grpSp>
        <p:sp>
          <p:nvSpPr>
            <p:cNvPr id="76" name="Line 90"/>
            <p:cNvSpPr>
              <a:spLocks noChangeShapeType="1"/>
            </p:cNvSpPr>
            <p:nvPr/>
          </p:nvSpPr>
          <p:spPr bwMode="gray">
            <a:xfrm>
              <a:off x="4698" y="2191"/>
              <a:ext cx="0" cy="115"/>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77" name="Line 91"/>
            <p:cNvSpPr>
              <a:spLocks noChangeShapeType="1"/>
            </p:cNvSpPr>
            <p:nvPr/>
          </p:nvSpPr>
          <p:spPr bwMode="gray">
            <a:xfrm>
              <a:off x="4820"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78" name="Line 92"/>
            <p:cNvSpPr>
              <a:spLocks noChangeShapeType="1"/>
            </p:cNvSpPr>
            <p:nvPr/>
          </p:nvSpPr>
          <p:spPr bwMode="gray">
            <a:xfrm>
              <a:off x="4943"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79" name="Line 93"/>
            <p:cNvSpPr>
              <a:spLocks noChangeShapeType="1"/>
            </p:cNvSpPr>
            <p:nvPr/>
          </p:nvSpPr>
          <p:spPr bwMode="gray">
            <a:xfrm>
              <a:off x="5065"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0" name="Line 122"/>
            <p:cNvSpPr>
              <a:spLocks noChangeShapeType="1"/>
            </p:cNvSpPr>
            <p:nvPr/>
          </p:nvSpPr>
          <p:spPr bwMode="gray">
            <a:xfrm>
              <a:off x="5183"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grpSp>
      <p:sp>
        <p:nvSpPr>
          <p:cNvPr id="248" name="Text Placeholder 246"/>
          <p:cNvSpPr>
            <a:spLocks noGrp="1"/>
          </p:cNvSpPr>
          <p:nvPr>
            <p:ph type="body" sz="quarter" idx="11"/>
          </p:nvPr>
        </p:nvSpPr>
        <p:spPr>
          <a:xfrm>
            <a:off x="3381155" y="12954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1000" b="1">
                <a:solidFill>
                  <a:srgbClr val="B01C2E"/>
                </a:solidFill>
              </a:defRPr>
            </a:lvl1pPr>
            <a:lvl2pPr marL="0" indent="0">
              <a:buFont typeface="NSimSun" pitchFamily="49" charset="-122"/>
              <a:buChar char=" "/>
              <a:tabLst/>
              <a:defRPr sz="900" baseline="0"/>
            </a:lvl2pPr>
            <a:lvl3pPr>
              <a:buNone/>
              <a:defRPr sz="1000"/>
            </a:lvl3pPr>
            <a:lvl4pPr>
              <a:buNone/>
              <a:defRPr sz="1000"/>
            </a:lvl4pPr>
            <a:lvl5pPr>
              <a:buNone/>
              <a:defRPr sz="1000"/>
            </a:lvl5pPr>
          </a:lstStyle>
          <a:p>
            <a:pPr lvl="0"/>
            <a:r>
              <a:rPr lang="en-US"/>
              <a:t>Click to edit Master text styles</a:t>
            </a:r>
          </a:p>
          <a:p>
            <a:pPr lvl="1"/>
            <a:r>
              <a:rPr lang="en-US"/>
              <a:t>Second level</a:t>
            </a:r>
          </a:p>
        </p:txBody>
      </p:sp>
      <p:sp>
        <p:nvSpPr>
          <p:cNvPr id="143" name="Text Placeholder 142"/>
          <p:cNvSpPr>
            <a:spLocks noGrp="1"/>
          </p:cNvSpPr>
          <p:nvPr>
            <p:ph type="body" sz="quarter" idx="19"/>
          </p:nvPr>
        </p:nvSpPr>
        <p:spPr>
          <a:xfrm>
            <a:off x="1422400" y="3733800"/>
            <a:ext cx="609600" cy="137160"/>
          </a:xfrm>
          <a:prstGeom prst="rect">
            <a:avLst/>
          </a:prstGeom>
          <a:ln>
            <a:noFill/>
          </a:ln>
        </p:spPr>
        <p:txBody>
          <a:bodyPr anchor="ctr"/>
          <a:lstStyle>
            <a:lvl1pPr marL="0" indent="0" algn="ctr">
              <a:spcBef>
                <a:spcPts val="0"/>
              </a:spcBef>
              <a:buNone/>
              <a:defRPr sz="900"/>
            </a:lvl1pPr>
          </a:lstStyle>
          <a:p>
            <a:pPr lvl="0"/>
            <a:r>
              <a:rPr lang="en-US"/>
              <a:t>Click to edit Master text styles</a:t>
            </a:r>
          </a:p>
        </p:txBody>
      </p:sp>
      <p:sp>
        <p:nvSpPr>
          <p:cNvPr id="144" name="Text Placeholder 142"/>
          <p:cNvSpPr>
            <a:spLocks noGrp="1"/>
          </p:cNvSpPr>
          <p:nvPr>
            <p:ph type="body" sz="quarter" idx="20"/>
          </p:nvPr>
        </p:nvSpPr>
        <p:spPr>
          <a:xfrm>
            <a:off x="4775200" y="3733800"/>
            <a:ext cx="609600" cy="137160"/>
          </a:xfrm>
          <a:prstGeom prst="rect">
            <a:avLst/>
          </a:prstGeom>
          <a:ln>
            <a:noFill/>
          </a:ln>
        </p:spPr>
        <p:txBody>
          <a:bodyPr anchor="ctr"/>
          <a:lstStyle>
            <a:lvl1pPr marL="0" indent="0" algn="ctr">
              <a:spcBef>
                <a:spcPts val="0"/>
              </a:spcBef>
              <a:buNone/>
              <a:defRPr sz="900"/>
            </a:lvl1pPr>
          </a:lstStyle>
          <a:p>
            <a:pPr lvl="0"/>
            <a:r>
              <a:rPr lang="en-US"/>
              <a:t>Click to edit Master text styles</a:t>
            </a:r>
          </a:p>
        </p:txBody>
      </p:sp>
      <p:sp>
        <p:nvSpPr>
          <p:cNvPr id="146" name="Text Placeholder 142"/>
          <p:cNvSpPr>
            <a:spLocks noGrp="1"/>
          </p:cNvSpPr>
          <p:nvPr>
            <p:ph type="body" sz="quarter" idx="21"/>
          </p:nvPr>
        </p:nvSpPr>
        <p:spPr>
          <a:xfrm>
            <a:off x="7071360" y="3733800"/>
            <a:ext cx="609600" cy="137160"/>
          </a:xfrm>
          <a:prstGeom prst="rect">
            <a:avLst/>
          </a:prstGeom>
          <a:ln>
            <a:noFill/>
          </a:ln>
        </p:spPr>
        <p:txBody>
          <a:bodyPr anchor="ctr"/>
          <a:lstStyle>
            <a:lvl1pPr marL="0" indent="0" algn="ctr">
              <a:spcBef>
                <a:spcPts val="0"/>
              </a:spcBef>
              <a:buNone/>
              <a:defRPr sz="900"/>
            </a:lvl1pPr>
          </a:lstStyle>
          <a:p>
            <a:pPr lvl="0"/>
            <a:r>
              <a:rPr lang="en-US"/>
              <a:t>Click to edit Master text styles</a:t>
            </a:r>
          </a:p>
        </p:txBody>
      </p:sp>
      <p:sp>
        <p:nvSpPr>
          <p:cNvPr id="147" name="Text Placeholder 142"/>
          <p:cNvSpPr>
            <a:spLocks noGrp="1"/>
          </p:cNvSpPr>
          <p:nvPr>
            <p:ph type="body" sz="quarter" idx="22"/>
          </p:nvPr>
        </p:nvSpPr>
        <p:spPr>
          <a:xfrm>
            <a:off x="9631680" y="3733800"/>
            <a:ext cx="609600" cy="137160"/>
          </a:xfrm>
          <a:prstGeom prst="rect">
            <a:avLst/>
          </a:prstGeom>
          <a:ln>
            <a:noFill/>
          </a:ln>
        </p:spPr>
        <p:txBody>
          <a:bodyPr anchor="ctr"/>
          <a:lstStyle>
            <a:lvl1pPr marL="0" indent="0" algn="ctr">
              <a:spcBef>
                <a:spcPts val="0"/>
              </a:spcBef>
              <a:buNone/>
              <a:defRPr sz="900"/>
            </a:lvl1pPr>
          </a:lstStyle>
          <a:p>
            <a:pPr lvl="0"/>
            <a:r>
              <a:rPr lang="en-US"/>
              <a:t>Click to edit Master text styles</a:t>
            </a:r>
          </a:p>
        </p:txBody>
      </p:sp>
      <p:sp>
        <p:nvSpPr>
          <p:cNvPr id="141"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32" name="Text Placeholder 246"/>
          <p:cNvSpPr>
            <a:spLocks noGrp="1"/>
          </p:cNvSpPr>
          <p:nvPr>
            <p:ph type="body" sz="quarter" idx="23"/>
          </p:nvPr>
        </p:nvSpPr>
        <p:spPr>
          <a:xfrm>
            <a:off x="1219200" y="21336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1000" b="1">
                <a:solidFill>
                  <a:srgbClr val="B01C2E"/>
                </a:solidFill>
              </a:defRPr>
            </a:lvl1pPr>
            <a:lvl2pPr marL="0" indent="0">
              <a:buFont typeface="NSimSun" pitchFamily="49" charset="-122"/>
              <a:buChar char=" "/>
              <a:tabLst/>
              <a:defRPr sz="900" baseline="0"/>
            </a:lvl2pPr>
            <a:lvl3pPr>
              <a:buNone/>
              <a:defRPr sz="1000"/>
            </a:lvl3pPr>
            <a:lvl4pPr>
              <a:buNone/>
              <a:defRPr sz="1000"/>
            </a:lvl4pPr>
            <a:lvl5pPr>
              <a:buNone/>
              <a:defRPr sz="1000"/>
            </a:lvl5pPr>
          </a:lstStyle>
          <a:p>
            <a:pPr lvl="0"/>
            <a:r>
              <a:rPr lang="en-US"/>
              <a:t>Click to edit Master text styles</a:t>
            </a:r>
          </a:p>
          <a:p>
            <a:pPr lvl="1"/>
            <a:r>
              <a:rPr lang="en-US"/>
              <a:t>Second level</a:t>
            </a:r>
          </a:p>
        </p:txBody>
      </p:sp>
      <p:sp>
        <p:nvSpPr>
          <p:cNvPr id="148" name="Text Placeholder 246"/>
          <p:cNvSpPr>
            <a:spLocks noGrp="1"/>
          </p:cNvSpPr>
          <p:nvPr>
            <p:ph type="body" sz="quarter" idx="24"/>
          </p:nvPr>
        </p:nvSpPr>
        <p:spPr>
          <a:xfrm>
            <a:off x="9245600" y="21336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1000" b="1">
                <a:solidFill>
                  <a:srgbClr val="B01C2E"/>
                </a:solidFill>
              </a:defRPr>
            </a:lvl1pPr>
            <a:lvl2pPr marL="0" indent="0">
              <a:buFont typeface="NSimSun" pitchFamily="49" charset="-122"/>
              <a:buChar char=" "/>
              <a:tabLst/>
              <a:defRPr sz="900" baseline="0"/>
            </a:lvl2pPr>
            <a:lvl3pPr>
              <a:buNone/>
              <a:defRPr sz="1000"/>
            </a:lvl3pPr>
            <a:lvl4pPr>
              <a:buNone/>
              <a:defRPr sz="1000"/>
            </a:lvl4pPr>
            <a:lvl5pPr>
              <a:buNone/>
              <a:defRPr sz="1000"/>
            </a:lvl5pPr>
          </a:lstStyle>
          <a:p>
            <a:pPr lvl="0"/>
            <a:r>
              <a:rPr lang="en-US"/>
              <a:t>Click to edit Master text styles</a:t>
            </a:r>
          </a:p>
          <a:p>
            <a:pPr lvl="1"/>
            <a:r>
              <a:rPr lang="en-US"/>
              <a:t>Second level</a:t>
            </a:r>
          </a:p>
        </p:txBody>
      </p:sp>
      <p:sp>
        <p:nvSpPr>
          <p:cNvPr id="149" name="Text Placeholder 246"/>
          <p:cNvSpPr>
            <a:spLocks noGrp="1"/>
          </p:cNvSpPr>
          <p:nvPr>
            <p:ph type="body" sz="quarter" idx="25"/>
          </p:nvPr>
        </p:nvSpPr>
        <p:spPr>
          <a:xfrm>
            <a:off x="2032000" y="41148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1000" b="1">
                <a:solidFill>
                  <a:srgbClr val="B01C2E"/>
                </a:solidFill>
              </a:defRPr>
            </a:lvl1pPr>
            <a:lvl2pPr marL="0" indent="0">
              <a:buFont typeface="NSimSun" pitchFamily="49" charset="-122"/>
              <a:buChar char=" "/>
              <a:tabLst/>
              <a:defRPr sz="900" baseline="0"/>
            </a:lvl2pPr>
            <a:lvl3pPr>
              <a:buNone/>
              <a:defRPr sz="1000"/>
            </a:lvl3pPr>
            <a:lvl4pPr>
              <a:buNone/>
              <a:defRPr sz="1000"/>
            </a:lvl4pPr>
            <a:lvl5pPr>
              <a:buNone/>
              <a:defRPr sz="1000"/>
            </a:lvl5pPr>
          </a:lstStyle>
          <a:p>
            <a:pPr lvl="0"/>
            <a:r>
              <a:rPr lang="en-US"/>
              <a:t>Click to edit Master text styles</a:t>
            </a:r>
          </a:p>
          <a:p>
            <a:pPr lvl="1"/>
            <a:r>
              <a:rPr lang="en-US"/>
              <a:t>Second level</a:t>
            </a:r>
          </a:p>
        </p:txBody>
      </p:sp>
      <p:sp>
        <p:nvSpPr>
          <p:cNvPr id="150" name="Text Placeholder 246"/>
          <p:cNvSpPr>
            <a:spLocks noGrp="1"/>
          </p:cNvSpPr>
          <p:nvPr>
            <p:ph type="body" sz="quarter" idx="26"/>
          </p:nvPr>
        </p:nvSpPr>
        <p:spPr>
          <a:xfrm>
            <a:off x="6400800" y="21336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1000" b="1">
                <a:solidFill>
                  <a:srgbClr val="B01C2E"/>
                </a:solidFill>
              </a:defRPr>
            </a:lvl1pPr>
            <a:lvl2pPr marL="0" indent="0">
              <a:buFont typeface="NSimSun" pitchFamily="49" charset="-122"/>
              <a:buChar char=" "/>
              <a:tabLst/>
              <a:defRPr sz="900" baseline="0"/>
            </a:lvl2pPr>
            <a:lvl3pPr>
              <a:buNone/>
              <a:defRPr sz="1000"/>
            </a:lvl3pPr>
            <a:lvl4pPr>
              <a:buNone/>
              <a:defRPr sz="1000"/>
            </a:lvl4pPr>
            <a:lvl5pPr>
              <a:buNone/>
              <a:defRPr sz="1000"/>
            </a:lvl5pPr>
          </a:lstStyle>
          <a:p>
            <a:pPr lvl="0"/>
            <a:r>
              <a:rPr lang="en-US"/>
              <a:t>Click to edit Master text styles</a:t>
            </a:r>
          </a:p>
          <a:p>
            <a:pPr lvl="1"/>
            <a:r>
              <a:rPr lang="en-US"/>
              <a:t>Second level</a:t>
            </a:r>
          </a:p>
        </p:txBody>
      </p:sp>
      <p:sp>
        <p:nvSpPr>
          <p:cNvPr id="151" name="Text Placeholder 246"/>
          <p:cNvSpPr>
            <a:spLocks noGrp="1"/>
          </p:cNvSpPr>
          <p:nvPr>
            <p:ph type="body" sz="quarter" idx="27"/>
          </p:nvPr>
        </p:nvSpPr>
        <p:spPr>
          <a:xfrm>
            <a:off x="3556000" y="51816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1000" b="1">
                <a:solidFill>
                  <a:srgbClr val="B01C2E"/>
                </a:solidFill>
              </a:defRPr>
            </a:lvl1pPr>
            <a:lvl2pPr marL="0" indent="0">
              <a:buFont typeface="NSimSun" pitchFamily="49" charset="-122"/>
              <a:buChar char=" "/>
              <a:tabLst/>
              <a:defRPr sz="900" baseline="0"/>
            </a:lvl2pPr>
            <a:lvl3pPr>
              <a:buNone/>
              <a:defRPr sz="1000"/>
            </a:lvl3pPr>
            <a:lvl4pPr>
              <a:buNone/>
              <a:defRPr sz="1000"/>
            </a:lvl4pPr>
            <a:lvl5pPr>
              <a:buNone/>
              <a:defRPr sz="1000"/>
            </a:lvl5pPr>
          </a:lstStyle>
          <a:p>
            <a:pPr lvl="0"/>
            <a:r>
              <a:rPr lang="en-US"/>
              <a:t>Click to edit Master text styles</a:t>
            </a:r>
          </a:p>
          <a:p>
            <a:pPr lvl="1"/>
            <a:r>
              <a:rPr lang="en-US"/>
              <a:t>Second level</a:t>
            </a:r>
          </a:p>
        </p:txBody>
      </p:sp>
      <p:sp>
        <p:nvSpPr>
          <p:cNvPr id="152" name="Text Placeholder 246"/>
          <p:cNvSpPr>
            <a:spLocks noGrp="1"/>
          </p:cNvSpPr>
          <p:nvPr>
            <p:ph type="body" sz="quarter" idx="28"/>
          </p:nvPr>
        </p:nvSpPr>
        <p:spPr>
          <a:xfrm>
            <a:off x="7988300" y="41148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1000" b="1">
                <a:solidFill>
                  <a:srgbClr val="B01C2E"/>
                </a:solidFill>
              </a:defRPr>
            </a:lvl1pPr>
            <a:lvl2pPr marL="0" indent="0">
              <a:buFont typeface="NSimSun" pitchFamily="49" charset="-122"/>
              <a:buChar char=" "/>
              <a:tabLst/>
              <a:defRPr sz="900" baseline="0"/>
            </a:lvl2pPr>
            <a:lvl3pPr>
              <a:buNone/>
              <a:defRPr sz="1000"/>
            </a:lvl3pPr>
            <a:lvl4pPr>
              <a:buNone/>
              <a:defRPr sz="1000"/>
            </a:lvl4pPr>
            <a:lvl5pPr>
              <a:buNone/>
              <a:defRPr sz="1000"/>
            </a:lvl5pPr>
          </a:lstStyle>
          <a:p>
            <a:pPr lvl="0"/>
            <a:r>
              <a:rPr lang="en-US"/>
              <a:t>Click to edit Master text styles</a:t>
            </a:r>
          </a:p>
          <a:p>
            <a:pPr lvl="1"/>
            <a:r>
              <a:rPr lang="en-US"/>
              <a:t>Second level</a:t>
            </a:r>
          </a:p>
        </p:txBody>
      </p:sp>
      <p:sp>
        <p:nvSpPr>
          <p:cNvPr id="153" name="Text Placeholder 246"/>
          <p:cNvSpPr>
            <a:spLocks noGrp="1"/>
          </p:cNvSpPr>
          <p:nvPr>
            <p:ph type="body" sz="quarter" idx="29"/>
          </p:nvPr>
        </p:nvSpPr>
        <p:spPr>
          <a:xfrm>
            <a:off x="4876800" y="41148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1000" b="1">
                <a:solidFill>
                  <a:srgbClr val="B01C2E"/>
                </a:solidFill>
              </a:defRPr>
            </a:lvl1pPr>
            <a:lvl2pPr marL="0" indent="0">
              <a:buFont typeface="NSimSun" pitchFamily="49" charset="-122"/>
              <a:buChar char=" "/>
              <a:tabLst/>
              <a:defRPr sz="900" baseline="0"/>
            </a:lvl2pPr>
            <a:lvl3pPr>
              <a:buNone/>
              <a:defRPr sz="1000"/>
            </a:lvl3pPr>
            <a:lvl4pPr>
              <a:buNone/>
              <a:defRPr sz="1000"/>
            </a:lvl4pPr>
            <a:lvl5pPr>
              <a:buNone/>
              <a:defRPr sz="1000"/>
            </a:lvl5pPr>
          </a:lstStyle>
          <a:p>
            <a:pPr lvl="0"/>
            <a:r>
              <a:rPr lang="en-US"/>
              <a:t>Click to edit Master text styles</a:t>
            </a:r>
          </a:p>
          <a:p>
            <a:pPr lvl="1"/>
            <a:r>
              <a:rPr lang="en-US"/>
              <a:t>Second level</a:t>
            </a:r>
          </a:p>
        </p:txBody>
      </p:sp>
      <p:sp>
        <p:nvSpPr>
          <p:cNvPr id="120" name="Slide Number Placeholder 9"/>
          <p:cNvSpPr>
            <a:spLocks noGrp="1"/>
          </p:cNvSpPr>
          <p:nvPr>
            <p:ph type="sldNum" sz="quarter" idx="30"/>
          </p:nvPr>
        </p:nvSpPr>
        <p:spPr/>
        <p:txBody>
          <a:bodyPr/>
          <a:lstStyle>
            <a:lvl1pPr>
              <a:defRPr/>
            </a:lvl1pPr>
          </a:lstStyle>
          <a:p>
            <a:fld id="{132B4441-E44F-854A-A9C3-46F08E0FCFC7}" type="slidenum">
              <a:rPr lang="en-US" altLang="en-US"/>
              <a:pPr/>
              <a:t>‹#›</a:t>
            </a:fld>
            <a:endParaRPr lang="en-US" altLang="en-US"/>
          </a:p>
        </p:txBody>
      </p:sp>
      <p:sp>
        <p:nvSpPr>
          <p:cNvPr id="121" name="Footer Placeholder 133"/>
          <p:cNvSpPr>
            <a:spLocks noGrp="1"/>
          </p:cNvSpPr>
          <p:nvPr>
            <p:ph type="ftr" sz="quarter" idx="31"/>
          </p:nvPr>
        </p:nvSpPr>
        <p:spPr/>
        <p:txBody>
          <a:bodyPr/>
          <a:lstStyle>
            <a:lvl1pPr>
              <a:defRPr smtClean="0"/>
            </a:lvl1pPr>
          </a:lstStyle>
          <a:p>
            <a:pPr>
              <a:defRPr/>
            </a:pPr>
            <a:r>
              <a:rPr lang="en-US"/>
              <a:t>Preferred Stock</a:t>
            </a:r>
          </a:p>
        </p:txBody>
      </p:sp>
    </p:spTree>
    <p:extLst>
      <p:ext uri="{BB962C8B-B14F-4D97-AF65-F5344CB8AC3E}">
        <p14:creationId xmlns:p14="http://schemas.microsoft.com/office/powerpoint/2010/main" val="1317036782"/>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Agenda / TOC">
    <p:spTree>
      <p:nvGrpSpPr>
        <p:cNvPr id="1" name=""/>
        <p:cNvGrpSpPr/>
        <p:nvPr/>
      </p:nvGrpSpPr>
      <p:grpSpPr>
        <a:xfrm>
          <a:off x="0" y="0"/>
          <a:ext cx="0" cy="0"/>
          <a:chOff x="0" y="0"/>
          <a:chExt cx="0" cy="0"/>
        </a:xfrm>
      </p:grpSpPr>
      <p:sp>
        <p:nvSpPr>
          <p:cNvPr id="28" name="Text Placeholder 27"/>
          <p:cNvSpPr>
            <a:spLocks noGrp="1"/>
          </p:cNvSpPr>
          <p:nvPr>
            <p:ph type="body" sz="quarter" idx="21"/>
          </p:nvPr>
        </p:nvSpPr>
        <p:spPr>
          <a:xfrm>
            <a:off x="1219201" y="1295400"/>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30" name="Text Placeholder 27"/>
          <p:cNvSpPr>
            <a:spLocks noGrp="1"/>
          </p:cNvSpPr>
          <p:nvPr>
            <p:ph type="body" sz="quarter" idx="22"/>
          </p:nvPr>
        </p:nvSpPr>
        <p:spPr>
          <a:xfrm>
            <a:off x="1219201" y="1800013"/>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31" name="Text Placeholder 27"/>
          <p:cNvSpPr>
            <a:spLocks noGrp="1"/>
          </p:cNvSpPr>
          <p:nvPr>
            <p:ph type="body" sz="quarter" idx="23"/>
          </p:nvPr>
        </p:nvSpPr>
        <p:spPr>
          <a:xfrm>
            <a:off x="1219201" y="2304626"/>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32" name="Text Placeholder 27"/>
          <p:cNvSpPr>
            <a:spLocks noGrp="1"/>
          </p:cNvSpPr>
          <p:nvPr>
            <p:ph type="body" sz="quarter" idx="24"/>
          </p:nvPr>
        </p:nvSpPr>
        <p:spPr>
          <a:xfrm>
            <a:off x="1219201" y="2809239"/>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33" name="Text Placeholder 27"/>
          <p:cNvSpPr>
            <a:spLocks noGrp="1"/>
          </p:cNvSpPr>
          <p:nvPr>
            <p:ph type="body" sz="quarter" idx="25"/>
          </p:nvPr>
        </p:nvSpPr>
        <p:spPr>
          <a:xfrm>
            <a:off x="1219201" y="3313852"/>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34" name="Text Placeholder 27"/>
          <p:cNvSpPr>
            <a:spLocks noGrp="1"/>
          </p:cNvSpPr>
          <p:nvPr>
            <p:ph type="body" sz="quarter" idx="26"/>
          </p:nvPr>
        </p:nvSpPr>
        <p:spPr>
          <a:xfrm>
            <a:off x="1219201" y="3818465"/>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35" name="Text Placeholder 27"/>
          <p:cNvSpPr>
            <a:spLocks noGrp="1"/>
          </p:cNvSpPr>
          <p:nvPr>
            <p:ph type="body" sz="quarter" idx="27"/>
          </p:nvPr>
        </p:nvSpPr>
        <p:spPr>
          <a:xfrm>
            <a:off x="1219201" y="4323078"/>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36" name="Text Placeholder 27"/>
          <p:cNvSpPr>
            <a:spLocks noGrp="1"/>
          </p:cNvSpPr>
          <p:nvPr>
            <p:ph type="body" sz="quarter" idx="28"/>
          </p:nvPr>
        </p:nvSpPr>
        <p:spPr>
          <a:xfrm>
            <a:off x="1219201" y="4827691"/>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23" name="Text Placeholder 22"/>
          <p:cNvSpPr>
            <a:spLocks noGrp="1"/>
          </p:cNvSpPr>
          <p:nvPr>
            <p:ph type="body" sz="quarter" idx="29"/>
          </p:nvPr>
        </p:nvSpPr>
        <p:spPr>
          <a:xfrm>
            <a:off x="609600" y="1295400"/>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24" name="Text Placeholder 22"/>
          <p:cNvSpPr>
            <a:spLocks noGrp="1"/>
          </p:cNvSpPr>
          <p:nvPr>
            <p:ph type="body" sz="quarter" idx="30"/>
          </p:nvPr>
        </p:nvSpPr>
        <p:spPr>
          <a:xfrm>
            <a:off x="609600" y="1800013"/>
            <a:ext cx="609600" cy="411480"/>
          </a:xfrm>
          <a:prstGeom prst="rect">
            <a:avLst/>
          </a:prstGeom>
          <a:solidFill>
            <a:srgbClr val="B01C2E"/>
          </a:solidFill>
          <a:ln>
            <a:solidFill>
              <a:srgbClr val="999999"/>
            </a:solidFill>
          </a:ln>
        </p:spPr>
        <p:txBody>
          <a:bodyPr anchor="ctr"/>
          <a:lstStyle>
            <a:lvl1pPr marL="0" marR="0" indent="0" algn="ctr" defTabSz="914400" rtl="0" eaLnBrk="1" fontAlgn="auto" latinLnBrk="0" hangingPunct="1">
              <a:lnSpc>
                <a:spcPct val="100000"/>
              </a:lnSpc>
              <a:spcBef>
                <a:spcPts val="0"/>
              </a:spcBef>
              <a:spcAft>
                <a:spcPts val="0"/>
              </a:spcAft>
              <a:buClrTx/>
              <a:buSzTx/>
              <a:buFont typeface="Arial" pitchFamily="34" charset="0"/>
              <a:buNone/>
              <a:tabLst/>
              <a:defRPr sz="1400" b="1">
                <a:solidFill>
                  <a:srgbClr val="FFFFFF"/>
                </a:solidFill>
              </a:defRPr>
            </a:lvl1pPr>
          </a:lstStyle>
          <a:p>
            <a:pPr lvl="0"/>
            <a:r>
              <a:rPr lang="en-US"/>
              <a:t>Click to edit Master text styles</a:t>
            </a:r>
          </a:p>
        </p:txBody>
      </p:sp>
      <p:sp>
        <p:nvSpPr>
          <p:cNvPr id="27" name="Text Placeholder 22"/>
          <p:cNvSpPr>
            <a:spLocks noGrp="1"/>
          </p:cNvSpPr>
          <p:nvPr>
            <p:ph type="body" sz="quarter" idx="31"/>
          </p:nvPr>
        </p:nvSpPr>
        <p:spPr>
          <a:xfrm>
            <a:off x="609600" y="2304626"/>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29" name="Text Placeholder 22"/>
          <p:cNvSpPr>
            <a:spLocks noGrp="1"/>
          </p:cNvSpPr>
          <p:nvPr>
            <p:ph type="body" sz="quarter" idx="32"/>
          </p:nvPr>
        </p:nvSpPr>
        <p:spPr>
          <a:xfrm>
            <a:off x="609600" y="2809239"/>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37" name="Text Placeholder 22"/>
          <p:cNvSpPr>
            <a:spLocks noGrp="1"/>
          </p:cNvSpPr>
          <p:nvPr>
            <p:ph type="body" sz="quarter" idx="33"/>
          </p:nvPr>
        </p:nvSpPr>
        <p:spPr>
          <a:xfrm>
            <a:off x="609600" y="3313852"/>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38" name="Text Placeholder 22"/>
          <p:cNvSpPr>
            <a:spLocks noGrp="1"/>
          </p:cNvSpPr>
          <p:nvPr>
            <p:ph type="body" sz="quarter" idx="34"/>
          </p:nvPr>
        </p:nvSpPr>
        <p:spPr>
          <a:xfrm>
            <a:off x="609600" y="3818465"/>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39" name="Text Placeholder 22"/>
          <p:cNvSpPr>
            <a:spLocks noGrp="1"/>
          </p:cNvSpPr>
          <p:nvPr>
            <p:ph type="body" sz="quarter" idx="35"/>
          </p:nvPr>
        </p:nvSpPr>
        <p:spPr>
          <a:xfrm>
            <a:off x="609600" y="4323078"/>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40" name="Text Placeholder 22"/>
          <p:cNvSpPr>
            <a:spLocks noGrp="1"/>
          </p:cNvSpPr>
          <p:nvPr>
            <p:ph type="body" sz="quarter" idx="36"/>
          </p:nvPr>
        </p:nvSpPr>
        <p:spPr>
          <a:xfrm>
            <a:off x="609600" y="4827691"/>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21"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22" name="Text Placeholder 22"/>
          <p:cNvSpPr>
            <a:spLocks noGrp="1"/>
          </p:cNvSpPr>
          <p:nvPr>
            <p:ph type="body" sz="quarter" idx="37"/>
          </p:nvPr>
        </p:nvSpPr>
        <p:spPr>
          <a:xfrm>
            <a:off x="10972800" y="1295400"/>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25" name="Text Placeholder 22"/>
          <p:cNvSpPr>
            <a:spLocks noGrp="1"/>
          </p:cNvSpPr>
          <p:nvPr>
            <p:ph type="body" sz="quarter" idx="38"/>
          </p:nvPr>
        </p:nvSpPr>
        <p:spPr>
          <a:xfrm>
            <a:off x="10972800" y="1800013"/>
            <a:ext cx="609600" cy="411480"/>
          </a:xfrm>
          <a:prstGeom prst="rect">
            <a:avLst/>
          </a:prstGeom>
          <a:noFill/>
          <a:ln>
            <a:solidFill>
              <a:srgbClr val="C0C0C0"/>
            </a:solidFill>
          </a:ln>
        </p:spPr>
        <p:txBody>
          <a:bodyPr anchor="ctr"/>
          <a:lstStyle>
            <a:lvl1pPr marL="0" marR="0" indent="0" algn="ctr" defTabSz="914400" rtl="0" eaLnBrk="1" fontAlgn="auto" latinLnBrk="0" hangingPunct="1">
              <a:lnSpc>
                <a:spcPct val="100000"/>
              </a:lnSpc>
              <a:spcBef>
                <a:spcPts val="0"/>
              </a:spcBef>
              <a:spcAft>
                <a:spcPts val="0"/>
              </a:spcAft>
              <a:buClrTx/>
              <a:buSzTx/>
              <a:buFont typeface="Arial" pitchFamily="34" charset="0"/>
              <a:buNone/>
              <a:tabLst/>
              <a:defRPr sz="1200" b="1">
                <a:solidFill>
                  <a:schemeClr val="tx1"/>
                </a:solidFill>
              </a:defRPr>
            </a:lvl1pPr>
          </a:lstStyle>
          <a:p>
            <a:pPr lvl="0"/>
            <a:r>
              <a:rPr lang="en-US"/>
              <a:t>Click to edit Master text styles</a:t>
            </a:r>
          </a:p>
        </p:txBody>
      </p:sp>
      <p:sp>
        <p:nvSpPr>
          <p:cNvPr id="26" name="Text Placeholder 22"/>
          <p:cNvSpPr>
            <a:spLocks noGrp="1"/>
          </p:cNvSpPr>
          <p:nvPr>
            <p:ph type="body" sz="quarter" idx="39"/>
          </p:nvPr>
        </p:nvSpPr>
        <p:spPr>
          <a:xfrm>
            <a:off x="10972800" y="2304626"/>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41" name="Text Placeholder 22"/>
          <p:cNvSpPr>
            <a:spLocks noGrp="1"/>
          </p:cNvSpPr>
          <p:nvPr>
            <p:ph type="body" sz="quarter" idx="40"/>
          </p:nvPr>
        </p:nvSpPr>
        <p:spPr>
          <a:xfrm>
            <a:off x="10972800" y="2809239"/>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42" name="Text Placeholder 22"/>
          <p:cNvSpPr>
            <a:spLocks noGrp="1"/>
          </p:cNvSpPr>
          <p:nvPr>
            <p:ph type="body" sz="quarter" idx="41"/>
          </p:nvPr>
        </p:nvSpPr>
        <p:spPr>
          <a:xfrm>
            <a:off x="10972800" y="3313852"/>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43" name="Text Placeholder 22"/>
          <p:cNvSpPr>
            <a:spLocks noGrp="1"/>
          </p:cNvSpPr>
          <p:nvPr>
            <p:ph type="body" sz="quarter" idx="42"/>
          </p:nvPr>
        </p:nvSpPr>
        <p:spPr>
          <a:xfrm>
            <a:off x="10972800" y="3818465"/>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44" name="Text Placeholder 22"/>
          <p:cNvSpPr>
            <a:spLocks noGrp="1"/>
          </p:cNvSpPr>
          <p:nvPr>
            <p:ph type="body" sz="quarter" idx="43"/>
          </p:nvPr>
        </p:nvSpPr>
        <p:spPr>
          <a:xfrm>
            <a:off x="10972800" y="4323078"/>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45" name="Text Placeholder 22"/>
          <p:cNvSpPr>
            <a:spLocks noGrp="1"/>
          </p:cNvSpPr>
          <p:nvPr>
            <p:ph type="body" sz="quarter" idx="44"/>
          </p:nvPr>
        </p:nvSpPr>
        <p:spPr>
          <a:xfrm>
            <a:off x="10972800" y="4827691"/>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46" name="Text Placeholder 27"/>
          <p:cNvSpPr>
            <a:spLocks noGrp="1"/>
          </p:cNvSpPr>
          <p:nvPr>
            <p:ph type="body" sz="quarter" idx="45"/>
          </p:nvPr>
        </p:nvSpPr>
        <p:spPr>
          <a:xfrm>
            <a:off x="1215702" y="5332304"/>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47" name="Text Placeholder 22"/>
          <p:cNvSpPr>
            <a:spLocks noGrp="1"/>
          </p:cNvSpPr>
          <p:nvPr>
            <p:ph type="body" sz="quarter" idx="46"/>
          </p:nvPr>
        </p:nvSpPr>
        <p:spPr>
          <a:xfrm>
            <a:off x="606100" y="5332304"/>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48" name="Text Placeholder 22"/>
          <p:cNvSpPr>
            <a:spLocks noGrp="1"/>
          </p:cNvSpPr>
          <p:nvPr>
            <p:ph type="body" sz="quarter" idx="47"/>
          </p:nvPr>
        </p:nvSpPr>
        <p:spPr>
          <a:xfrm>
            <a:off x="10969300" y="5332304"/>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49" name="Text Placeholder 27"/>
          <p:cNvSpPr>
            <a:spLocks noGrp="1"/>
          </p:cNvSpPr>
          <p:nvPr>
            <p:ph type="body" sz="quarter" idx="48"/>
          </p:nvPr>
        </p:nvSpPr>
        <p:spPr>
          <a:xfrm>
            <a:off x="1215702" y="5836920"/>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50" name="Text Placeholder 22"/>
          <p:cNvSpPr>
            <a:spLocks noGrp="1"/>
          </p:cNvSpPr>
          <p:nvPr>
            <p:ph type="body" sz="quarter" idx="49"/>
          </p:nvPr>
        </p:nvSpPr>
        <p:spPr>
          <a:xfrm>
            <a:off x="606100" y="5836920"/>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51" name="Text Placeholder 22"/>
          <p:cNvSpPr>
            <a:spLocks noGrp="1"/>
          </p:cNvSpPr>
          <p:nvPr>
            <p:ph type="body" sz="quarter" idx="50"/>
          </p:nvPr>
        </p:nvSpPr>
        <p:spPr>
          <a:xfrm>
            <a:off x="10969300" y="5836920"/>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52" name="Slide Number Placeholder 9"/>
          <p:cNvSpPr>
            <a:spLocks noGrp="1"/>
          </p:cNvSpPr>
          <p:nvPr>
            <p:ph type="sldNum" sz="quarter" idx="51"/>
          </p:nvPr>
        </p:nvSpPr>
        <p:spPr/>
        <p:txBody>
          <a:bodyPr/>
          <a:lstStyle>
            <a:lvl1pPr>
              <a:defRPr/>
            </a:lvl1pPr>
          </a:lstStyle>
          <a:p>
            <a:fld id="{4A9EBD57-3091-C548-9F5E-83F63CC3338F}" type="slidenum">
              <a:rPr lang="en-US" altLang="en-US"/>
              <a:pPr/>
              <a:t>‹#›</a:t>
            </a:fld>
            <a:endParaRPr lang="en-US" altLang="en-US"/>
          </a:p>
        </p:txBody>
      </p:sp>
      <p:sp>
        <p:nvSpPr>
          <p:cNvPr id="53" name="Footer Placeholder 12"/>
          <p:cNvSpPr>
            <a:spLocks noGrp="1"/>
          </p:cNvSpPr>
          <p:nvPr>
            <p:ph type="ftr" sz="quarter" idx="52"/>
          </p:nvPr>
        </p:nvSpPr>
        <p:spPr/>
        <p:txBody>
          <a:bodyPr/>
          <a:lstStyle>
            <a:lvl1pPr>
              <a:defRPr/>
            </a:lvl1pPr>
          </a:lstStyle>
          <a:p>
            <a:pPr>
              <a:defRPr/>
            </a:pPr>
            <a:r>
              <a:rPr lang="en-US"/>
              <a:t>Preferred Stock</a:t>
            </a:r>
          </a:p>
        </p:txBody>
      </p:sp>
    </p:spTree>
    <p:extLst>
      <p:ext uri="{BB962C8B-B14F-4D97-AF65-F5344CB8AC3E}">
        <p14:creationId xmlns:p14="http://schemas.microsoft.com/office/powerpoint/2010/main" val="445545783"/>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ext Blocks - Major and Sub Points">
    <p:spTree>
      <p:nvGrpSpPr>
        <p:cNvPr id="1" name=""/>
        <p:cNvGrpSpPr/>
        <p:nvPr/>
      </p:nvGrpSpPr>
      <p:grpSpPr>
        <a:xfrm>
          <a:off x="0" y="0"/>
          <a:ext cx="0" cy="0"/>
          <a:chOff x="0" y="0"/>
          <a:chExt cx="0" cy="0"/>
        </a:xfrm>
      </p:grpSpPr>
      <p:sp>
        <p:nvSpPr>
          <p:cNvPr id="16" name="Text Placeholder 15"/>
          <p:cNvSpPr>
            <a:spLocks noGrp="1"/>
          </p:cNvSpPr>
          <p:nvPr>
            <p:ph type="body" sz="quarter" idx="21"/>
          </p:nvPr>
        </p:nvSpPr>
        <p:spPr>
          <a:xfrm>
            <a:off x="609600" y="1335024"/>
            <a:ext cx="1828800" cy="2322576"/>
          </a:xfrm>
          <a:prstGeom prst="rect">
            <a:avLst/>
          </a:prstGeom>
          <a:solidFill>
            <a:srgbClr val="B01C2E"/>
          </a:solidFill>
        </p:spPr>
        <p:txBody>
          <a:bodyPr anchor="ctr"/>
          <a:lstStyle>
            <a:lvl1pPr marL="0" indent="0">
              <a:buNone/>
              <a:defRPr sz="1200" b="1">
                <a:solidFill>
                  <a:schemeClr val="bg1"/>
                </a:solidFill>
              </a:defRPr>
            </a:lvl1pPr>
          </a:lstStyle>
          <a:p>
            <a:pPr lvl="0"/>
            <a:r>
              <a:rPr lang="en-US"/>
              <a:t>Click to edit Master text styles</a:t>
            </a:r>
          </a:p>
        </p:txBody>
      </p:sp>
      <p:sp>
        <p:nvSpPr>
          <p:cNvPr id="17" name="Text Placeholder 15"/>
          <p:cNvSpPr>
            <a:spLocks noGrp="1"/>
          </p:cNvSpPr>
          <p:nvPr>
            <p:ph type="body" sz="quarter" idx="22"/>
          </p:nvPr>
        </p:nvSpPr>
        <p:spPr>
          <a:xfrm>
            <a:off x="609600" y="3744363"/>
            <a:ext cx="1828800" cy="2322576"/>
          </a:xfrm>
          <a:prstGeom prst="rect">
            <a:avLst/>
          </a:prstGeom>
          <a:solidFill>
            <a:srgbClr val="B01C2E"/>
          </a:solidFill>
        </p:spPr>
        <p:txBody>
          <a:bodyPr anchor="ctr"/>
          <a:lstStyle>
            <a:lvl1pPr marL="0" indent="0">
              <a:buNone/>
              <a:defRPr sz="1200" b="1">
                <a:solidFill>
                  <a:schemeClr val="bg1"/>
                </a:solidFill>
              </a:defRPr>
            </a:lvl1pPr>
          </a:lstStyle>
          <a:p>
            <a:pPr lvl="0"/>
            <a:r>
              <a:rPr lang="en-US"/>
              <a:t>Click to edit Master text styles</a:t>
            </a:r>
          </a:p>
        </p:txBody>
      </p:sp>
      <p:sp>
        <p:nvSpPr>
          <p:cNvPr id="18" name="Text Placeholder 15"/>
          <p:cNvSpPr>
            <a:spLocks noGrp="1"/>
          </p:cNvSpPr>
          <p:nvPr>
            <p:ph type="body" sz="quarter" idx="23"/>
          </p:nvPr>
        </p:nvSpPr>
        <p:spPr>
          <a:xfrm>
            <a:off x="2540000" y="1348565"/>
            <a:ext cx="1219200" cy="777240"/>
          </a:xfrm>
          <a:prstGeom prst="rect">
            <a:avLst/>
          </a:prstGeom>
          <a:solidFill>
            <a:srgbClr val="8E8E8E"/>
          </a:solidFill>
          <a:ln>
            <a:solidFill>
              <a:srgbClr val="8E8E8E"/>
            </a:solidFill>
          </a:ln>
        </p:spPr>
        <p:txBody>
          <a:bodyPr rIns="45720" anchor="ctr"/>
          <a:lstStyle>
            <a:lvl1pPr marL="0" indent="0">
              <a:buNone/>
              <a:defRPr sz="1200" b="1">
                <a:solidFill>
                  <a:schemeClr val="bg1"/>
                </a:solidFill>
              </a:defRPr>
            </a:lvl1pPr>
          </a:lstStyle>
          <a:p>
            <a:pPr lvl="0"/>
            <a:r>
              <a:rPr lang="en-US"/>
              <a:t>Click to edit Master text styles</a:t>
            </a:r>
          </a:p>
        </p:txBody>
      </p:sp>
      <p:sp>
        <p:nvSpPr>
          <p:cNvPr id="19" name="Text Placeholder 15"/>
          <p:cNvSpPr>
            <a:spLocks noGrp="1"/>
          </p:cNvSpPr>
          <p:nvPr>
            <p:ph type="body" sz="quarter" idx="24"/>
          </p:nvPr>
        </p:nvSpPr>
        <p:spPr>
          <a:xfrm>
            <a:off x="2540000" y="3763963"/>
            <a:ext cx="1219200" cy="777240"/>
          </a:xfrm>
          <a:prstGeom prst="rect">
            <a:avLst/>
          </a:prstGeom>
          <a:solidFill>
            <a:srgbClr val="8E8E8E"/>
          </a:solidFill>
          <a:ln>
            <a:solidFill>
              <a:srgbClr val="8E8E8E"/>
            </a:solidFill>
          </a:ln>
        </p:spPr>
        <p:txBody>
          <a:bodyPr rIns="45720" anchor="ctr"/>
          <a:lstStyle>
            <a:lvl1pPr marL="0" indent="0">
              <a:buNone/>
              <a:defRPr sz="1200" b="1">
                <a:solidFill>
                  <a:schemeClr val="bg1"/>
                </a:solidFill>
              </a:defRPr>
            </a:lvl1pPr>
          </a:lstStyle>
          <a:p>
            <a:pPr lvl="0"/>
            <a:r>
              <a:rPr lang="en-US"/>
              <a:t>Click to edit Master text styles</a:t>
            </a:r>
          </a:p>
        </p:txBody>
      </p:sp>
      <p:sp>
        <p:nvSpPr>
          <p:cNvPr id="20" name="Text Placeholder 15"/>
          <p:cNvSpPr>
            <a:spLocks noGrp="1"/>
          </p:cNvSpPr>
          <p:nvPr>
            <p:ph type="body" sz="quarter" idx="25"/>
          </p:nvPr>
        </p:nvSpPr>
        <p:spPr>
          <a:xfrm>
            <a:off x="2540000" y="2199167"/>
            <a:ext cx="1219200" cy="1463040"/>
          </a:xfrm>
          <a:prstGeom prst="rect">
            <a:avLst/>
          </a:prstGeom>
          <a:solidFill>
            <a:srgbClr val="8E8E8E"/>
          </a:solidFill>
          <a:ln>
            <a:solidFill>
              <a:srgbClr val="8E8E8E"/>
            </a:solidFill>
          </a:ln>
        </p:spPr>
        <p:txBody>
          <a:bodyPr rIns="45720" anchor="ctr"/>
          <a:lstStyle>
            <a:lvl1pPr marL="0" indent="0">
              <a:buNone/>
              <a:defRPr sz="1200" b="1">
                <a:solidFill>
                  <a:schemeClr val="bg1"/>
                </a:solidFill>
              </a:defRPr>
            </a:lvl1pPr>
          </a:lstStyle>
          <a:p>
            <a:pPr lvl="0"/>
            <a:r>
              <a:rPr lang="en-US"/>
              <a:t>Click to edit Master text styles</a:t>
            </a:r>
          </a:p>
        </p:txBody>
      </p:sp>
      <p:sp>
        <p:nvSpPr>
          <p:cNvPr id="21" name="Text Placeholder 15"/>
          <p:cNvSpPr>
            <a:spLocks noGrp="1"/>
          </p:cNvSpPr>
          <p:nvPr>
            <p:ph type="body" sz="quarter" idx="26"/>
          </p:nvPr>
        </p:nvSpPr>
        <p:spPr>
          <a:xfrm>
            <a:off x="2540000" y="4619625"/>
            <a:ext cx="1219200" cy="1463040"/>
          </a:xfrm>
          <a:prstGeom prst="rect">
            <a:avLst/>
          </a:prstGeom>
          <a:solidFill>
            <a:srgbClr val="8E8E8E"/>
          </a:solidFill>
          <a:ln>
            <a:solidFill>
              <a:srgbClr val="8E8E8E"/>
            </a:solidFill>
          </a:ln>
        </p:spPr>
        <p:txBody>
          <a:bodyPr rIns="45720" anchor="ctr"/>
          <a:lstStyle>
            <a:lvl1pPr marL="0" indent="0">
              <a:buNone/>
              <a:defRPr sz="1200" b="1">
                <a:solidFill>
                  <a:schemeClr val="bg1"/>
                </a:solidFill>
              </a:defRPr>
            </a:lvl1pPr>
          </a:lstStyle>
          <a:p>
            <a:pPr lvl="0"/>
            <a:r>
              <a:rPr lang="en-US"/>
              <a:t>Click to edit Master text styles</a:t>
            </a:r>
          </a:p>
        </p:txBody>
      </p:sp>
      <p:sp>
        <p:nvSpPr>
          <p:cNvPr id="14"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5" name="Text Placeholder 5"/>
          <p:cNvSpPr>
            <a:spLocks noGrp="1"/>
          </p:cNvSpPr>
          <p:nvPr>
            <p:ph type="body" sz="quarter" idx="31"/>
          </p:nvPr>
        </p:nvSpPr>
        <p:spPr>
          <a:xfrm>
            <a:off x="3759200" y="1348565"/>
            <a:ext cx="7827264" cy="777240"/>
          </a:xfrm>
          <a:prstGeom prst="rect">
            <a:avLst/>
          </a:prstGeom>
          <a:solidFill>
            <a:srgbClr val="FFFFFF"/>
          </a:solidFill>
          <a:ln>
            <a:solidFill>
              <a:srgbClr val="C0C0C0"/>
            </a:solidFill>
          </a:ln>
        </p:spPr>
        <p:txBody>
          <a:bodyPr lIns="91440" rIns="4572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22" name="Text Placeholder 5"/>
          <p:cNvSpPr>
            <a:spLocks noGrp="1"/>
          </p:cNvSpPr>
          <p:nvPr>
            <p:ph type="body" sz="quarter" idx="32"/>
          </p:nvPr>
        </p:nvSpPr>
        <p:spPr>
          <a:xfrm>
            <a:off x="3759200" y="3763963"/>
            <a:ext cx="7827264" cy="777240"/>
          </a:xfrm>
          <a:prstGeom prst="rect">
            <a:avLst/>
          </a:prstGeom>
          <a:solidFill>
            <a:srgbClr val="FFFFFF"/>
          </a:solidFill>
          <a:ln>
            <a:solidFill>
              <a:srgbClr val="C0C0C0"/>
            </a:solidFill>
          </a:ln>
        </p:spPr>
        <p:txBody>
          <a:bodyPr lIns="91440" rIns="4572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26" name="Text Placeholder 5"/>
          <p:cNvSpPr>
            <a:spLocks noGrp="1"/>
          </p:cNvSpPr>
          <p:nvPr>
            <p:ph type="body" sz="quarter" idx="33"/>
          </p:nvPr>
        </p:nvSpPr>
        <p:spPr>
          <a:xfrm>
            <a:off x="3759200" y="2199167"/>
            <a:ext cx="7827264" cy="1463040"/>
          </a:xfrm>
          <a:prstGeom prst="rect">
            <a:avLst/>
          </a:prstGeom>
          <a:solidFill>
            <a:srgbClr val="FFFFFF"/>
          </a:solidFill>
          <a:ln>
            <a:solidFill>
              <a:srgbClr val="C0C0C0"/>
            </a:solidFill>
          </a:ln>
        </p:spPr>
        <p:txBody>
          <a:bodyPr lIns="91440" rIns="4572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28" name="Text Placeholder 5"/>
          <p:cNvSpPr>
            <a:spLocks noGrp="1"/>
          </p:cNvSpPr>
          <p:nvPr>
            <p:ph type="body" sz="quarter" idx="34"/>
          </p:nvPr>
        </p:nvSpPr>
        <p:spPr>
          <a:xfrm>
            <a:off x="3759200" y="4619625"/>
            <a:ext cx="7827264" cy="1463040"/>
          </a:xfrm>
          <a:prstGeom prst="rect">
            <a:avLst/>
          </a:prstGeom>
          <a:solidFill>
            <a:srgbClr val="FFFFFF"/>
          </a:solidFill>
          <a:ln>
            <a:solidFill>
              <a:srgbClr val="C0C0C0"/>
            </a:solidFill>
          </a:ln>
        </p:spPr>
        <p:txBody>
          <a:bodyPr lIns="91440" rIns="4572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13" name="Slide Number Placeholder 9"/>
          <p:cNvSpPr>
            <a:spLocks noGrp="1"/>
          </p:cNvSpPr>
          <p:nvPr>
            <p:ph type="sldNum" sz="quarter" idx="35"/>
          </p:nvPr>
        </p:nvSpPr>
        <p:spPr/>
        <p:txBody>
          <a:bodyPr/>
          <a:lstStyle>
            <a:lvl1pPr>
              <a:defRPr/>
            </a:lvl1pPr>
          </a:lstStyle>
          <a:p>
            <a:fld id="{1622A13A-1CFD-CA4E-A8DD-C641C07281EA}" type="slidenum">
              <a:rPr lang="en-US" altLang="en-US"/>
              <a:pPr/>
              <a:t>‹#›</a:t>
            </a:fld>
            <a:endParaRPr lang="en-US" altLang="en-US"/>
          </a:p>
        </p:txBody>
      </p:sp>
      <p:sp>
        <p:nvSpPr>
          <p:cNvPr id="23" name="Footer Placeholder 12"/>
          <p:cNvSpPr>
            <a:spLocks noGrp="1"/>
          </p:cNvSpPr>
          <p:nvPr>
            <p:ph type="ftr" sz="quarter" idx="36"/>
          </p:nvPr>
        </p:nvSpPr>
        <p:spPr/>
        <p:txBody>
          <a:bodyPr/>
          <a:lstStyle>
            <a:lvl1pPr>
              <a:defRPr/>
            </a:lvl1pPr>
          </a:lstStyle>
          <a:p>
            <a:pPr>
              <a:defRPr/>
            </a:pPr>
            <a:r>
              <a:rPr lang="en-US"/>
              <a:t>Preferred Stock</a:t>
            </a:r>
          </a:p>
        </p:txBody>
      </p:sp>
    </p:spTree>
    <p:extLst>
      <p:ext uri="{BB962C8B-B14F-4D97-AF65-F5344CB8AC3E}">
        <p14:creationId xmlns:p14="http://schemas.microsoft.com/office/powerpoint/2010/main" val="1744476385"/>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Consequences Vertical 2">
    <p:spTree>
      <p:nvGrpSpPr>
        <p:cNvPr id="1" name=""/>
        <p:cNvGrpSpPr/>
        <p:nvPr/>
      </p:nvGrpSpPr>
      <p:grpSpPr>
        <a:xfrm>
          <a:off x="0" y="0"/>
          <a:ext cx="0" cy="0"/>
          <a:chOff x="0" y="0"/>
          <a:chExt cx="0" cy="0"/>
        </a:xfrm>
      </p:grpSpPr>
      <p:sp>
        <p:nvSpPr>
          <p:cNvPr id="7" name="Freeform 4"/>
          <p:cNvSpPr>
            <a:spLocks/>
          </p:cNvSpPr>
          <p:nvPr userDrawn="1"/>
        </p:nvSpPr>
        <p:spPr bwMode="auto">
          <a:xfrm>
            <a:off x="6195484" y="1914525"/>
            <a:ext cx="4876800" cy="4184650"/>
          </a:xfrm>
          <a:custGeom>
            <a:avLst/>
            <a:gdLst>
              <a:gd name="T0" fmla="*/ 2147483647 w 2475"/>
              <a:gd name="T1" fmla="*/ 2147483647 h 2469"/>
              <a:gd name="T2" fmla="*/ 2147483647 w 2475"/>
              <a:gd name="T3" fmla="*/ 0 h 2469"/>
              <a:gd name="T4" fmla="*/ 2147483647 w 2475"/>
              <a:gd name="T5" fmla="*/ 2147483647 h 2469"/>
              <a:gd name="T6" fmla="*/ 0 w 2475"/>
              <a:gd name="T7" fmla="*/ 2147483647 h 2469"/>
              <a:gd name="T8" fmla="*/ 0 w 2475"/>
              <a:gd name="T9" fmla="*/ 0 h 2469"/>
              <a:gd name="T10" fmla="*/ 2147483647 w 2475"/>
              <a:gd name="T11" fmla="*/ 2147483647 h 2469"/>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2475" h="2469">
                <a:moveTo>
                  <a:pt x="1235" y="147"/>
                </a:moveTo>
                <a:lnTo>
                  <a:pt x="2475" y="0"/>
                </a:lnTo>
                <a:lnTo>
                  <a:pt x="2475" y="2469"/>
                </a:lnTo>
                <a:lnTo>
                  <a:pt x="0" y="2469"/>
                </a:lnTo>
                <a:lnTo>
                  <a:pt x="0" y="0"/>
                </a:lnTo>
                <a:lnTo>
                  <a:pt x="1235" y="147"/>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lIns="182880" tIns="365760" rIns="182880" bIns="182880"/>
          <a:lstStyle/>
          <a:p>
            <a:endParaRPr lang="en-US" sz="1800"/>
          </a:p>
        </p:txBody>
      </p:sp>
      <p:sp>
        <p:nvSpPr>
          <p:cNvPr id="8" name="Freeform 4"/>
          <p:cNvSpPr>
            <a:spLocks/>
          </p:cNvSpPr>
          <p:nvPr userDrawn="1"/>
        </p:nvSpPr>
        <p:spPr bwMode="auto">
          <a:xfrm>
            <a:off x="1003300" y="1914525"/>
            <a:ext cx="4876800" cy="4184650"/>
          </a:xfrm>
          <a:custGeom>
            <a:avLst/>
            <a:gdLst>
              <a:gd name="T0" fmla="*/ 2147483647 w 2475"/>
              <a:gd name="T1" fmla="*/ 2147483647 h 2469"/>
              <a:gd name="T2" fmla="*/ 2147483647 w 2475"/>
              <a:gd name="T3" fmla="*/ 0 h 2469"/>
              <a:gd name="T4" fmla="*/ 2147483647 w 2475"/>
              <a:gd name="T5" fmla="*/ 2147483647 h 2469"/>
              <a:gd name="T6" fmla="*/ 0 w 2475"/>
              <a:gd name="T7" fmla="*/ 2147483647 h 2469"/>
              <a:gd name="T8" fmla="*/ 0 w 2475"/>
              <a:gd name="T9" fmla="*/ 0 h 2469"/>
              <a:gd name="T10" fmla="*/ 2147483647 w 2475"/>
              <a:gd name="T11" fmla="*/ 2147483647 h 2469"/>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2475" h="2469">
                <a:moveTo>
                  <a:pt x="1235" y="147"/>
                </a:moveTo>
                <a:lnTo>
                  <a:pt x="2475" y="0"/>
                </a:lnTo>
                <a:lnTo>
                  <a:pt x="2475" y="2469"/>
                </a:lnTo>
                <a:lnTo>
                  <a:pt x="0" y="2469"/>
                </a:lnTo>
                <a:lnTo>
                  <a:pt x="0" y="0"/>
                </a:lnTo>
                <a:lnTo>
                  <a:pt x="1235" y="147"/>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lIns="182880" tIns="365760" rIns="182880" bIns="182880"/>
          <a:lstStyle/>
          <a:p>
            <a:endParaRPr lang="en-US" sz="1800"/>
          </a:p>
        </p:txBody>
      </p:sp>
      <p:sp>
        <p:nvSpPr>
          <p:cNvPr id="9" name="Text Placeholder 8"/>
          <p:cNvSpPr>
            <a:spLocks noGrp="1"/>
          </p:cNvSpPr>
          <p:nvPr>
            <p:ph type="body" sz="quarter" idx="21"/>
          </p:nvPr>
        </p:nvSpPr>
        <p:spPr>
          <a:xfrm rot="5400000">
            <a:off x="3122762" y="-699446"/>
            <a:ext cx="636898" cy="4876800"/>
          </a:xfrm>
          <a:prstGeom prst="homePlate">
            <a:avLst>
              <a:gd name="adj" fmla="val 35000"/>
            </a:avLst>
          </a:prstGeom>
          <a:solidFill>
            <a:srgbClr val="B01C2E"/>
          </a:solidFill>
        </p:spPr>
        <p:txBody>
          <a:bodyPr vert="vert270" anchor="ctr"/>
          <a:lstStyle>
            <a:lvl1pPr marL="0" indent="0" algn="ctr">
              <a:lnSpc>
                <a:spcPts val="1400"/>
              </a:lnSpc>
              <a:spcBef>
                <a:spcPts val="0"/>
              </a:spcBef>
              <a:buNone/>
              <a:defRPr sz="1200" b="1">
                <a:solidFill>
                  <a:schemeClr val="bg1"/>
                </a:solidFill>
              </a:defRPr>
            </a:lvl1pPr>
            <a:lvl2pPr indent="0" algn="ctr">
              <a:spcBef>
                <a:spcPts val="0"/>
              </a:spcBef>
              <a:buNone/>
              <a:defRPr sz="1200" b="1"/>
            </a:lvl2pPr>
            <a:lvl3pPr indent="0" algn="ctr">
              <a:spcBef>
                <a:spcPts val="0"/>
              </a:spcBef>
              <a:buNone/>
              <a:defRPr sz="1200" b="1"/>
            </a:lvl3pPr>
            <a:lvl4pPr indent="0" algn="ctr">
              <a:spcBef>
                <a:spcPts val="0"/>
              </a:spcBef>
              <a:buNone/>
              <a:defRPr sz="1200" b="1"/>
            </a:lvl4pPr>
            <a:lvl5pPr indent="0" algn="ctr">
              <a:spcBef>
                <a:spcPts val="0"/>
              </a:spcBef>
              <a:buNone/>
              <a:defRPr sz="1200" b="1"/>
            </a:lvl5pPr>
          </a:lstStyle>
          <a:p>
            <a:pPr lvl="0"/>
            <a:r>
              <a:rPr lang="en-US"/>
              <a:t>Click to edit Master text styles</a:t>
            </a:r>
          </a:p>
        </p:txBody>
      </p:sp>
      <p:sp>
        <p:nvSpPr>
          <p:cNvPr id="12" name="Text Placeholder 8"/>
          <p:cNvSpPr>
            <a:spLocks noGrp="1"/>
          </p:cNvSpPr>
          <p:nvPr>
            <p:ph type="body" sz="quarter" idx="25"/>
          </p:nvPr>
        </p:nvSpPr>
        <p:spPr>
          <a:xfrm rot="5400000">
            <a:off x="8315844" y="-699446"/>
            <a:ext cx="636898" cy="4876800"/>
          </a:xfrm>
          <a:prstGeom prst="homePlate">
            <a:avLst>
              <a:gd name="adj" fmla="val 35000"/>
            </a:avLst>
          </a:prstGeom>
          <a:solidFill>
            <a:srgbClr val="B01C2E"/>
          </a:solidFill>
        </p:spPr>
        <p:txBody>
          <a:bodyPr vert="vert270" anchor="ctr"/>
          <a:lstStyle>
            <a:lvl1pPr marL="0" indent="0" algn="ctr">
              <a:lnSpc>
                <a:spcPts val="1400"/>
              </a:lnSpc>
              <a:spcBef>
                <a:spcPts val="0"/>
              </a:spcBef>
              <a:buNone/>
              <a:defRPr sz="1200" b="1">
                <a:solidFill>
                  <a:schemeClr val="bg1"/>
                </a:solidFill>
              </a:defRPr>
            </a:lvl1pPr>
            <a:lvl2pPr indent="0" algn="ctr">
              <a:spcBef>
                <a:spcPts val="0"/>
              </a:spcBef>
              <a:buNone/>
              <a:defRPr sz="1200" b="1"/>
            </a:lvl2pPr>
            <a:lvl3pPr indent="0" algn="ctr">
              <a:spcBef>
                <a:spcPts val="0"/>
              </a:spcBef>
              <a:buNone/>
              <a:defRPr sz="1200" b="1"/>
            </a:lvl3pPr>
            <a:lvl4pPr indent="0" algn="ctr">
              <a:spcBef>
                <a:spcPts val="0"/>
              </a:spcBef>
              <a:buNone/>
              <a:defRPr sz="1200" b="1"/>
            </a:lvl4pPr>
            <a:lvl5pPr indent="0" algn="ctr">
              <a:spcBef>
                <a:spcPts val="0"/>
              </a:spcBef>
              <a:buNone/>
              <a:defRPr sz="1200" b="1"/>
            </a:lvl5pPr>
          </a:lstStyle>
          <a:p>
            <a:pPr lvl="0"/>
            <a:r>
              <a:rPr lang="en-US"/>
              <a:t>Click to edit Master text styles</a:t>
            </a:r>
          </a:p>
        </p:txBody>
      </p:sp>
      <p:sp>
        <p:nvSpPr>
          <p:cNvPr id="10"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3" name="Text Placeholder 5"/>
          <p:cNvSpPr>
            <a:spLocks noGrp="1"/>
          </p:cNvSpPr>
          <p:nvPr>
            <p:ph type="body" sz="quarter" idx="31"/>
          </p:nvPr>
        </p:nvSpPr>
        <p:spPr>
          <a:xfrm>
            <a:off x="1002811" y="2282953"/>
            <a:ext cx="4876800" cy="3813048"/>
          </a:xfrm>
          <a:prstGeom prst="rect">
            <a:avLst/>
          </a:prstGeom>
          <a:solidFill>
            <a:srgbClr val="FFFFFF"/>
          </a:solidFill>
          <a:ln>
            <a:noFill/>
          </a:ln>
        </p:spPr>
        <p:txBody>
          <a:bodyPr lIns="91440"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2000"/>
            </a:lvl5pPr>
            <a:lvl6pPr marL="1143000">
              <a:buClr>
                <a:srgbClr val="B01C2E"/>
              </a:buClr>
              <a:buFont typeface="Arial" pitchFamily="34" charset="0"/>
              <a:buChar char="–"/>
              <a:defRPr/>
            </a:lvl6pPr>
          </a:lstStyle>
          <a:p>
            <a:pPr lvl="0"/>
            <a:r>
              <a:rPr lang="en-US"/>
              <a:t>Click to edit Master text styles</a:t>
            </a:r>
          </a:p>
        </p:txBody>
      </p:sp>
      <p:sp>
        <p:nvSpPr>
          <p:cNvPr id="15" name="Text Placeholder 5"/>
          <p:cNvSpPr>
            <a:spLocks noGrp="1"/>
          </p:cNvSpPr>
          <p:nvPr>
            <p:ph type="body" sz="quarter" idx="32"/>
          </p:nvPr>
        </p:nvSpPr>
        <p:spPr>
          <a:xfrm>
            <a:off x="6195893" y="2282953"/>
            <a:ext cx="4876800" cy="3813048"/>
          </a:xfrm>
          <a:prstGeom prst="rect">
            <a:avLst/>
          </a:prstGeom>
          <a:solidFill>
            <a:srgbClr val="FFFFFF"/>
          </a:solidFill>
          <a:ln>
            <a:noFill/>
          </a:ln>
        </p:spPr>
        <p:txBody>
          <a:bodyPr lIns="91440"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vl6pPr marL="1143000">
              <a:buClr>
                <a:srgbClr val="B01C2E"/>
              </a:buClr>
              <a:buFont typeface="Arial" pitchFamily="34" charset="0"/>
              <a:buChar char="–"/>
              <a:defRPr sz="1200"/>
            </a:lvl6pPr>
          </a:lstStyle>
          <a:p>
            <a:pPr lvl="0"/>
            <a:r>
              <a:rPr lang="en-US"/>
              <a:t>Click to edit Master text styles</a:t>
            </a:r>
          </a:p>
        </p:txBody>
      </p:sp>
      <p:sp>
        <p:nvSpPr>
          <p:cNvPr id="11" name="Slide Number Placeholder 9"/>
          <p:cNvSpPr>
            <a:spLocks noGrp="1"/>
          </p:cNvSpPr>
          <p:nvPr>
            <p:ph type="sldNum" sz="quarter" idx="33"/>
          </p:nvPr>
        </p:nvSpPr>
        <p:spPr/>
        <p:txBody>
          <a:bodyPr/>
          <a:lstStyle>
            <a:lvl1pPr>
              <a:defRPr/>
            </a:lvl1pPr>
          </a:lstStyle>
          <a:p>
            <a:fld id="{9B3A2EF8-18A0-3548-8284-3CDE95E84B95}" type="slidenum">
              <a:rPr lang="en-US" altLang="en-US"/>
              <a:pPr/>
              <a:t>‹#›</a:t>
            </a:fld>
            <a:endParaRPr lang="en-US" altLang="en-US"/>
          </a:p>
        </p:txBody>
      </p:sp>
      <p:sp>
        <p:nvSpPr>
          <p:cNvPr id="14" name="Footer Placeholder 10"/>
          <p:cNvSpPr>
            <a:spLocks noGrp="1"/>
          </p:cNvSpPr>
          <p:nvPr>
            <p:ph type="ftr" sz="quarter" idx="34"/>
          </p:nvPr>
        </p:nvSpPr>
        <p:spPr/>
        <p:txBody>
          <a:bodyPr/>
          <a:lstStyle>
            <a:lvl1pPr>
              <a:defRPr smtClean="0"/>
            </a:lvl1pPr>
          </a:lstStyle>
          <a:p>
            <a:pPr>
              <a:defRPr/>
            </a:pPr>
            <a:r>
              <a:rPr lang="en-US"/>
              <a:t>Preferred Stock</a:t>
            </a:r>
          </a:p>
        </p:txBody>
      </p:sp>
    </p:spTree>
    <p:extLst>
      <p:ext uri="{BB962C8B-B14F-4D97-AF65-F5344CB8AC3E}">
        <p14:creationId xmlns:p14="http://schemas.microsoft.com/office/powerpoint/2010/main" val="324026310"/>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Consequences Vertical 4">
    <p:spTree>
      <p:nvGrpSpPr>
        <p:cNvPr id="1" name=""/>
        <p:cNvGrpSpPr/>
        <p:nvPr/>
      </p:nvGrpSpPr>
      <p:grpSpPr>
        <a:xfrm>
          <a:off x="0" y="0"/>
          <a:ext cx="0" cy="0"/>
          <a:chOff x="0" y="0"/>
          <a:chExt cx="0" cy="0"/>
        </a:xfrm>
      </p:grpSpPr>
      <p:sp>
        <p:nvSpPr>
          <p:cNvPr id="11" name="Freeform 4"/>
          <p:cNvSpPr>
            <a:spLocks/>
          </p:cNvSpPr>
          <p:nvPr userDrawn="1"/>
        </p:nvSpPr>
        <p:spPr bwMode="auto">
          <a:xfrm>
            <a:off x="588434" y="1911351"/>
            <a:ext cx="2561167" cy="4206875"/>
          </a:xfrm>
          <a:custGeom>
            <a:avLst/>
            <a:gdLst>
              <a:gd name="T0" fmla="*/ 2147483647 w 2475"/>
              <a:gd name="T1" fmla="*/ 2147483647 h 2946"/>
              <a:gd name="T2" fmla="*/ 2147483647 w 2475"/>
              <a:gd name="T3" fmla="*/ 2147483647 h 2946"/>
              <a:gd name="T4" fmla="*/ 2147483647 w 2475"/>
              <a:gd name="T5" fmla="*/ 2147483647 h 2946"/>
              <a:gd name="T6" fmla="*/ 2147483647 w 2475"/>
              <a:gd name="T7" fmla="*/ 2147483647 h 2946"/>
              <a:gd name="T8" fmla="*/ 0 w 2475"/>
              <a:gd name="T9" fmla="*/ 2147483647 h 2946"/>
              <a:gd name="T10" fmla="*/ 0 w 2475"/>
              <a:gd name="T11" fmla="*/ 2147483647 h 2946"/>
              <a:gd name="T12" fmla="*/ 2147483647 w 2475"/>
              <a:gd name="T13" fmla="*/ 0 h 2946"/>
              <a:gd name="T14" fmla="*/ 2147483647 w 2475"/>
              <a:gd name="T15" fmla="*/ 2147483647 h 294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75" h="2946">
                <a:moveTo>
                  <a:pt x="1235" y="149"/>
                </a:moveTo>
                <a:lnTo>
                  <a:pt x="2475" y="2"/>
                </a:lnTo>
                <a:lnTo>
                  <a:pt x="2475" y="2471"/>
                </a:lnTo>
                <a:cubicBezTo>
                  <a:pt x="2466" y="2473"/>
                  <a:pt x="2458" y="2937"/>
                  <a:pt x="2449" y="2939"/>
                </a:cubicBezTo>
                <a:lnTo>
                  <a:pt x="0" y="2946"/>
                </a:lnTo>
                <a:lnTo>
                  <a:pt x="0" y="2"/>
                </a:lnTo>
                <a:cubicBezTo>
                  <a:pt x="1" y="1"/>
                  <a:pt x="2" y="1"/>
                  <a:pt x="3" y="0"/>
                </a:cubicBezTo>
                <a:lnTo>
                  <a:pt x="1235" y="149"/>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tIns="274320" bIns="91440"/>
          <a:lstStyle/>
          <a:p>
            <a:endParaRPr lang="en-US" sz="1800"/>
          </a:p>
        </p:txBody>
      </p:sp>
      <p:sp>
        <p:nvSpPr>
          <p:cNvPr id="12" name="Freeform 4"/>
          <p:cNvSpPr>
            <a:spLocks/>
          </p:cNvSpPr>
          <p:nvPr userDrawn="1"/>
        </p:nvSpPr>
        <p:spPr bwMode="auto">
          <a:xfrm>
            <a:off x="3403600" y="1911351"/>
            <a:ext cx="2559051" cy="4206875"/>
          </a:xfrm>
          <a:custGeom>
            <a:avLst/>
            <a:gdLst>
              <a:gd name="T0" fmla="*/ 2147483647 w 2475"/>
              <a:gd name="T1" fmla="*/ 2147483647 h 2946"/>
              <a:gd name="T2" fmla="*/ 2147483647 w 2475"/>
              <a:gd name="T3" fmla="*/ 2147483647 h 2946"/>
              <a:gd name="T4" fmla="*/ 2147483647 w 2475"/>
              <a:gd name="T5" fmla="*/ 2147483647 h 2946"/>
              <a:gd name="T6" fmla="*/ 2147483647 w 2475"/>
              <a:gd name="T7" fmla="*/ 2147483647 h 2946"/>
              <a:gd name="T8" fmla="*/ 0 w 2475"/>
              <a:gd name="T9" fmla="*/ 2147483647 h 2946"/>
              <a:gd name="T10" fmla="*/ 0 w 2475"/>
              <a:gd name="T11" fmla="*/ 2147483647 h 2946"/>
              <a:gd name="T12" fmla="*/ 2147483647 w 2475"/>
              <a:gd name="T13" fmla="*/ 0 h 2946"/>
              <a:gd name="T14" fmla="*/ 2147483647 w 2475"/>
              <a:gd name="T15" fmla="*/ 2147483647 h 294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75" h="2946">
                <a:moveTo>
                  <a:pt x="1235" y="149"/>
                </a:moveTo>
                <a:lnTo>
                  <a:pt x="2475" y="2"/>
                </a:lnTo>
                <a:lnTo>
                  <a:pt x="2475" y="2471"/>
                </a:lnTo>
                <a:cubicBezTo>
                  <a:pt x="2466" y="2473"/>
                  <a:pt x="2458" y="2937"/>
                  <a:pt x="2449" y="2939"/>
                </a:cubicBezTo>
                <a:lnTo>
                  <a:pt x="0" y="2946"/>
                </a:lnTo>
                <a:lnTo>
                  <a:pt x="0" y="2"/>
                </a:lnTo>
                <a:cubicBezTo>
                  <a:pt x="1" y="1"/>
                  <a:pt x="2" y="1"/>
                  <a:pt x="3" y="0"/>
                </a:cubicBezTo>
                <a:lnTo>
                  <a:pt x="1235" y="149"/>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tIns="274320" bIns="91440"/>
          <a:lstStyle/>
          <a:p>
            <a:endParaRPr lang="en-US" sz="1800"/>
          </a:p>
        </p:txBody>
      </p:sp>
      <p:sp>
        <p:nvSpPr>
          <p:cNvPr id="13" name="Freeform 4"/>
          <p:cNvSpPr>
            <a:spLocks/>
          </p:cNvSpPr>
          <p:nvPr userDrawn="1"/>
        </p:nvSpPr>
        <p:spPr bwMode="auto">
          <a:xfrm>
            <a:off x="6197601" y="1911351"/>
            <a:ext cx="2561167" cy="4206875"/>
          </a:xfrm>
          <a:custGeom>
            <a:avLst/>
            <a:gdLst>
              <a:gd name="T0" fmla="*/ 2147483647 w 2475"/>
              <a:gd name="T1" fmla="*/ 2147483647 h 2946"/>
              <a:gd name="T2" fmla="*/ 2147483647 w 2475"/>
              <a:gd name="T3" fmla="*/ 2147483647 h 2946"/>
              <a:gd name="T4" fmla="*/ 2147483647 w 2475"/>
              <a:gd name="T5" fmla="*/ 2147483647 h 2946"/>
              <a:gd name="T6" fmla="*/ 2147483647 w 2475"/>
              <a:gd name="T7" fmla="*/ 2147483647 h 2946"/>
              <a:gd name="T8" fmla="*/ 0 w 2475"/>
              <a:gd name="T9" fmla="*/ 2147483647 h 2946"/>
              <a:gd name="T10" fmla="*/ 0 w 2475"/>
              <a:gd name="T11" fmla="*/ 2147483647 h 2946"/>
              <a:gd name="T12" fmla="*/ 2147483647 w 2475"/>
              <a:gd name="T13" fmla="*/ 0 h 2946"/>
              <a:gd name="T14" fmla="*/ 2147483647 w 2475"/>
              <a:gd name="T15" fmla="*/ 2147483647 h 294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75" h="2946">
                <a:moveTo>
                  <a:pt x="1235" y="149"/>
                </a:moveTo>
                <a:lnTo>
                  <a:pt x="2475" y="2"/>
                </a:lnTo>
                <a:lnTo>
                  <a:pt x="2475" y="2471"/>
                </a:lnTo>
                <a:cubicBezTo>
                  <a:pt x="2466" y="2473"/>
                  <a:pt x="2458" y="2937"/>
                  <a:pt x="2449" y="2939"/>
                </a:cubicBezTo>
                <a:lnTo>
                  <a:pt x="0" y="2946"/>
                </a:lnTo>
                <a:lnTo>
                  <a:pt x="0" y="2"/>
                </a:lnTo>
                <a:cubicBezTo>
                  <a:pt x="1" y="1"/>
                  <a:pt x="2" y="1"/>
                  <a:pt x="3" y="0"/>
                </a:cubicBezTo>
                <a:lnTo>
                  <a:pt x="1235" y="149"/>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tIns="274320" bIns="91440"/>
          <a:lstStyle/>
          <a:p>
            <a:endParaRPr lang="en-US" sz="1800"/>
          </a:p>
        </p:txBody>
      </p:sp>
      <p:sp>
        <p:nvSpPr>
          <p:cNvPr id="14" name="Freeform 4"/>
          <p:cNvSpPr>
            <a:spLocks/>
          </p:cNvSpPr>
          <p:nvPr userDrawn="1"/>
        </p:nvSpPr>
        <p:spPr bwMode="auto">
          <a:xfrm>
            <a:off x="9027585" y="1911351"/>
            <a:ext cx="2561167" cy="4206875"/>
          </a:xfrm>
          <a:custGeom>
            <a:avLst/>
            <a:gdLst>
              <a:gd name="T0" fmla="*/ 2147483647 w 2475"/>
              <a:gd name="T1" fmla="*/ 2147483647 h 2946"/>
              <a:gd name="T2" fmla="*/ 2147483647 w 2475"/>
              <a:gd name="T3" fmla="*/ 2147483647 h 2946"/>
              <a:gd name="T4" fmla="*/ 2147483647 w 2475"/>
              <a:gd name="T5" fmla="*/ 2147483647 h 2946"/>
              <a:gd name="T6" fmla="*/ 2147483647 w 2475"/>
              <a:gd name="T7" fmla="*/ 2147483647 h 2946"/>
              <a:gd name="T8" fmla="*/ 0 w 2475"/>
              <a:gd name="T9" fmla="*/ 2147483647 h 2946"/>
              <a:gd name="T10" fmla="*/ 0 w 2475"/>
              <a:gd name="T11" fmla="*/ 2147483647 h 2946"/>
              <a:gd name="T12" fmla="*/ 2147483647 w 2475"/>
              <a:gd name="T13" fmla="*/ 0 h 2946"/>
              <a:gd name="T14" fmla="*/ 2147483647 w 2475"/>
              <a:gd name="T15" fmla="*/ 2147483647 h 294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75" h="2946">
                <a:moveTo>
                  <a:pt x="1235" y="149"/>
                </a:moveTo>
                <a:lnTo>
                  <a:pt x="2475" y="2"/>
                </a:lnTo>
                <a:lnTo>
                  <a:pt x="2475" y="2471"/>
                </a:lnTo>
                <a:cubicBezTo>
                  <a:pt x="2466" y="2473"/>
                  <a:pt x="2458" y="2937"/>
                  <a:pt x="2449" y="2939"/>
                </a:cubicBezTo>
                <a:lnTo>
                  <a:pt x="0" y="2946"/>
                </a:lnTo>
                <a:lnTo>
                  <a:pt x="0" y="2"/>
                </a:lnTo>
                <a:cubicBezTo>
                  <a:pt x="1" y="1"/>
                  <a:pt x="2" y="1"/>
                  <a:pt x="3" y="0"/>
                </a:cubicBezTo>
                <a:lnTo>
                  <a:pt x="1235" y="149"/>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tIns="274320" bIns="91440"/>
          <a:lstStyle/>
          <a:p>
            <a:endParaRPr lang="en-US" sz="1800"/>
          </a:p>
        </p:txBody>
      </p:sp>
      <p:sp>
        <p:nvSpPr>
          <p:cNvPr id="17" name="Text Placeholder 8"/>
          <p:cNvSpPr>
            <a:spLocks noGrp="1"/>
          </p:cNvSpPr>
          <p:nvPr>
            <p:ph type="body" sz="quarter" idx="21"/>
          </p:nvPr>
        </p:nvSpPr>
        <p:spPr>
          <a:xfrm rot="5400000">
            <a:off x="1563115" y="473964"/>
            <a:ext cx="612648" cy="2560320"/>
          </a:xfrm>
          <a:prstGeom prst="homePlate">
            <a:avLst>
              <a:gd name="adj" fmla="val 32482"/>
            </a:avLst>
          </a:prstGeom>
          <a:solidFill>
            <a:srgbClr val="B01C2E"/>
          </a:solidFill>
        </p:spPr>
        <p:txBody>
          <a:bodyPr vert="vert270" anchor="ctr"/>
          <a:lstStyle>
            <a:lvl1pPr marL="0" indent="0" algn="ctr">
              <a:lnSpc>
                <a:spcPts val="1400"/>
              </a:lnSpc>
              <a:spcBef>
                <a:spcPts val="0"/>
              </a:spcBef>
              <a:buNone/>
              <a:defRPr sz="1200" b="1">
                <a:solidFill>
                  <a:schemeClr val="bg1"/>
                </a:solidFill>
              </a:defRPr>
            </a:lvl1pPr>
            <a:lvl2pPr indent="0" algn="ctr">
              <a:spcBef>
                <a:spcPts val="0"/>
              </a:spcBef>
              <a:buNone/>
              <a:defRPr sz="1200" b="1"/>
            </a:lvl2pPr>
            <a:lvl3pPr indent="0" algn="ctr">
              <a:spcBef>
                <a:spcPts val="0"/>
              </a:spcBef>
              <a:buNone/>
              <a:defRPr sz="1200" b="1"/>
            </a:lvl3pPr>
            <a:lvl4pPr indent="0" algn="ctr">
              <a:spcBef>
                <a:spcPts val="0"/>
              </a:spcBef>
              <a:buNone/>
              <a:defRPr sz="1200" b="1"/>
            </a:lvl4pPr>
            <a:lvl5pPr indent="0" algn="ctr">
              <a:spcBef>
                <a:spcPts val="0"/>
              </a:spcBef>
              <a:buNone/>
              <a:defRPr sz="1200" b="1"/>
            </a:lvl5pPr>
          </a:lstStyle>
          <a:p>
            <a:pPr lvl="0"/>
            <a:r>
              <a:rPr lang="en-US"/>
              <a:t>Click to edit Master text styles</a:t>
            </a:r>
          </a:p>
        </p:txBody>
      </p:sp>
      <p:sp>
        <p:nvSpPr>
          <p:cNvPr id="22" name="Text Placeholder 8"/>
          <p:cNvSpPr>
            <a:spLocks noGrp="1"/>
          </p:cNvSpPr>
          <p:nvPr>
            <p:ph type="body" sz="quarter" idx="27"/>
          </p:nvPr>
        </p:nvSpPr>
        <p:spPr>
          <a:xfrm rot="5400000">
            <a:off x="4377013" y="473964"/>
            <a:ext cx="612648" cy="2560320"/>
          </a:xfrm>
          <a:prstGeom prst="homePlate">
            <a:avLst>
              <a:gd name="adj" fmla="val 32482"/>
            </a:avLst>
          </a:prstGeom>
          <a:solidFill>
            <a:srgbClr val="B01C2E"/>
          </a:solidFill>
        </p:spPr>
        <p:txBody>
          <a:bodyPr vert="vert270" anchor="ctr"/>
          <a:lstStyle>
            <a:lvl1pPr marL="0" indent="0" algn="ctr">
              <a:lnSpc>
                <a:spcPts val="1400"/>
              </a:lnSpc>
              <a:spcBef>
                <a:spcPts val="0"/>
              </a:spcBef>
              <a:buNone/>
              <a:defRPr sz="1200" b="1">
                <a:solidFill>
                  <a:schemeClr val="bg1"/>
                </a:solidFill>
              </a:defRPr>
            </a:lvl1pPr>
            <a:lvl2pPr indent="0" algn="ctr">
              <a:spcBef>
                <a:spcPts val="0"/>
              </a:spcBef>
              <a:buNone/>
              <a:defRPr sz="1200" b="1"/>
            </a:lvl2pPr>
            <a:lvl3pPr indent="0" algn="ctr">
              <a:spcBef>
                <a:spcPts val="0"/>
              </a:spcBef>
              <a:buNone/>
              <a:defRPr sz="1200" b="1"/>
            </a:lvl3pPr>
            <a:lvl4pPr indent="0" algn="ctr">
              <a:spcBef>
                <a:spcPts val="0"/>
              </a:spcBef>
              <a:buNone/>
              <a:defRPr sz="1200" b="1"/>
            </a:lvl4pPr>
            <a:lvl5pPr indent="0" algn="ctr">
              <a:spcBef>
                <a:spcPts val="0"/>
              </a:spcBef>
              <a:buNone/>
              <a:defRPr sz="1200" b="1"/>
            </a:lvl5pPr>
          </a:lstStyle>
          <a:p>
            <a:pPr lvl="0"/>
            <a:r>
              <a:rPr lang="en-US"/>
              <a:t>Click to edit Master text styles</a:t>
            </a:r>
          </a:p>
        </p:txBody>
      </p:sp>
      <p:sp>
        <p:nvSpPr>
          <p:cNvPr id="23" name="Text Placeholder 8"/>
          <p:cNvSpPr>
            <a:spLocks noGrp="1"/>
          </p:cNvSpPr>
          <p:nvPr>
            <p:ph type="body" sz="quarter" idx="28"/>
          </p:nvPr>
        </p:nvSpPr>
        <p:spPr>
          <a:xfrm rot="5400000">
            <a:off x="7171436" y="473964"/>
            <a:ext cx="612648" cy="2560320"/>
          </a:xfrm>
          <a:prstGeom prst="homePlate">
            <a:avLst>
              <a:gd name="adj" fmla="val 32482"/>
            </a:avLst>
          </a:prstGeom>
          <a:solidFill>
            <a:srgbClr val="B01C2E"/>
          </a:solidFill>
        </p:spPr>
        <p:txBody>
          <a:bodyPr vert="vert270" anchor="ctr"/>
          <a:lstStyle>
            <a:lvl1pPr marL="0" indent="0" algn="ctr">
              <a:lnSpc>
                <a:spcPts val="1400"/>
              </a:lnSpc>
              <a:spcBef>
                <a:spcPts val="0"/>
              </a:spcBef>
              <a:buNone/>
              <a:defRPr sz="1200" b="1">
                <a:solidFill>
                  <a:schemeClr val="bg1"/>
                </a:solidFill>
              </a:defRPr>
            </a:lvl1pPr>
            <a:lvl2pPr indent="0" algn="ctr">
              <a:spcBef>
                <a:spcPts val="0"/>
              </a:spcBef>
              <a:buNone/>
              <a:defRPr sz="1200" b="1"/>
            </a:lvl2pPr>
            <a:lvl3pPr indent="0" algn="ctr">
              <a:spcBef>
                <a:spcPts val="0"/>
              </a:spcBef>
              <a:buNone/>
              <a:defRPr sz="1200" b="1"/>
            </a:lvl3pPr>
            <a:lvl4pPr indent="0" algn="ctr">
              <a:spcBef>
                <a:spcPts val="0"/>
              </a:spcBef>
              <a:buNone/>
              <a:defRPr sz="1200" b="1"/>
            </a:lvl4pPr>
            <a:lvl5pPr indent="0" algn="ctr">
              <a:spcBef>
                <a:spcPts val="0"/>
              </a:spcBef>
              <a:buNone/>
              <a:defRPr sz="1200" b="1"/>
            </a:lvl5pPr>
          </a:lstStyle>
          <a:p>
            <a:pPr lvl="0"/>
            <a:r>
              <a:rPr lang="en-US"/>
              <a:t>Click to edit Master text styles</a:t>
            </a:r>
          </a:p>
        </p:txBody>
      </p:sp>
      <p:sp>
        <p:nvSpPr>
          <p:cNvPr id="24" name="Text Placeholder 8"/>
          <p:cNvSpPr>
            <a:spLocks noGrp="1"/>
          </p:cNvSpPr>
          <p:nvPr>
            <p:ph type="body" sz="quarter" idx="29"/>
          </p:nvPr>
        </p:nvSpPr>
        <p:spPr>
          <a:xfrm rot="5400000">
            <a:off x="10002267" y="473964"/>
            <a:ext cx="612648" cy="2560320"/>
          </a:xfrm>
          <a:prstGeom prst="homePlate">
            <a:avLst>
              <a:gd name="adj" fmla="val 32482"/>
            </a:avLst>
          </a:prstGeom>
          <a:solidFill>
            <a:srgbClr val="B01C2E"/>
          </a:solidFill>
        </p:spPr>
        <p:txBody>
          <a:bodyPr vert="vert270" anchor="ctr"/>
          <a:lstStyle>
            <a:lvl1pPr marL="0" indent="0" algn="ctr">
              <a:lnSpc>
                <a:spcPts val="1400"/>
              </a:lnSpc>
              <a:spcBef>
                <a:spcPts val="0"/>
              </a:spcBef>
              <a:buNone/>
              <a:defRPr sz="1200" b="1">
                <a:solidFill>
                  <a:schemeClr val="bg1"/>
                </a:solidFill>
              </a:defRPr>
            </a:lvl1pPr>
            <a:lvl2pPr indent="0" algn="ctr">
              <a:spcBef>
                <a:spcPts val="0"/>
              </a:spcBef>
              <a:buNone/>
              <a:defRPr sz="1200" b="1"/>
            </a:lvl2pPr>
            <a:lvl3pPr indent="0" algn="ctr">
              <a:spcBef>
                <a:spcPts val="0"/>
              </a:spcBef>
              <a:buNone/>
              <a:defRPr sz="1200" b="1"/>
            </a:lvl3pPr>
            <a:lvl4pPr indent="0" algn="ctr">
              <a:spcBef>
                <a:spcPts val="0"/>
              </a:spcBef>
              <a:buNone/>
              <a:defRPr sz="1200" b="1"/>
            </a:lvl4pPr>
            <a:lvl5pPr indent="0" algn="ctr">
              <a:spcBef>
                <a:spcPts val="0"/>
              </a:spcBef>
              <a:buNone/>
              <a:defRPr sz="1200" b="1"/>
            </a:lvl5pPr>
          </a:lstStyle>
          <a:p>
            <a:pPr lvl="0"/>
            <a:r>
              <a:rPr lang="en-US"/>
              <a:t>Click to edit Master text styles</a:t>
            </a:r>
          </a:p>
        </p:txBody>
      </p:sp>
      <p:sp>
        <p:nvSpPr>
          <p:cNvPr id="16"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8" name="Text Placeholder 5"/>
          <p:cNvSpPr>
            <a:spLocks noGrp="1"/>
          </p:cNvSpPr>
          <p:nvPr>
            <p:ph type="body" sz="quarter" idx="31"/>
          </p:nvPr>
        </p:nvSpPr>
        <p:spPr>
          <a:xfrm>
            <a:off x="589279" y="2155123"/>
            <a:ext cx="2560320" cy="3959352"/>
          </a:xfrm>
          <a:prstGeom prst="rect">
            <a:avLst/>
          </a:prstGeom>
          <a:solidFill>
            <a:srgbClr val="FFFFFF"/>
          </a:solidFill>
          <a:ln>
            <a:noFill/>
          </a:ln>
        </p:spPr>
        <p:txBody>
          <a:bodyPr lIns="91440"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2000"/>
            </a:lvl5pPr>
            <a:lvl6pPr marL="1143000">
              <a:buClr>
                <a:srgbClr val="B01C2E"/>
              </a:buClr>
              <a:buFont typeface="Arial" pitchFamily="34" charset="0"/>
              <a:buChar char="–"/>
              <a:defRPr/>
            </a:lvl6pPr>
          </a:lstStyle>
          <a:p>
            <a:pPr lvl="0"/>
            <a:r>
              <a:rPr lang="en-US"/>
              <a:t>Click to edit Master text styles</a:t>
            </a:r>
          </a:p>
        </p:txBody>
      </p:sp>
      <p:sp>
        <p:nvSpPr>
          <p:cNvPr id="19" name="Text Placeholder 5"/>
          <p:cNvSpPr>
            <a:spLocks noGrp="1"/>
          </p:cNvSpPr>
          <p:nvPr>
            <p:ph type="body" sz="quarter" idx="32"/>
          </p:nvPr>
        </p:nvSpPr>
        <p:spPr>
          <a:xfrm>
            <a:off x="3403177" y="2155123"/>
            <a:ext cx="2560320" cy="3959352"/>
          </a:xfrm>
          <a:prstGeom prst="rect">
            <a:avLst/>
          </a:prstGeom>
          <a:solidFill>
            <a:srgbClr val="FFFFFF"/>
          </a:solidFill>
          <a:ln>
            <a:noFill/>
          </a:ln>
        </p:spPr>
        <p:txBody>
          <a:bodyPr lIns="91440"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2000"/>
            </a:lvl5pPr>
            <a:lvl6pPr marL="1143000">
              <a:buClr>
                <a:srgbClr val="B01C2E"/>
              </a:buClr>
              <a:buFont typeface="Arial" pitchFamily="34" charset="0"/>
              <a:buChar char="–"/>
              <a:defRPr/>
            </a:lvl6pPr>
          </a:lstStyle>
          <a:p>
            <a:pPr lvl="0"/>
            <a:r>
              <a:rPr lang="en-US"/>
              <a:t>Click to edit Master text styles</a:t>
            </a:r>
          </a:p>
        </p:txBody>
      </p:sp>
      <p:sp>
        <p:nvSpPr>
          <p:cNvPr id="20" name="Text Placeholder 5"/>
          <p:cNvSpPr>
            <a:spLocks noGrp="1"/>
          </p:cNvSpPr>
          <p:nvPr>
            <p:ph type="body" sz="quarter" idx="33"/>
          </p:nvPr>
        </p:nvSpPr>
        <p:spPr>
          <a:xfrm>
            <a:off x="6197600" y="2155123"/>
            <a:ext cx="2560320" cy="3959352"/>
          </a:xfrm>
          <a:prstGeom prst="rect">
            <a:avLst/>
          </a:prstGeom>
          <a:solidFill>
            <a:srgbClr val="FFFFFF"/>
          </a:solidFill>
          <a:ln>
            <a:noFill/>
          </a:ln>
        </p:spPr>
        <p:txBody>
          <a:bodyPr lIns="91440"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2000"/>
            </a:lvl5pPr>
            <a:lvl6pPr marL="1143000">
              <a:buClr>
                <a:srgbClr val="B01C2E"/>
              </a:buClr>
              <a:buFont typeface="Arial" pitchFamily="34" charset="0"/>
              <a:buChar char="–"/>
              <a:defRPr/>
            </a:lvl6pPr>
          </a:lstStyle>
          <a:p>
            <a:pPr lvl="0"/>
            <a:r>
              <a:rPr lang="en-US"/>
              <a:t>Click to edit Master text styles</a:t>
            </a:r>
          </a:p>
        </p:txBody>
      </p:sp>
      <p:sp>
        <p:nvSpPr>
          <p:cNvPr id="25" name="Text Placeholder 5"/>
          <p:cNvSpPr>
            <a:spLocks noGrp="1"/>
          </p:cNvSpPr>
          <p:nvPr>
            <p:ph type="body" sz="quarter" idx="34"/>
          </p:nvPr>
        </p:nvSpPr>
        <p:spPr>
          <a:xfrm>
            <a:off x="9028431" y="2155123"/>
            <a:ext cx="2560320" cy="3959352"/>
          </a:xfrm>
          <a:prstGeom prst="rect">
            <a:avLst/>
          </a:prstGeom>
          <a:solidFill>
            <a:srgbClr val="FFFFFF"/>
          </a:solidFill>
          <a:ln>
            <a:noFill/>
          </a:ln>
        </p:spPr>
        <p:txBody>
          <a:bodyPr lIns="91440"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2000"/>
            </a:lvl5pPr>
            <a:lvl6pPr marL="1143000">
              <a:buClr>
                <a:srgbClr val="B01C2E"/>
              </a:buClr>
              <a:buFont typeface="Arial" pitchFamily="34" charset="0"/>
              <a:buChar char="–"/>
              <a:defRPr/>
            </a:lvl6pPr>
          </a:lstStyle>
          <a:p>
            <a:pPr lvl="0"/>
            <a:r>
              <a:rPr lang="en-US"/>
              <a:t>Click to edit Master text styles</a:t>
            </a:r>
          </a:p>
        </p:txBody>
      </p:sp>
      <p:sp>
        <p:nvSpPr>
          <p:cNvPr id="15" name="Slide Number Placeholder 9"/>
          <p:cNvSpPr>
            <a:spLocks noGrp="1"/>
          </p:cNvSpPr>
          <p:nvPr>
            <p:ph type="sldNum" sz="quarter" idx="35"/>
          </p:nvPr>
        </p:nvSpPr>
        <p:spPr/>
        <p:txBody>
          <a:bodyPr/>
          <a:lstStyle>
            <a:lvl1pPr>
              <a:defRPr/>
            </a:lvl1pPr>
          </a:lstStyle>
          <a:p>
            <a:fld id="{6D75ED15-758A-614E-A17B-56CD5E692F69}" type="slidenum">
              <a:rPr lang="en-US" altLang="en-US"/>
              <a:pPr/>
              <a:t>‹#›</a:t>
            </a:fld>
            <a:endParaRPr lang="en-US" altLang="en-US"/>
          </a:p>
        </p:txBody>
      </p:sp>
      <p:sp>
        <p:nvSpPr>
          <p:cNvPr id="21" name="Footer Placeholder 20"/>
          <p:cNvSpPr>
            <a:spLocks noGrp="1"/>
          </p:cNvSpPr>
          <p:nvPr>
            <p:ph type="ftr" sz="quarter" idx="36"/>
          </p:nvPr>
        </p:nvSpPr>
        <p:spPr/>
        <p:txBody>
          <a:bodyPr/>
          <a:lstStyle>
            <a:lvl1pPr>
              <a:defRPr smtClean="0"/>
            </a:lvl1pPr>
          </a:lstStyle>
          <a:p>
            <a:pPr>
              <a:defRPr/>
            </a:pPr>
            <a:r>
              <a:rPr lang="en-US"/>
              <a:t>Preferred Stock</a:t>
            </a:r>
          </a:p>
        </p:txBody>
      </p:sp>
    </p:spTree>
    <p:extLst>
      <p:ext uri="{BB962C8B-B14F-4D97-AF65-F5344CB8AC3E}">
        <p14:creationId xmlns:p14="http://schemas.microsoft.com/office/powerpoint/2010/main" val="252526702"/>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Project">
    <p:spTree>
      <p:nvGrpSpPr>
        <p:cNvPr id="1" name=""/>
        <p:cNvGrpSpPr/>
        <p:nvPr/>
      </p:nvGrpSpPr>
      <p:grpSpPr>
        <a:xfrm>
          <a:off x="0" y="0"/>
          <a:ext cx="0" cy="0"/>
          <a:chOff x="0" y="0"/>
          <a:chExt cx="0" cy="0"/>
        </a:xfrm>
      </p:grpSpPr>
      <p:sp>
        <p:nvSpPr>
          <p:cNvPr id="20" name="Text Placeholder 12"/>
          <p:cNvSpPr>
            <a:spLocks noGrp="1"/>
          </p:cNvSpPr>
          <p:nvPr>
            <p:ph type="body" sz="quarter" idx="12"/>
          </p:nvPr>
        </p:nvSpPr>
        <p:spPr>
          <a:xfrm>
            <a:off x="451104" y="1450181"/>
            <a:ext cx="3462528" cy="457200"/>
          </a:xfrm>
          <a:prstGeom prst="homePlate">
            <a:avLst>
              <a:gd name="adj" fmla="val 33316"/>
            </a:avLst>
          </a:prstGeom>
          <a:solidFill>
            <a:srgbClr val="B01C2E"/>
          </a:solidFill>
          <a:ln w="6350">
            <a:solidFill>
              <a:srgbClr val="A9A9A9"/>
            </a:solidFill>
          </a:ln>
        </p:spPr>
        <p:txBody>
          <a:bodyPr lIns="137160" tIns="137160" rIns="274320" bIns="137160" anchor="ctr"/>
          <a:lstStyle>
            <a:lvl1pPr marL="0" indent="0" algn="l">
              <a:buNone/>
              <a:defRPr sz="1200" b="1">
                <a:solidFill>
                  <a:schemeClr val="bg1"/>
                </a:solidFill>
              </a:defRPr>
            </a:lvl1pPr>
            <a:lvl2pPr marL="341313" indent="-169863">
              <a:defRPr sz="1200"/>
            </a:lvl2pPr>
            <a:lvl3pPr marL="512763" indent="-171450">
              <a:defRPr sz="1200"/>
            </a:lvl3pPr>
            <a:lvl4pPr marL="682625" indent="-169863">
              <a:defRPr sz="1200"/>
            </a:lvl4pPr>
            <a:lvl5pPr marL="854075" indent="-171450">
              <a:defRPr sz="1200"/>
            </a:lvl5pPr>
          </a:lstStyle>
          <a:p>
            <a:pPr lvl="0"/>
            <a:r>
              <a:rPr lang="en-US"/>
              <a:t>Click to edit Master text styles</a:t>
            </a:r>
          </a:p>
        </p:txBody>
      </p:sp>
      <p:sp>
        <p:nvSpPr>
          <p:cNvPr id="11" name="Text Placeholder 13"/>
          <p:cNvSpPr>
            <a:spLocks noGrp="1"/>
          </p:cNvSpPr>
          <p:nvPr>
            <p:ph type="body" sz="quarter" idx="17"/>
          </p:nvPr>
        </p:nvSpPr>
        <p:spPr>
          <a:xfrm>
            <a:off x="4364739" y="1447805"/>
            <a:ext cx="3534833" cy="461963"/>
          </a:xfrm>
          <a:prstGeom prst="chevron">
            <a:avLst>
              <a:gd name="adj" fmla="val 34831"/>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12" name="Text Placeholder 13"/>
          <p:cNvSpPr>
            <a:spLocks noGrp="1"/>
          </p:cNvSpPr>
          <p:nvPr>
            <p:ph type="body" sz="quarter" idx="29"/>
          </p:nvPr>
        </p:nvSpPr>
        <p:spPr>
          <a:xfrm>
            <a:off x="8278372" y="1447805"/>
            <a:ext cx="3534833" cy="461963"/>
          </a:xfrm>
          <a:prstGeom prst="chevron">
            <a:avLst>
              <a:gd name="adj" fmla="val 34831"/>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13"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7" name="Text Placeholder 5"/>
          <p:cNvSpPr>
            <a:spLocks noGrp="1"/>
          </p:cNvSpPr>
          <p:nvPr>
            <p:ph type="body" sz="quarter" idx="31"/>
          </p:nvPr>
        </p:nvSpPr>
        <p:spPr>
          <a:xfrm>
            <a:off x="4364736" y="2057400"/>
            <a:ext cx="3364992" cy="3108960"/>
          </a:xfrm>
          <a:prstGeom prst="rect">
            <a:avLst/>
          </a:prstGeom>
          <a:solidFill>
            <a:srgbClr val="FFFFFF"/>
          </a:solidFill>
          <a:ln>
            <a:solidFill>
              <a:srgbClr val="C0C0C0"/>
            </a:solidFill>
          </a:ln>
        </p:spPr>
        <p:txBody>
          <a:bodyPr lIns="91440"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2000"/>
            </a:lvl5pPr>
            <a:lvl6pPr marL="1143000">
              <a:buClr>
                <a:srgbClr val="B01C2E"/>
              </a:buClr>
              <a:buFont typeface="Arial" pitchFamily="34" charset="0"/>
              <a:buChar char="–"/>
              <a:defRPr/>
            </a:lvl6pPr>
          </a:lstStyle>
          <a:p>
            <a:pPr lvl="0"/>
            <a:r>
              <a:rPr lang="en-US"/>
              <a:t>Click to edit Master text styles</a:t>
            </a:r>
          </a:p>
        </p:txBody>
      </p:sp>
      <p:sp>
        <p:nvSpPr>
          <p:cNvPr id="18" name="Text Placeholder 5"/>
          <p:cNvSpPr>
            <a:spLocks noGrp="1"/>
          </p:cNvSpPr>
          <p:nvPr>
            <p:ph type="body" sz="quarter" idx="32"/>
          </p:nvPr>
        </p:nvSpPr>
        <p:spPr>
          <a:xfrm>
            <a:off x="8278368" y="2057400"/>
            <a:ext cx="3364992" cy="3108960"/>
          </a:xfrm>
          <a:prstGeom prst="rect">
            <a:avLst/>
          </a:prstGeom>
          <a:solidFill>
            <a:srgbClr val="FFFFFF"/>
          </a:solidFill>
          <a:ln>
            <a:solidFill>
              <a:srgbClr val="C0C0C0"/>
            </a:solidFill>
          </a:ln>
        </p:spPr>
        <p:txBody>
          <a:bodyPr lIns="91440"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2000"/>
            </a:lvl5pPr>
            <a:lvl6pPr marL="1143000">
              <a:buClr>
                <a:srgbClr val="B01C2E"/>
              </a:buClr>
              <a:buFont typeface="Arial" pitchFamily="34" charset="0"/>
              <a:buChar char="–"/>
              <a:defRPr/>
            </a:lvl6pPr>
          </a:lstStyle>
          <a:p>
            <a:pPr lvl="0"/>
            <a:r>
              <a:rPr lang="en-US"/>
              <a:t>Click to edit Master text styles</a:t>
            </a:r>
          </a:p>
        </p:txBody>
      </p:sp>
      <p:sp>
        <p:nvSpPr>
          <p:cNvPr id="19" name="Text Placeholder 5"/>
          <p:cNvSpPr>
            <a:spLocks noGrp="1"/>
          </p:cNvSpPr>
          <p:nvPr>
            <p:ph type="body" sz="quarter" idx="33"/>
          </p:nvPr>
        </p:nvSpPr>
        <p:spPr>
          <a:xfrm>
            <a:off x="451104" y="2057402"/>
            <a:ext cx="3364992" cy="276999"/>
          </a:xfrm>
          <a:prstGeom prst="rect">
            <a:avLst/>
          </a:prstGeom>
          <a:solidFill>
            <a:srgbClr val="FFFFFF"/>
          </a:solidFill>
          <a:ln>
            <a:solidFill>
              <a:srgbClr val="C0C0C0"/>
            </a:solidFill>
          </a:ln>
        </p:spPr>
        <p:txBody>
          <a:bodyPr lIns="91440" anchor="t" anchorCtr="0">
            <a:spAutoFit/>
          </a:bodyPr>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2000"/>
            </a:lvl5pPr>
            <a:lvl6pPr marL="1143000">
              <a:buClr>
                <a:srgbClr val="B01C2E"/>
              </a:buClr>
              <a:buFont typeface="Arial" pitchFamily="34" charset="0"/>
              <a:buChar char="–"/>
              <a:defRPr/>
            </a:lvl6pPr>
          </a:lstStyle>
          <a:p>
            <a:pPr lvl="0"/>
            <a:r>
              <a:rPr lang="en-US"/>
              <a:t>Click to edit Master text styles</a:t>
            </a:r>
          </a:p>
        </p:txBody>
      </p:sp>
      <p:sp>
        <p:nvSpPr>
          <p:cNvPr id="9" name="Slide Number Placeholder 9"/>
          <p:cNvSpPr>
            <a:spLocks noGrp="1"/>
          </p:cNvSpPr>
          <p:nvPr>
            <p:ph type="sldNum" sz="quarter" idx="34"/>
          </p:nvPr>
        </p:nvSpPr>
        <p:spPr/>
        <p:txBody>
          <a:bodyPr/>
          <a:lstStyle>
            <a:lvl1pPr>
              <a:defRPr/>
            </a:lvl1pPr>
          </a:lstStyle>
          <a:p>
            <a:fld id="{8A4AF9FF-8501-8442-BA34-6C86C862CF8D}" type="slidenum">
              <a:rPr lang="en-US" altLang="en-US"/>
              <a:pPr/>
              <a:t>‹#›</a:t>
            </a:fld>
            <a:endParaRPr lang="en-US" altLang="en-US"/>
          </a:p>
        </p:txBody>
      </p:sp>
      <p:sp>
        <p:nvSpPr>
          <p:cNvPr id="10" name="Footer Placeholder 12"/>
          <p:cNvSpPr>
            <a:spLocks noGrp="1"/>
          </p:cNvSpPr>
          <p:nvPr>
            <p:ph type="ftr" sz="quarter" idx="35"/>
          </p:nvPr>
        </p:nvSpPr>
        <p:spPr/>
        <p:txBody>
          <a:bodyPr/>
          <a:lstStyle>
            <a:lvl1pPr>
              <a:defRPr/>
            </a:lvl1pPr>
          </a:lstStyle>
          <a:p>
            <a:pPr>
              <a:defRPr/>
            </a:pPr>
            <a:r>
              <a:rPr lang="en-US"/>
              <a:t>Preferred Stock</a:t>
            </a:r>
          </a:p>
        </p:txBody>
      </p:sp>
    </p:spTree>
    <p:extLst>
      <p:ext uri="{BB962C8B-B14F-4D97-AF65-F5344CB8AC3E}">
        <p14:creationId xmlns:p14="http://schemas.microsoft.com/office/powerpoint/2010/main" val="1778478257"/>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Target">
    <p:spTree>
      <p:nvGrpSpPr>
        <p:cNvPr id="1" name=""/>
        <p:cNvGrpSpPr/>
        <p:nvPr/>
      </p:nvGrpSpPr>
      <p:grpSpPr>
        <a:xfrm>
          <a:off x="0" y="0"/>
          <a:ext cx="0" cy="0"/>
          <a:chOff x="0" y="0"/>
          <a:chExt cx="0" cy="0"/>
        </a:xfrm>
      </p:grpSpPr>
      <p:sp>
        <p:nvSpPr>
          <p:cNvPr id="17" name="Text Placeholder 8"/>
          <p:cNvSpPr>
            <a:spLocks noGrp="1"/>
          </p:cNvSpPr>
          <p:nvPr>
            <p:ph type="body" sz="quarter" idx="29"/>
          </p:nvPr>
        </p:nvSpPr>
        <p:spPr>
          <a:xfrm>
            <a:off x="9505696" y="1493520"/>
            <a:ext cx="1975104" cy="4754880"/>
          </a:xfrm>
          <a:prstGeom prst="rect">
            <a:avLst/>
          </a:prstGeom>
          <a:ln>
            <a:solidFill>
              <a:srgbClr val="C0C0C0"/>
            </a:solidFill>
          </a:ln>
        </p:spPr>
        <p:txBody>
          <a:bodyPr lIns="45720" anchor="t"/>
          <a:lstStyle>
            <a:lvl1pPr marL="164592" indent="-164592" algn="l">
              <a:lnSpc>
                <a:spcPts val="1400"/>
              </a:lnSpc>
              <a:spcBef>
                <a:spcPts val="0"/>
              </a:spcBef>
              <a:buClr>
                <a:schemeClr val="accent1"/>
              </a:buClr>
              <a:buFont typeface="Wingdings" pitchFamily="2" charset="2"/>
              <a:buChar char="§"/>
              <a:defRPr sz="1200" b="0">
                <a:solidFill>
                  <a:srgbClr val="000000"/>
                </a:solidFill>
              </a:defRPr>
            </a:lvl1pPr>
            <a:lvl2pPr marL="164592" indent="0" algn="l">
              <a:spcBef>
                <a:spcPts val="700"/>
              </a:spcBef>
              <a:buNone/>
              <a:defRPr sz="1200" b="0"/>
            </a:lvl2pPr>
            <a:lvl3pPr indent="0" algn="ctr">
              <a:spcBef>
                <a:spcPts val="0"/>
              </a:spcBef>
              <a:buNone/>
              <a:defRPr sz="1200" b="1"/>
            </a:lvl3pPr>
            <a:lvl4pPr indent="0" algn="ctr">
              <a:spcBef>
                <a:spcPts val="0"/>
              </a:spcBef>
              <a:buNone/>
              <a:defRPr sz="1200" b="1"/>
            </a:lvl4pPr>
            <a:lvl5pPr indent="0" algn="ctr">
              <a:spcBef>
                <a:spcPts val="0"/>
              </a:spcBef>
              <a:buNone/>
              <a:defRPr sz="1200" b="1"/>
            </a:lvl5pPr>
          </a:lstStyle>
          <a:p>
            <a:pPr lvl="0"/>
            <a:r>
              <a:rPr lang="en-US"/>
              <a:t>Click to edit Master text styles</a:t>
            </a:r>
          </a:p>
        </p:txBody>
      </p:sp>
      <p:sp>
        <p:nvSpPr>
          <p:cNvPr id="22" name="Text Placeholder 5"/>
          <p:cNvSpPr>
            <a:spLocks noGrp="1"/>
          </p:cNvSpPr>
          <p:nvPr>
            <p:ph type="body" sz="quarter" idx="21"/>
          </p:nvPr>
        </p:nvSpPr>
        <p:spPr>
          <a:xfrm>
            <a:off x="609600" y="1600200"/>
            <a:ext cx="2133600" cy="1280160"/>
          </a:xfrm>
          <a:prstGeom prst="rect">
            <a:avLst/>
          </a:prstGeom>
          <a:solidFill>
            <a:srgbClr val="B01C2E"/>
          </a:solidFill>
          <a:ln>
            <a:solidFill>
              <a:srgbClr val="C0C0C0"/>
            </a:solidFill>
          </a:ln>
        </p:spPr>
        <p:txBody>
          <a:bodyPr anchor="ctr"/>
          <a:lstStyle>
            <a:lvl1pPr marL="118872" marR="0" indent="-118872" algn="l" defTabSz="914400" rtl="0" eaLnBrk="1" fontAlgn="auto" latinLnBrk="0" hangingPunct="1">
              <a:lnSpc>
                <a:spcPct val="100000"/>
              </a:lnSpc>
              <a:spcBef>
                <a:spcPct val="20000"/>
              </a:spcBef>
              <a:spcAft>
                <a:spcPts val="0"/>
              </a:spcAft>
              <a:buClr>
                <a:srgbClr val="C0C0C0"/>
              </a:buClr>
              <a:buSzTx/>
              <a:buFont typeface="Wingdings 2" pitchFamily="18" charset="2"/>
              <a:buChar char="¡"/>
              <a:tabLst/>
              <a:defRPr sz="1200" b="1" baseline="0">
                <a:solidFill>
                  <a:srgbClr val="FFFFFF"/>
                </a:solidFill>
              </a:defRPr>
            </a:lvl1pPr>
            <a:lvl2pPr marL="117475" indent="0">
              <a:buFontTx/>
              <a:buNone/>
              <a:defRPr sz="1000"/>
            </a:lvl2pPr>
          </a:lstStyle>
          <a:p>
            <a:pPr lvl="0"/>
            <a:r>
              <a:rPr lang="en-US"/>
              <a:t>Click to edit Master text styles</a:t>
            </a:r>
          </a:p>
        </p:txBody>
      </p:sp>
      <p:sp>
        <p:nvSpPr>
          <p:cNvPr id="24" name="Text Placeholder 5"/>
          <p:cNvSpPr>
            <a:spLocks noGrp="1"/>
          </p:cNvSpPr>
          <p:nvPr>
            <p:ph type="body" sz="quarter" idx="23"/>
          </p:nvPr>
        </p:nvSpPr>
        <p:spPr>
          <a:xfrm>
            <a:off x="609600" y="4876800"/>
            <a:ext cx="2133600" cy="1280160"/>
          </a:xfrm>
          <a:prstGeom prst="rect">
            <a:avLst/>
          </a:prstGeom>
          <a:solidFill>
            <a:srgbClr val="B01C2E"/>
          </a:solidFill>
          <a:ln>
            <a:solidFill>
              <a:srgbClr val="C0C0C0"/>
            </a:solidFill>
          </a:ln>
        </p:spPr>
        <p:txBody>
          <a:bodyPr anchor="ctr"/>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lang="en-US" sz="1200" b="1" kern="1200" baseline="0" dirty="0" smtClean="0">
                <a:solidFill>
                  <a:srgbClr val="FFFFFF"/>
                </a:solidFill>
                <a:latin typeface="+mn-lt"/>
                <a:ea typeface="+mn-ea"/>
                <a:cs typeface="+mn-cs"/>
              </a:defRPr>
            </a:lvl1pPr>
            <a:lvl2pPr marL="117475" indent="0">
              <a:buFontTx/>
              <a:buNone/>
              <a:defRPr sz="1000"/>
            </a:lvl2pPr>
          </a:lstStyle>
          <a:p>
            <a:pPr lvl="0"/>
            <a:r>
              <a:rPr lang="en-US"/>
              <a:t>Click to edit Master text styles</a:t>
            </a:r>
          </a:p>
        </p:txBody>
      </p:sp>
      <p:sp>
        <p:nvSpPr>
          <p:cNvPr id="25" name="Text Placeholder 5"/>
          <p:cNvSpPr>
            <a:spLocks noGrp="1"/>
          </p:cNvSpPr>
          <p:nvPr>
            <p:ph type="body" sz="quarter" idx="24"/>
          </p:nvPr>
        </p:nvSpPr>
        <p:spPr>
          <a:xfrm>
            <a:off x="609600" y="3238500"/>
            <a:ext cx="2133600" cy="1280160"/>
          </a:xfrm>
          <a:prstGeom prst="rect">
            <a:avLst/>
          </a:prstGeom>
          <a:solidFill>
            <a:srgbClr val="B01C2E"/>
          </a:solidFill>
          <a:ln>
            <a:solidFill>
              <a:srgbClr val="C0C0C0"/>
            </a:solidFill>
          </a:ln>
        </p:spPr>
        <p:txBody>
          <a:bodyPr anchor="ctr"/>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lang="en-US" sz="1200" b="1" kern="1200" baseline="0" dirty="0" smtClean="0">
                <a:solidFill>
                  <a:srgbClr val="FFFFFF"/>
                </a:solidFill>
                <a:latin typeface="+mn-lt"/>
                <a:ea typeface="+mn-ea"/>
                <a:cs typeface="+mn-cs"/>
              </a:defRPr>
            </a:lvl1pPr>
            <a:lvl2pPr marL="117475" indent="0">
              <a:buFontTx/>
              <a:buNone/>
              <a:defRPr sz="1000"/>
            </a:lvl2pPr>
          </a:lstStyle>
          <a:p>
            <a:pPr lvl="0"/>
            <a:r>
              <a:rPr lang="en-US"/>
              <a:t>Click to edit Master text styles</a:t>
            </a:r>
          </a:p>
        </p:txBody>
      </p:sp>
      <p:sp>
        <p:nvSpPr>
          <p:cNvPr id="12" name="Text Placeholder 5"/>
          <p:cNvSpPr>
            <a:spLocks noGrp="1"/>
          </p:cNvSpPr>
          <p:nvPr>
            <p:ph type="body" sz="quarter" idx="30"/>
          </p:nvPr>
        </p:nvSpPr>
        <p:spPr>
          <a:xfrm>
            <a:off x="2922016" y="1600200"/>
            <a:ext cx="6486144" cy="1280160"/>
          </a:xfrm>
          <a:prstGeom prst="homePlate">
            <a:avLst>
              <a:gd name="adj" fmla="val 25111"/>
            </a:avLst>
          </a:prstGeom>
          <a:solidFill>
            <a:srgbClr val="FFFFFF"/>
          </a:solidFill>
          <a:ln>
            <a:solidFill>
              <a:srgbClr val="C0C0C0"/>
            </a:solidFill>
          </a:ln>
        </p:spPr>
        <p:txBody>
          <a:bodyPr rIns="45720" anchor="ctr"/>
          <a:lstStyle>
            <a:lvl1pPr marL="164592" marR="0" indent="-16459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64592">
              <a:buClr>
                <a:srgbClr val="B01C2E"/>
              </a:buClr>
              <a:buFont typeface="Arial" pitchFamily="34" charset="0"/>
              <a:buChar char="‒"/>
              <a:defRPr sz="1200" baseline="0"/>
            </a:lvl3pPr>
            <a:lvl4pPr marL="603504" indent="-164592">
              <a:buClr>
                <a:srgbClr val="B01C2E"/>
              </a:buClr>
              <a:buFont typeface="Arial" pitchFamily="34" charset="0"/>
              <a:buChar char="–"/>
              <a:defRPr sz="1200"/>
            </a:lvl4pPr>
            <a:lvl5pPr marL="768096" indent="-164592">
              <a:buClr>
                <a:srgbClr val="B01C2E"/>
              </a:buClr>
              <a:buFont typeface="Arial" pitchFamily="34" charset="0"/>
              <a:buChar char="–"/>
              <a:defRPr sz="1200"/>
            </a:lvl5pPr>
            <a:lvl6pPr marL="914400" indent="-164592">
              <a:buClr>
                <a:srgbClr val="B01C2E"/>
              </a:buClr>
              <a:buFont typeface="Arial" pitchFamily="34" charset="0"/>
              <a:buChar char="–"/>
              <a:defRPr sz="1200"/>
            </a:lvl6pPr>
          </a:lstStyle>
          <a:p>
            <a:pPr lvl="0"/>
            <a:r>
              <a:rPr lang="en-US"/>
              <a:t>Click to edit Master text styles</a:t>
            </a:r>
          </a:p>
          <a:p>
            <a:pPr lvl="1"/>
            <a:r>
              <a:rPr lang="en-US"/>
              <a:t>Second level</a:t>
            </a:r>
          </a:p>
          <a:p>
            <a:pPr lvl="2"/>
            <a:r>
              <a:rPr lang="en-US"/>
              <a:t>Third level</a:t>
            </a:r>
          </a:p>
        </p:txBody>
      </p:sp>
      <p:sp>
        <p:nvSpPr>
          <p:cNvPr id="11"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5" name="Text Placeholder 5"/>
          <p:cNvSpPr>
            <a:spLocks noGrp="1"/>
          </p:cNvSpPr>
          <p:nvPr>
            <p:ph type="body" sz="quarter" idx="31"/>
          </p:nvPr>
        </p:nvSpPr>
        <p:spPr>
          <a:xfrm>
            <a:off x="2922016" y="3238500"/>
            <a:ext cx="6486144" cy="1280160"/>
          </a:xfrm>
          <a:prstGeom prst="homePlate">
            <a:avLst>
              <a:gd name="adj" fmla="val 25111"/>
            </a:avLst>
          </a:prstGeom>
          <a:solidFill>
            <a:srgbClr val="FFFFFF"/>
          </a:solidFill>
          <a:ln>
            <a:solidFill>
              <a:srgbClr val="C0C0C0"/>
            </a:solidFill>
          </a:ln>
        </p:spPr>
        <p:txBody>
          <a:bodyPr rIns="45720" anchor="ctr"/>
          <a:lstStyle>
            <a:lvl1pPr marL="164592" marR="0" indent="-16459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64592">
              <a:buClr>
                <a:srgbClr val="B01C2E"/>
              </a:buClr>
              <a:buFont typeface="Arial" pitchFamily="34" charset="0"/>
              <a:buChar char="‒"/>
              <a:defRPr sz="1200" baseline="0"/>
            </a:lvl3pPr>
            <a:lvl4pPr marL="603504" indent="-164592">
              <a:buClr>
                <a:srgbClr val="B01C2E"/>
              </a:buClr>
              <a:buFont typeface="Arial" pitchFamily="34" charset="0"/>
              <a:buChar char="–"/>
              <a:defRPr sz="1200"/>
            </a:lvl4pPr>
            <a:lvl5pPr marL="768096" indent="-164592">
              <a:buClr>
                <a:srgbClr val="B01C2E"/>
              </a:buClr>
              <a:buFont typeface="Arial" pitchFamily="34" charset="0"/>
              <a:buChar char="–"/>
              <a:defRPr sz="1200"/>
            </a:lvl5pPr>
            <a:lvl6pPr marL="914400" indent="-164592">
              <a:buClr>
                <a:srgbClr val="B01C2E"/>
              </a:buClr>
              <a:buFont typeface="Arial" pitchFamily="34" charset="0"/>
              <a:buChar char="–"/>
              <a:defRPr sz="1200"/>
            </a:lvl6pPr>
          </a:lstStyle>
          <a:p>
            <a:pPr lvl="0"/>
            <a:r>
              <a:rPr lang="en-US"/>
              <a:t>Click to edit Master text styles</a:t>
            </a:r>
          </a:p>
          <a:p>
            <a:pPr lvl="1"/>
            <a:r>
              <a:rPr lang="en-US"/>
              <a:t>Second level</a:t>
            </a:r>
          </a:p>
          <a:p>
            <a:pPr lvl="2"/>
            <a:r>
              <a:rPr lang="en-US"/>
              <a:t>Third level</a:t>
            </a:r>
          </a:p>
        </p:txBody>
      </p:sp>
      <p:sp>
        <p:nvSpPr>
          <p:cNvPr id="16" name="Text Placeholder 5"/>
          <p:cNvSpPr>
            <a:spLocks noGrp="1"/>
          </p:cNvSpPr>
          <p:nvPr>
            <p:ph type="body" sz="quarter" idx="32"/>
          </p:nvPr>
        </p:nvSpPr>
        <p:spPr>
          <a:xfrm>
            <a:off x="2922016" y="4876800"/>
            <a:ext cx="6486144" cy="1280160"/>
          </a:xfrm>
          <a:prstGeom prst="homePlate">
            <a:avLst>
              <a:gd name="adj" fmla="val 25111"/>
            </a:avLst>
          </a:prstGeom>
          <a:solidFill>
            <a:srgbClr val="FFFFFF"/>
          </a:solidFill>
          <a:ln>
            <a:solidFill>
              <a:srgbClr val="C0C0C0"/>
            </a:solidFill>
          </a:ln>
        </p:spPr>
        <p:txBody>
          <a:bodyPr rIns="45720" anchor="ctr"/>
          <a:lstStyle>
            <a:lvl1pPr marL="164592" marR="0" indent="-16459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64592">
              <a:buClr>
                <a:srgbClr val="B01C2E"/>
              </a:buClr>
              <a:buFont typeface="Arial" pitchFamily="34" charset="0"/>
              <a:buChar char="‒"/>
              <a:defRPr sz="1200" baseline="0"/>
            </a:lvl3pPr>
            <a:lvl4pPr marL="603504" indent="-164592">
              <a:buClr>
                <a:srgbClr val="B01C2E"/>
              </a:buClr>
              <a:buFont typeface="Arial" pitchFamily="34" charset="0"/>
              <a:buChar char="–"/>
              <a:defRPr sz="1200"/>
            </a:lvl4pPr>
            <a:lvl5pPr marL="768096" indent="-164592">
              <a:buClr>
                <a:srgbClr val="B01C2E"/>
              </a:buClr>
              <a:buFont typeface="Arial" pitchFamily="34" charset="0"/>
              <a:buChar char="–"/>
              <a:defRPr sz="1200"/>
            </a:lvl5pPr>
            <a:lvl6pPr marL="914400" indent="-164592">
              <a:buClr>
                <a:srgbClr val="B01C2E"/>
              </a:buClr>
              <a:buFont typeface="Arial" pitchFamily="34" charset="0"/>
              <a:buChar char="–"/>
              <a:defRPr sz="1200"/>
            </a:lvl6pPr>
          </a:lstStyle>
          <a:p>
            <a:pPr lvl="0"/>
            <a:r>
              <a:rPr lang="en-US"/>
              <a:t>Click to edit Master text styles</a:t>
            </a:r>
          </a:p>
          <a:p>
            <a:pPr lvl="1"/>
            <a:r>
              <a:rPr lang="en-US"/>
              <a:t>Second level</a:t>
            </a:r>
          </a:p>
          <a:p>
            <a:pPr lvl="2"/>
            <a:r>
              <a:rPr lang="en-US"/>
              <a:t>Third level</a:t>
            </a:r>
          </a:p>
        </p:txBody>
      </p:sp>
      <p:sp>
        <p:nvSpPr>
          <p:cNvPr id="10" name="Slide Number Placeholder 9"/>
          <p:cNvSpPr>
            <a:spLocks noGrp="1"/>
          </p:cNvSpPr>
          <p:nvPr>
            <p:ph type="sldNum" sz="quarter" idx="33"/>
          </p:nvPr>
        </p:nvSpPr>
        <p:spPr/>
        <p:txBody>
          <a:bodyPr/>
          <a:lstStyle>
            <a:lvl1pPr>
              <a:defRPr/>
            </a:lvl1pPr>
          </a:lstStyle>
          <a:p>
            <a:fld id="{00398512-78EB-D84B-88E3-8EFD360D49EF}" type="slidenum">
              <a:rPr lang="en-US" altLang="en-US"/>
              <a:pPr/>
              <a:t>‹#›</a:t>
            </a:fld>
            <a:endParaRPr lang="en-US" altLang="en-US"/>
          </a:p>
        </p:txBody>
      </p:sp>
      <p:sp>
        <p:nvSpPr>
          <p:cNvPr id="13" name="Footer Placeholder 12"/>
          <p:cNvSpPr>
            <a:spLocks noGrp="1"/>
          </p:cNvSpPr>
          <p:nvPr>
            <p:ph type="ftr" sz="quarter" idx="34"/>
          </p:nvPr>
        </p:nvSpPr>
        <p:spPr/>
        <p:txBody>
          <a:bodyPr/>
          <a:lstStyle>
            <a:lvl1pPr>
              <a:defRPr/>
            </a:lvl1pPr>
          </a:lstStyle>
          <a:p>
            <a:pPr>
              <a:defRPr/>
            </a:pPr>
            <a:r>
              <a:rPr lang="en-US"/>
              <a:t>Preferred Stock</a:t>
            </a:r>
          </a:p>
        </p:txBody>
      </p:sp>
    </p:spTree>
    <p:extLst>
      <p:ext uri="{BB962C8B-B14F-4D97-AF65-F5344CB8AC3E}">
        <p14:creationId xmlns:p14="http://schemas.microsoft.com/office/powerpoint/2010/main" val="400491881"/>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Text blocks - Two palettes moving forward">
    <p:spTree>
      <p:nvGrpSpPr>
        <p:cNvPr id="1" name=""/>
        <p:cNvGrpSpPr/>
        <p:nvPr/>
      </p:nvGrpSpPr>
      <p:grpSpPr>
        <a:xfrm>
          <a:off x="0" y="0"/>
          <a:ext cx="0" cy="0"/>
          <a:chOff x="0" y="0"/>
          <a:chExt cx="0" cy="0"/>
        </a:xfrm>
      </p:grpSpPr>
      <p:sp>
        <p:nvSpPr>
          <p:cNvPr id="7" name="AutoShape 3"/>
          <p:cNvSpPr>
            <a:spLocks noChangeArrowheads="1"/>
          </p:cNvSpPr>
          <p:nvPr userDrawn="1"/>
        </p:nvSpPr>
        <p:spPr bwMode="auto">
          <a:xfrm>
            <a:off x="912284" y="2635250"/>
            <a:ext cx="10369549" cy="1587500"/>
          </a:xfrm>
          <a:prstGeom prst="homePlate">
            <a:avLst>
              <a:gd name="adj" fmla="val 32592"/>
            </a:avLst>
          </a:prstGeom>
          <a:gradFill rotWithShape="1">
            <a:gsLst>
              <a:gs pos="0">
                <a:srgbClr val="9E9E9E"/>
              </a:gs>
              <a:gs pos="50000">
                <a:srgbClr val="C4C4C4"/>
              </a:gs>
              <a:gs pos="100000">
                <a:srgbClr val="E3E3E3"/>
              </a:gs>
            </a:gsLst>
            <a:lin ang="10800000" scaled="1"/>
          </a:gradFill>
          <a:ln>
            <a:noFill/>
          </a:ln>
          <a:extLst>
            <a:ext uri="{91240B29-F687-4F45-9708-019B960494DF}">
              <a14:hiddenLine xmlns:a14="http://schemas.microsoft.com/office/drawing/2010/main" w="6350">
                <a:solidFill>
                  <a:srgbClr val="000000"/>
                </a:solidFill>
                <a:miter lim="800000"/>
                <a:headEnd/>
                <a:tailEnd/>
              </a14:hiddenLine>
            </a:ext>
          </a:extLst>
        </p:spPr>
        <p:txBody>
          <a:bodyPr tIns="91440" bIns="91440" anchor="ct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pPr eaLnBrk="1" hangingPunct="1"/>
            <a:endParaRPr lang="en-US" altLang="en-US" sz="1800">
              <a:latin typeface="Arial" charset="0"/>
            </a:endParaRPr>
          </a:p>
        </p:txBody>
      </p:sp>
      <p:sp>
        <p:nvSpPr>
          <p:cNvPr id="18" name="Text Placeholder 17"/>
          <p:cNvSpPr>
            <a:spLocks noGrp="1"/>
          </p:cNvSpPr>
          <p:nvPr>
            <p:ph type="body" sz="quarter" idx="21"/>
          </p:nvPr>
        </p:nvSpPr>
        <p:spPr>
          <a:xfrm>
            <a:off x="1402080" y="1417320"/>
            <a:ext cx="4389120" cy="457200"/>
          </a:xfrm>
          <a:prstGeom prst="rect">
            <a:avLst/>
          </a:prstGeom>
          <a:solidFill>
            <a:srgbClr val="B01C2E"/>
          </a:solidFill>
          <a:ln>
            <a:solidFill>
              <a:srgbClr val="C0C0C0"/>
            </a:solidFill>
          </a:ln>
        </p:spPr>
        <p:txBody>
          <a:bodyPr anchor="ctr"/>
          <a:lstStyle>
            <a:lvl1pPr algn="ctr">
              <a:buNone/>
              <a:defRPr sz="1200" b="1">
                <a:solidFill>
                  <a:srgbClr val="FFFFFF"/>
                </a:solidFill>
              </a:defRPr>
            </a:lvl1pPr>
          </a:lstStyle>
          <a:p>
            <a:pPr lvl="0"/>
            <a:r>
              <a:rPr lang="en-US"/>
              <a:t>Click to edit Master text styles</a:t>
            </a:r>
          </a:p>
        </p:txBody>
      </p:sp>
      <p:sp>
        <p:nvSpPr>
          <p:cNvPr id="21" name="Text Placeholder 17"/>
          <p:cNvSpPr>
            <a:spLocks noGrp="1"/>
          </p:cNvSpPr>
          <p:nvPr>
            <p:ph type="body" sz="quarter" idx="23"/>
          </p:nvPr>
        </p:nvSpPr>
        <p:spPr>
          <a:xfrm>
            <a:off x="6096000" y="1417320"/>
            <a:ext cx="4389120" cy="457200"/>
          </a:xfrm>
          <a:prstGeom prst="rect">
            <a:avLst/>
          </a:prstGeom>
          <a:solidFill>
            <a:srgbClr val="B01C2E"/>
          </a:solidFill>
          <a:ln>
            <a:solidFill>
              <a:srgbClr val="C0C0C0"/>
            </a:solidFill>
          </a:ln>
        </p:spPr>
        <p:txBody>
          <a:bodyPr anchor="ctr"/>
          <a:lstStyle>
            <a:lvl1pPr algn="ctr">
              <a:buNone/>
              <a:defRPr sz="1200" b="1">
                <a:solidFill>
                  <a:srgbClr val="FFFFFF"/>
                </a:solidFill>
              </a:defRPr>
            </a:lvl1pPr>
          </a:lstStyle>
          <a:p>
            <a:pPr lvl="0"/>
            <a:r>
              <a:rPr lang="en-US"/>
              <a:t>Click to edit Master text styles</a:t>
            </a:r>
          </a:p>
        </p:txBody>
      </p:sp>
      <p:sp>
        <p:nvSpPr>
          <p:cNvPr id="10"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4" name="Content Placeholder 10"/>
          <p:cNvSpPr>
            <a:spLocks noGrp="1"/>
          </p:cNvSpPr>
          <p:nvPr>
            <p:ph sz="quarter" idx="20"/>
          </p:nvPr>
        </p:nvSpPr>
        <p:spPr>
          <a:xfrm>
            <a:off x="1402080" y="1874520"/>
            <a:ext cx="4389120" cy="3657600"/>
          </a:xfrm>
          <a:prstGeom prst="rect">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Content Placeholder 10"/>
          <p:cNvSpPr>
            <a:spLocks noGrp="1"/>
          </p:cNvSpPr>
          <p:nvPr>
            <p:ph sz="quarter" idx="24"/>
          </p:nvPr>
        </p:nvSpPr>
        <p:spPr>
          <a:xfrm>
            <a:off x="6096000" y="1874520"/>
            <a:ext cx="4389120" cy="3657600"/>
          </a:xfrm>
          <a:prstGeom prst="rect">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Slide Number Placeholder 9"/>
          <p:cNvSpPr>
            <a:spLocks noGrp="1"/>
          </p:cNvSpPr>
          <p:nvPr>
            <p:ph type="sldNum" sz="quarter" idx="25"/>
          </p:nvPr>
        </p:nvSpPr>
        <p:spPr/>
        <p:txBody>
          <a:bodyPr/>
          <a:lstStyle>
            <a:lvl1pPr>
              <a:defRPr/>
            </a:lvl1pPr>
          </a:lstStyle>
          <a:p>
            <a:fld id="{6CB47071-B393-DC4F-9921-408D035EE572}" type="slidenum">
              <a:rPr lang="en-US" altLang="en-US"/>
              <a:pPr/>
              <a:t>‹#›</a:t>
            </a:fld>
            <a:endParaRPr lang="en-US" altLang="en-US"/>
          </a:p>
        </p:txBody>
      </p:sp>
      <p:sp>
        <p:nvSpPr>
          <p:cNvPr id="9" name="Footer Placeholder 8"/>
          <p:cNvSpPr>
            <a:spLocks noGrp="1"/>
          </p:cNvSpPr>
          <p:nvPr>
            <p:ph type="ftr" sz="quarter" idx="26"/>
          </p:nvPr>
        </p:nvSpPr>
        <p:spPr/>
        <p:txBody>
          <a:bodyPr/>
          <a:lstStyle>
            <a:lvl1pPr>
              <a:defRPr smtClean="0"/>
            </a:lvl1pPr>
          </a:lstStyle>
          <a:p>
            <a:pPr>
              <a:defRPr/>
            </a:pPr>
            <a:r>
              <a:rPr lang="en-US"/>
              <a:t>Preferred Stock</a:t>
            </a:r>
          </a:p>
        </p:txBody>
      </p:sp>
    </p:spTree>
    <p:extLst>
      <p:ext uri="{BB962C8B-B14F-4D97-AF65-F5344CB8AC3E}">
        <p14:creationId xmlns:p14="http://schemas.microsoft.com/office/powerpoint/2010/main" val="420984417"/>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Conflict">
    <p:spTree>
      <p:nvGrpSpPr>
        <p:cNvPr id="1" name=""/>
        <p:cNvGrpSpPr/>
        <p:nvPr/>
      </p:nvGrpSpPr>
      <p:grpSpPr>
        <a:xfrm>
          <a:off x="0" y="0"/>
          <a:ext cx="0" cy="0"/>
          <a:chOff x="0" y="0"/>
          <a:chExt cx="0" cy="0"/>
        </a:xfrm>
      </p:grpSpPr>
      <p:sp>
        <p:nvSpPr>
          <p:cNvPr id="7" name="Freeform 7"/>
          <p:cNvSpPr>
            <a:spLocks/>
          </p:cNvSpPr>
          <p:nvPr userDrawn="1"/>
        </p:nvSpPr>
        <p:spPr bwMode="auto">
          <a:xfrm>
            <a:off x="5846233" y="3341688"/>
            <a:ext cx="501651" cy="1403350"/>
          </a:xfrm>
          <a:custGeom>
            <a:avLst/>
            <a:gdLst>
              <a:gd name="T0" fmla="*/ 2147483647 w 176"/>
              <a:gd name="T1" fmla="*/ 0 h 608"/>
              <a:gd name="T2" fmla="*/ 0 w 176"/>
              <a:gd name="T3" fmla="*/ 2147483647 h 608"/>
              <a:gd name="T4" fmla="*/ 2147483647 w 176"/>
              <a:gd name="T5" fmla="*/ 2147483647 h 608"/>
              <a:gd name="T6" fmla="*/ 0 w 176"/>
              <a:gd name="T7" fmla="*/ 2147483647 h 608"/>
              <a:gd name="T8" fmla="*/ 2147483647 w 176"/>
              <a:gd name="T9" fmla="*/ 2147483647 h 608"/>
              <a:gd name="T10" fmla="*/ 2147483647 w 176"/>
              <a:gd name="T11" fmla="*/ 2147483647 h 608"/>
              <a:gd name="T12" fmla="*/ 0 w 176"/>
              <a:gd name="T13" fmla="*/ 2147483647 h 608"/>
              <a:gd name="T14" fmla="*/ 0 w 176"/>
              <a:gd name="T15" fmla="*/ 2147483647 h 608"/>
              <a:gd name="T16" fmla="*/ 2147483647 w 176"/>
              <a:gd name="T17" fmla="*/ 2147483647 h 608"/>
              <a:gd name="T18" fmla="*/ 2147483647 w 176"/>
              <a:gd name="T19" fmla="*/ 2147483647 h 608"/>
              <a:gd name="T20" fmla="*/ 2147483647 w 176"/>
              <a:gd name="T21" fmla="*/ 2147483647 h 608"/>
              <a:gd name="T22" fmla="*/ 2147483647 w 176"/>
              <a:gd name="T23" fmla="*/ 2147483647 h 608"/>
              <a:gd name="T24" fmla="*/ 2147483647 w 176"/>
              <a:gd name="T25" fmla="*/ 2147483647 h 608"/>
              <a:gd name="T26" fmla="*/ 2147483647 w 176"/>
              <a:gd name="T27" fmla="*/ 2147483647 h 608"/>
              <a:gd name="T28" fmla="*/ 2147483647 w 176"/>
              <a:gd name="T29" fmla="*/ 0 h 608"/>
              <a:gd name="T30" fmla="*/ 2147483647 w 176"/>
              <a:gd name="T31" fmla="*/ 0 h 608"/>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176" h="608">
                <a:moveTo>
                  <a:pt x="72" y="0"/>
                </a:moveTo>
                <a:lnTo>
                  <a:pt x="0" y="232"/>
                </a:lnTo>
                <a:lnTo>
                  <a:pt x="48" y="232"/>
                </a:lnTo>
                <a:lnTo>
                  <a:pt x="0" y="376"/>
                </a:lnTo>
                <a:lnTo>
                  <a:pt x="72" y="376"/>
                </a:lnTo>
                <a:lnTo>
                  <a:pt x="32" y="504"/>
                </a:lnTo>
                <a:lnTo>
                  <a:pt x="0" y="504"/>
                </a:lnTo>
                <a:lnTo>
                  <a:pt x="0" y="608"/>
                </a:lnTo>
                <a:lnTo>
                  <a:pt x="96" y="496"/>
                </a:lnTo>
                <a:lnTo>
                  <a:pt x="48" y="504"/>
                </a:lnTo>
                <a:lnTo>
                  <a:pt x="144" y="336"/>
                </a:lnTo>
                <a:lnTo>
                  <a:pt x="72" y="336"/>
                </a:lnTo>
                <a:lnTo>
                  <a:pt x="144" y="192"/>
                </a:lnTo>
                <a:lnTo>
                  <a:pt x="88" y="192"/>
                </a:lnTo>
                <a:lnTo>
                  <a:pt x="176" y="0"/>
                </a:lnTo>
                <a:lnTo>
                  <a:pt x="72" y="0"/>
                </a:lnTo>
                <a:close/>
              </a:path>
            </a:pathLst>
          </a:custGeom>
          <a:solidFill>
            <a:srgbClr val="B01C2E"/>
          </a:solidFill>
          <a:ln w="6350" cap="flat" cmpd="sng">
            <a:solidFill>
              <a:srgbClr val="B01C2E"/>
            </a:solidFill>
            <a:prstDash val="solid"/>
            <a:round/>
            <a:headEnd/>
            <a:tailEnd/>
          </a:ln>
        </p:spPr>
        <p:txBody>
          <a:bodyPr lIns="72000" tIns="72000" rIns="72000" bIns="72000" anchor="ctr"/>
          <a:lstStyle/>
          <a:p>
            <a:endParaRPr lang="en-US" sz="1800"/>
          </a:p>
        </p:txBody>
      </p:sp>
      <p:sp>
        <p:nvSpPr>
          <p:cNvPr id="18" name="Text Placeholder 17"/>
          <p:cNvSpPr>
            <a:spLocks noGrp="1"/>
          </p:cNvSpPr>
          <p:nvPr>
            <p:ph type="body" sz="quarter" idx="21"/>
          </p:nvPr>
        </p:nvSpPr>
        <p:spPr>
          <a:xfrm>
            <a:off x="1113536" y="1417320"/>
            <a:ext cx="4047744" cy="457200"/>
          </a:xfrm>
          <a:prstGeom prst="rect">
            <a:avLst/>
          </a:prstGeom>
          <a:solidFill>
            <a:srgbClr val="B01C2E"/>
          </a:solidFill>
          <a:ln>
            <a:solidFill>
              <a:srgbClr val="C0C0C0"/>
            </a:solidFill>
          </a:ln>
        </p:spPr>
        <p:txBody>
          <a:bodyPr anchor="ctr"/>
          <a:lstStyle>
            <a:lvl1pPr algn="ctr">
              <a:buNone/>
              <a:defRPr sz="1200" b="1" baseline="0">
                <a:solidFill>
                  <a:srgbClr val="FFFFFF"/>
                </a:solidFill>
              </a:defRPr>
            </a:lvl1pPr>
          </a:lstStyle>
          <a:p>
            <a:pPr lvl="0"/>
            <a:r>
              <a:rPr lang="en-US"/>
              <a:t>Click to edit Master text styles</a:t>
            </a:r>
          </a:p>
        </p:txBody>
      </p:sp>
      <p:sp>
        <p:nvSpPr>
          <p:cNvPr id="21" name="Text Placeholder 17"/>
          <p:cNvSpPr>
            <a:spLocks noGrp="1"/>
          </p:cNvSpPr>
          <p:nvPr>
            <p:ph type="body" sz="quarter" idx="23"/>
          </p:nvPr>
        </p:nvSpPr>
        <p:spPr>
          <a:xfrm>
            <a:off x="7022169" y="1417320"/>
            <a:ext cx="4072128" cy="457200"/>
          </a:xfrm>
          <a:prstGeom prst="rect">
            <a:avLst/>
          </a:prstGeom>
          <a:solidFill>
            <a:srgbClr val="B01C2E"/>
          </a:solidFill>
          <a:ln>
            <a:solidFill>
              <a:srgbClr val="C0C0C0"/>
            </a:solidFill>
          </a:ln>
        </p:spPr>
        <p:txBody>
          <a:bodyPr anchor="ctr"/>
          <a:lstStyle>
            <a:lvl1pPr algn="ctr">
              <a:buNone/>
              <a:defRPr sz="1200" b="1">
                <a:solidFill>
                  <a:srgbClr val="FFFFFF"/>
                </a:solidFill>
              </a:defRPr>
            </a:lvl1pPr>
          </a:lstStyle>
          <a:p>
            <a:pPr lvl="0"/>
            <a:r>
              <a:rPr lang="en-US"/>
              <a:t>Click to edit Master text styles</a:t>
            </a:r>
          </a:p>
        </p:txBody>
      </p:sp>
      <p:sp>
        <p:nvSpPr>
          <p:cNvPr id="9"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1" name="Content Placeholder 10"/>
          <p:cNvSpPr>
            <a:spLocks noGrp="1"/>
          </p:cNvSpPr>
          <p:nvPr>
            <p:ph sz="quarter" idx="20"/>
          </p:nvPr>
        </p:nvSpPr>
        <p:spPr>
          <a:xfrm>
            <a:off x="1113536" y="1874520"/>
            <a:ext cx="4389120" cy="4343400"/>
          </a:xfrm>
          <a:prstGeom prst="homePlate">
            <a:avLst>
              <a:gd name="adj" fmla="val 7684"/>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Content Placeholder 10"/>
          <p:cNvSpPr>
            <a:spLocks noGrp="1"/>
          </p:cNvSpPr>
          <p:nvPr>
            <p:ph sz="quarter" idx="24"/>
          </p:nvPr>
        </p:nvSpPr>
        <p:spPr>
          <a:xfrm flipH="1">
            <a:off x="6705177" y="1874520"/>
            <a:ext cx="4389120" cy="4343400"/>
          </a:xfrm>
          <a:prstGeom prst="homePlate">
            <a:avLst>
              <a:gd name="adj" fmla="val 7343"/>
            </a:avLst>
          </a:prstGeom>
          <a:solidFill>
            <a:srgbClr val="FFFFFF"/>
          </a:solidFill>
          <a:ln>
            <a:solidFill>
              <a:srgbClr val="C0C0C0"/>
            </a:solidFill>
          </a:ln>
        </p:spPr>
        <p:txBody>
          <a:bodyPr lIns="228600"/>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Slide Number Placeholder 9"/>
          <p:cNvSpPr>
            <a:spLocks noGrp="1"/>
          </p:cNvSpPr>
          <p:nvPr>
            <p:ph type="sldNum" sz="quarter" idx="25"/>
          </p:nvPr>
        </p:nvSpPr>
        <p:spPr/>
        <p:txBody>
          <a:bodyPr/>
          <a:lstStyle>
            <a:lvl1pPr>
              <a:defRPr/>
            </a:lvl1pPr>
          </a:lstStyle>
          <a:p>
            <a:fld id="{6C637242-61C1-4C47-AFEF-079B86936FE6}" type="slidenum">
              <a:rPr lang="en-US" altLang="en-US"/>
              <a:pPr/>
              <a:t>‹#›</a:t>
            </a:fld>
            <a:endParaRPr lang="en-US" altLang="en-US"/>
          </a:p>
        </p:txBody>
      </p:sp>
      <p:sp>
        <p:nvSpPr>
          <p:cNvPr id="10" name="Footer Placeholder 12"/>
          <p:cNvSpPr>
            <a:spLocks noGrp="1"/>
          </p:cNvSpPr>
          <p:nvPr>
            <p:ph type="ftr" sz="quarter" idx="26"/>
          </p:nvPr>
        </p:nvSpPr>
        <p:spPr/>
        <p:txBody>
          <a:bodyPr/>
          <a:lstStyle>
            <a:lvl1pPr>
              <a:defRPr smtClean="0"/>
            </a:lvl1pPr>
          </a:lstStyle>
          <a:p>
            <a:pPr>
              <a:defRPr/>
            </a:pPr>
            <a:r>
              <a:rPr lang="en-US"/>
              <a:t>Preferred Stock</a:t>
            </a:r>
          </a:p>
        </p:txBody>
      </p:sp>
    </p:spTree>
    <p:extLst>
      <p:ext uri="{BB962C8B-B14F-4D97-AF65-F5344CB8AC3E}">
        <p14:creationId xmlns:p14="http://schemas.microsoft.com/office/powerpoint/2010/main" val="117940560"/>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Consequences List">
    <p:spTree>
      <p:nvGrpSpPr>
        <p:cNvPr id="1" name=""/>
        <p:cNvGrpSpPr/>
        <p:nvPr/>
      </p:nvGrpSpPr>
      <p:grpSpPr>
        <a:xfrm>
          <a:off x="0" y="0"/>
          <a:ext cx="0" cy="0"/>
          <a:chOff x="0" y="0"/>
          <a:chExt cx="0" cy="0"/>
        </a:xfrm>
      </p:grpSpPr>
      <p:sp>
        <p:nvSpPr>
          <p:cNvPr id="20" name="Content Placeholder 10"/>
          <p:cNvSpPr>
            <a:spLocks noGrp="1"/>
          </p:cNvSpPr>
          <p:nvPr>
            <p:ph sz="quarter" idx="35"/>
          </p:nvPr>
        </p:nvSpPr>
        <p:spPr>
          <a:xfrm>
            <a:off x="8242300" y="1577977"/>
            <a:ext cx="3316224" cy="3931920"/>
          </a:xfrm>
          <a:prstGeom prst="rect">
            <a:avLst/>
          </a:prstGeom>
          <a:solidFill>
            <a:srgbClr val="FFFFFF"/>
          </a:solidFill>
          <a:ln>
            <a:solidFill>
              <a:srgbClr val="C0C0C0"/>
            </a:solidFill>
          </a:ln>
        </p:spPr>
        <p:txBody>
          <a:bodyPr lIns="457200" rIns="91440"/>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Content Placeholder 10"/>
          <p:cNvSpPr>
            <a:spLocks noGrp="1"/>
          </p:cNvSpPr>
          <p:nvPr>
            <p:ph sz="quarter" idx="20"/>
          </p:nvPr>
        </p:nvSpPr>
        <p:spPr>
          <a:xfrm>
            <a:off x="646176" y="1577977"/>
            <a:ext cx="3316224" cy="3931920"/>
          </a:xfrm>
          <a:prstGeom prst="rect">
            <a:avLst/>
          </a:prstGeom>
          <a:solidFill>
            <a:srgbClr val="FFFFFF"/>
          </a:solidFill>
          <a:ln>
            <a:solidFill>
              <a:srgbClr val="C0C0C0"/>
            </a:solidFill>
          </a:ln>
        </p:spPr>
        <p:txBody>
          <a:bodyPr rIns="457200"/>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4" name="Text Placeholder 23"/>
          <p:cNvSpPr>
            <a:spLocks noGrp="1"/>
          </p:cNvSpPr>
          <p:nvPr>
            <p:ph type="body" sz="quarter" idx="10"/>
          </p:nvPr>
        </p:nvSpPr>
        <p:spPr>
          <a:xfrm>
            <a:off x="3556000" y="1828800"/>
            <a:ext cx="5242560" cy="484632"/>
          </a:xfrm>
          <a:prstGeom prst="homePlate">
            <a:avLst>
              <a:gd name="adj" fmla="val 16207"/>
            </a:avLst>
          </a:prstGeom>
          <a:solidFill>
            <a:srgbClr val="FFFFFF"/>
          </a:solidFill>
          <a:ln>
            <a:solidFill>
              <a:srgbClr val="B01C2E"/>
            </a:solidFill>
          </a:ln>
        </p:spPr>
        <p:txBody>
          <a:bodyPr anchor="ctr"/>
          <a:lstStyle>
            <a:lvl1pPr marL="177800" indent="0">
              <a:spcBef>
                <a:spcPts val="0"/>
              </a:spcBef>
              <a:buNone/>
              <a:defRPr sz="1200"/>
            </a:lvl1pPr>
          </a:lstStyle>
          <a:p>
            <a:pPr lvl="0"/>
            <a:r>
              <a:rPr lang="en-US"/>
              <a:t>Click to edit Master text styles</a:t>
            </a:r>
          </a:p>
        </p:txBody>
      </p:sp>
      <p:sp>
        <p:nvSpPr>
          <p:cNvPr id="31" name="Text Placeholder 23"/>
          <p:cNvSpPr>
            <a:spLocks noGrp="1"/>
          </p:cNvSpPr>
          <p:nvPr>
            <p:ph type="body" sz="quarter" idx="21"/>
          </p:nvPr>
        </p:nvSpPr>
        <p:spPr>
          <a:xfrm>
            <a:off x="3556000" y="2423160"/>
            <a:ext cx="5242560" cy="484632"/>
          </a:xfrm>
          <a:prstGeom prst="homePlate">
            <a:avLst>
              <a:gd name="adj" fmla="val 16207"/>
            </a:avLst>
          </a:prstGeom>
          <a:solidFill>
            <a:srgbClr val="FFFFFF"/>
          </a:solidFill>
          <a:ln>
            <a:solidFill>
              <a:srgbClr val="B01C2E"/>
            </a:solidFill>
          </a:ln>
        </p:spPr>
        <p:txBody>
          <a:bodyPr anchor="ctr"/>
          <a:lstStyle>
            <a:lvl1pPr marL="177800" indent="0">
              <a:spcBef>
                <a:spcPts val="0"/>
              </a:spcBef>
              <a:buNone/>
              <a:defRPr sz="1200"/>
            </a:lvl1pPr>
          </a:lstStyle>
          <a:p>
            <a:pPr lvl="0"/>
            <a:r>
              <a:rPr lang="en-US"/>
              <a:t>Click to edit Master text styles</a:t>
            </a:r>
          </a:p>
        </p:txBody>
      </p:sp>
      <p:sp>
        <p:nvSpPr>
          <p:cNvPr id="32" name="Text Placeholder 23"/>
          <p:cNvSpPr>
            <a:spLocks noGrp="1"/>
          </p:cNvSpPr>
          <p:nvPr>
            <p:ph type="body" sz="quarter" idx="22"/>
          </p:nvPr>
        </p:nvSpPr>
        <p:spPr>
          <a:xfrm>
            <a:off x="3556000" y="3017520"/>
            <a:ext cx="5242560" cy="484632"/>
          </a:xfrm>
          <a:prstGeom prst="homePlate">
            <a:avLst>
              <a:gd name="adj" fmla="val 16207"/>
            </a:avLst>
          </a:prstGeom>
          <a:solidFill>
            <a:srgbClr val="FFFFFF"/>
          </a:solidFill>
          <a:ln>
            <a:solidFill>
              <a:srgbClr val="B01C2E"/>
            </a:solidFill>
          </a:ln>
        </p:spPr>
        <p:txBody>
          <a:bodyPr anchor="ctr"/>
          <a:lstStyle>
            <a:lvl1pPr marL="177800" indent="0">
              <a:spcBef>
                <a:spcPts val="0"/>
              </a:spcBef>
              <a:buNone/>
              <a:defRPr sz="1200"/>
            </a:lvl1pPr>
          </a:lstStyle>
          <a:p>
            <a:pPr lvl="0"/>
            <a:r>
              <a:rPr lang="en-US"/>
              <a:t>Click to edit Master text styles</a:t>
            </a:r>
          </a:p>
        </p:txBody>
      </p:sp>
      <p:sp>
        <p:nvSpPr>
          <p:cNvPr id="33" name="Text Placeholder 23"/>
          <p:cNvSpPr>
            <a:spLocks noGrp="1"/>
          </p:cNvSpPr>
          <p:nvPr>
            <p:ph type="body" sz="quarter" idx="23"/>
          </p:nvPr>
        </p:nvSpPr>
        <p:spPr>
          <a:xfrm>
            <a:off x="3556000" y="3611880"/>
            <a:ext cx="5242560" cy="484632"/>
          </a:xfrm>
          <a:prstGeom prst="homePlate">
            <a:avLst>
              <a:gd name="adj" fmla="val 16207"/>
            </a:avLst>
          </a:prstGeom>
          <a:solidFill>
            <a:srgbClr val="FFFFFF"/>
          </a:solidFill>
          <a:ln>
            <a:solidFill>
              <a:srgbClr val="B01C2E"/>
            </a:solidFill>
          </a:ln>
        </p:spPr>
        <p:txBody>
          <a:bodyPr anchor="ctr"/>
          <a:lstStyle>
            <a:lvl1pPr marL="177800" indent="0">
              <a:spcBef>
                <a:spcPts val="0"/>
              </a:spcBef>
              <a:buNone/>
              <a:defRPr sz="1200"/>
            </a:lvl1pPr>
          </a:lstStyle>
          <a:p>
            <a:pPr lvl="0"/>
            <a:r>
              <a:rPr lang="en-US"/>
              <a:t>Click to edit Master text styles</a:t>
            </a:r>
          </a:p>
        </p:txBody>
      </p:sp>
      <p:sp>
        <p:nvSpPr>
          <p:cNvPr id="34" name="Text Placeholder 23"/>
          <p:cNvSpPr>
            <a:spLocks noGrp="1"/>
          </p:cNvSpPr>
          <p:nvPr>
            <p:ph type="body" sz="quarter" idx="24"/>
          </p:nvPr>
        </p:nvSpPr>
        <p:spPr>
          <a:xfrm>
            <a:off x="3556000" y="4206240"/>
            <a:ext cx="5242560" cy="484632"/>
          </a:xfrm>
          <a:prstGeom prst="homePlate">
            <a:avLst>
              <a:gd name="adj" fmla="val 16207"/>
            </a:avLst>
          </a:prstGeom>
          <a:solidFill>
            <a:srgbClr val="FFFFFF"/>
          </a:solidFill>
          <a:ln>
            <a:solidFill>
              <a:srgbClr val="B01C2E"/>
            </a:solidFill>
          </a:ln>
        </p:spPr>
        <p:txBody>
          <a:bodyPr anchor="ctr"/>
          <a:lstStyle>
            <a:lvl1pPr marL="177800" indent="0">
              <a:spcBef>
                <a:spcPts val="0"/>
              </a:spcBef>
              <a:buNone/>
              <a:defRPr sz="1200"/>
            </a:lvl1pPr>
          </a:lstStyle>
          <a:p>
            <a:pPr lvl="0"/>
            <a:r>
              <a:rPr lang="en-US"/>
              <a:t>Click to edit Master text styles</a:t>
            </a:r>
          </a:p>
        </p:txBody>
      </p:sp>
      <p:sp>
        <p:nvSpPr>
          <p:cNvPr id="35" name="Text Placeholder 23"/>
          <p:cNvSpPr>
            <a:spLocks noGrp="1"/>
          </p:cNvSpPr>
          <p:nvPr>
            <p:ph type="body" sz="quarter" idx="25"/>
          </p:nvPr>
        </p:nvSpPr>
        <p:spPr>
          <a:xfrm>
            <a:off x="3556000" y="4800600"/>
            <a:ext cx="5242560" cy="484632"/>
          </a:xfrm>
          <a:prstGeom prst="homePlate">
            <a:avLst>
              <a:gd name="adj" fmla="val 16207"/>
            </a:avLst>
          </a:prstGeom>
          <a:solidFill>
            <a:srgbClr val="FFFFFF"/>
          </a:solidFill>
          <a:ln>
            <a:solidFill>
              <a:srgbClr val="B01C2E"/>
            </a:solidFill>
          </a:ln>
        </p:spPr>
        <p:txBody>
          <a:bodyPr anchor="ctr"/>
          <a:lstStyle>
            <a:lvl1pPr marL="177800" indent="0">
              <a:spcBef>
                <a:spcPts val="0"/>
              </a:spcBef>
              <a:buNone/>
              <a:defRPr sz="1200"/>
            </a:lvl1pPr>
          </a:lstStyle>
          <a:p>
            <a:pPr lvl="0"/>
            <a:r>
              <a:rPr lang="en-US"/>
              <a:t>Click to edit Master text styles</a:t>
            </a:r>
          </a:p>
        </p:txBody>
      </p:sp>
      <p:sp>
        <p:nvSpPr>
          <p:cNvPr id="36" name="Text Placeholder 22"/>
          <p:cNvSpPr>
            <a:spLocks noGrp="1"/>
          </p:cNvSpPr>
          <p:nvPr>
            <p:ph type="body" sz="quarter" idx="29"/>
          </p:nvPr>
        </p:nvSpPr>
        <p:spPr>
          <a:xfrm>
            <a:off x="3352800" y="1981200"/>
            <a:ext cx="316992"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600" b="1">
                <a:solidFill>
                  <a:srgbClr val="FFFFFF"/>
                </a:solidFill>
              </a:defRPr>
            </a:lvl1pPr>
          </a:lstStyle>
          <a:p>
            <a:pPr lvl="0"/>
            <a:r>
              <a:rPr lang="en-US"/>
              <a:t>Click to edit Master text styles</a:t>
            </a:r>
          </a:p>
        </p:txBody>
      </p:sp>
      <p:sp>
        <p:nvSpPr>
          <p:cNvPr id="37" name="Text Placeholder 22"/>
          <p:cNvSpPr>
            <a:spLocks noGrp="1"/>
          </p:cNvSpPr>
          <p:nvPr>
            <p:ph type="body" sz="quarter" idx="30"/>
          </p:nvPr>
        </p:nvSpPr>
        <p:spPr>
          <a:xfrm>
            <a:off x="3352800" y="2570074"/>
            <a:ext cx="316992"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600" b="1">
                <a:solidFill>
                  <a:srgbClr val="FFFFFF"/>
                </a:solidFill>
              </a:defRPr>
            </a:lvl1pPr>
          </a:lstStyle>
          <a:p>
            <a:pPr lvl="0"/>
            <a:r>
              <a:rPr lang="en-US"/>
              <a:t>Click to edit Master text styles</a:t>
            </a:r>
          </a:p>
        </p:txBody>
      </p:sp>
      <p:sp>
        <p:nvSpPr>
          <p:cNvPr id="38" name="Text Placeholder 22"/>
          <p:cNvSpPr>
            <a:spLocks noGrp="1"/>
          </p:cNvSpPr>
          <p:nvPr>
            <p:ph type="body" sz="quarter" idx="31"/>
          </p:nvPr>
        </p:nvSpPr>
        <p:spPr>
          <a:xfrm>
            <a:off x="3352800" y="3158948"/>
            <a:ext cx="316992"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600" b="1">
                <a:solidFill>
                  <a:srgbClr val="FFFFFF"/>
                </a:solidFill>
              </a:defRPr>
            </a:lvl1pPr>
          </a:lstStyle>
          <a:p>
            <a:pPr lvl="0"/>
            <a:r>
              <a:rPr lang="en-US"/>
              <a:t>Click to edit Master text styles</a:t>
            </a:r>
          </a:p>
        </p:txBody>
      </p:sp>
      <p:sp>
        <p:nvSpPr>
          <p:cNvPr id="39" name="Text Placeholder 22"/>
          <p:cNvSpPr>
            <a:spLocks noGrp="1"/>
          </p:cNvSpPr>
          <p:nvPr>
            <p:ph type="body" sz="quarter" idx="32"/>
          </p:nvPr>
        </p:nvSpPr>
        <p:spPr>
          <a:xfrm>
            <a:off x="3352800" y="3747822"/>
            <a:ext cx="316992"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600" b="1">
                <a:solidFill>
                  <a:srgbClr val="FFFFFF"/>
                </a:solidFill>
              </a:defRPr>
            </a:lvl1pPr>
          </a:lstStyle>
          <a:p>
            <a:pPr lvl="0"/>
            <a:r>
              <a:rPr lang="en-US"/>
              <a:t>Click to edit Master text styles</a:t>
            </a:r>
          </a:p>
        </p:txBody>
      </p:sp>
      <p:sp>
        <p:nvSpPr>
          <p:cNvPr id="40" name="Text Placeholder 22"/>
          <p:cNvSpPr>
            <a:spLocks noGrp="1"/>
          </p:cNvSpPr>
          <p:nvPr>
            <p:ph type="body" sz="quarter" idx="33"/>
          </p:nvPr>
        </p:nvSpPr>
        <p:spPr>
          <a:xfrm>
            <a:off x="3352800" y="4336696"/>
            <a:ext cx="316992"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600" b="1">
                <a:solidFill>
                  <a:srgbClr val="FFFFFF"/>
                </a:solidFill>
              </a:defRPr>
            </a:lvl1pPr>
          </a:lstStyle>
          <a:p>
            <a:pPr lvl="0"/>
            <a:r>
              <a:rPr lang="en-US"/>
              <a:t>Click to edit Master text styles</a:t>
            </a:r>
          </a:p>
        </p:txBody>
      </p:sp>
      <p:sp>
        <p:nvSpPr>
          <p:cNvPr id="41" name="Text Placeholder 22"/>
          <p:cNvSpPr>
            <a:spLocks noGrp="1"/>
          </p:cNvSpPr>
          <p:nvPr>
            <p:ph type="body" sz="quarter" idx="34"/>
          </p:nvPr>
        </p:nvSpPr>
        <p:spPr>
          <a:xfrm>
            <a:off x="3352800" y="4925568"/>
            <a:ext cx="316992"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600" b="1">
                <a:solidFill>
                  <a:srgbClr val="FFFFFF"/>
                </a:solidFill>
              </a:defRPr>
            </a:lvl1pPr>
          </a:lstStyle>
          <a:p>
            <a:pPr lvl="0"/>
            <a:r>
              <a:rPr lang="en-US"/>
              <a:t>Click to edit Master text styles</a:t>
            </a:r>
          </a:p>
        </p:txBody>
      </p:sp>
      <p:sp>
        <p:nvSpPr>
          <p:cNvPr id="18"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7" name="Slide Number Placeholder 9"/>
          <p:cNvSpPr>
            <a:spLocks noGrp="1"/>
          </p:cNvSpPr>
          <p:nvPr>
            <p:ph type="sldNum" sz="quarter" idx="36"/>
          </p:nvPr>
        </p:nvSpPr>
        <p:spPr/>
        <p:txBody>
          <a:bodyPr/>
          <a:lstStyle>
            <a:lvl1pPr>
              <a:defRPr/>
            </a:lvl1pPr>
          </a:lstStyle>
          <a:p>
            <a:fld id="{6F716D94-026E-1240-A247-91A0127FD885}" type="slidenum">
              <a:rPr lang="en-US" altLang="en-US"/>
              <a:pPr/>
              <a:t>‹#›</a:t>
            </a:fld>
            <a:endParaRPr lang="en-US" altLang="en-US"/>
          </a:p>
        </p:txBody>
      </p:sp>
      <p:sp>
        <p:nvSpPr>
          <p:cNvPr id="21" name="Footer Placeholder 12"/>
          <p:cNvSpPr>
            <a:spLocks noGrp="1"/>
          </p:cNvSpPr>
          <p:nvPr>
            <p:ph type="ftr" sz="quarter" idx="37"/>
          </p:nvPr>
        </p:nvSpPr>
        <p:spPr/>
        <p:txBody>
          <a:bodyPr/>
          <a:lstStyle>
            <a:lvl1pPr>
              <a:defRPr/>
            </a:lvl1pPr>
          </a:lstStyle>
          <a:p>
            <a:pPr>
              <a:defRPr/>
            </a:pPr>
            <a:r>
              <a:rPr lang="en-US"/>
              <a:t>Preferred Stock</a:t>
            </a:r>
          </a:p>
        </p:txBody>
      </p:sp>
    </p:spTree>
    <p:extLst>
      <p:ext uri="{BB962C8B-B14F-4D97-AF65-F5344CB8AC3E}">
        <p14:creationId xmlns:p14="http://schemas.microsoft.com/office/powerpoint/2010/main" val="847754360"/>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ext Blocks - Horizontal chevrons with text">
    <p:spTree>
      <p:nvGrpSpPr>
        <p:cNvPr id="1" name=""/>
        <p:cNvGrpSpPr/>
        <p:nvPr/>
      </p:nvGrpSpPr>
      <p:grpSpPr>
        <a:xfrm>
          <a:off x="0" y="0"/>
          <a:ext cx="0" cy="0"/>
          <a:chOff x="0" y="0"/>
          <a:chExt cx="0" cy="0"/>
        </a:xfrm>
      </p:grpSpPr>
      <p:sp>
        <p:nvSpPr>
          <p:cNvPr id="10" name="Text Placeholder 19"/>
          <p:cNvSpPr>
            <a:spLocks noGrp="1"/>
          </p:cNvSpPr>
          <p:nvPr>
            <p:ph type="body" sz="quarter" idx="10"/>
          </p:nvPr>
        </p:nvSpPr>
        <p:spPr>
          <a:xfrm>
            <a:off x="528320" y="1600200"/>
            <a:ext cx="2438400" cy="1051560"/>
          </a:xfrm>
          <a:prstGeom prst="homePlate">
            <a:avLst>
              <a:gd name="adj" fmla="val 24892"/>
            </a:avLst>
          </a:prstGeom>
          <a:solidFill>
            <a:srgbClr val="B01C2E"/>
          </a:solidFill>
          <a:ln>
            <a:solidFill>
              <a:srgbClr val="B01C2E"/>
            </a:solidFill>
          </a:ln>
        </p:spPr>
        <p:txBody>
          <a:bodyPr anchor="ctr"/>
          <a:lstStyle>
            <a:lvl1pPr marL="0" indent="0">
              <a:buNone/>
              <a:defRPr sz="1200" b="1">
                <a:solidFill>
                  <a:srgbClr val="FFFFFF"/>
                </a:solidFill>
              </a:defRPr>
            </a:lvl1pPr>
          </a:lstStyle>
          <a:p>
            <a:pPr lvl="0"/>
            <a:r>
              <a:rPr lang="en-US"/>
              <a:t>Click to edit Master text styles</a:t>
            </a:r>
          </a:p>
        </p:txBody>
      </p:sp>
      <p:sp>
        <p:nvSpPr>
          <p:cNvPr id="11" name="Text Placeholder 19"/>
          <p:cNvSpPr>
            <a:spLocks noGrp="1"/>
          </p:cNvSpPr>
          <p:nvPr>
            <p:ph type="body" sz="quarter" idx="29"/>
          </p:nvPr>
        </p:nvSpPr>
        <p:spPr>
          <a:xfrm>
            <a:off x="3495040" y="1600200"/>
            <a:ext cx="8168640" cy="1051560"/>
          </a:xfrm>
          <a:prstGeom prst="rect">
            <a:avLst/>
          </a:prstGeom>
          <a:solidFill>
            <a:srgbClr val="FFFFFF"/>
          </a:solidFill>
          <a:ln>
            <a:no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7" name="Text Placeholder 19"/>
          <p:cNvSpPr>
            <a:spLocks noGrp="1"/>
          </p:cNvSpPr>
          <p:nvPr>
            <p:ph type="body" sz="quarter" idx="30"/>
          </p:nvPr>
        </p:nvSpPr>
        <p:spPr>
          <a:xfrm>
            <a:off x="528320" y="2748280"/>
            <a:ext cx="2438400" cy="1051560"/>
          </a:xfrm>
          <a:prstGeom prst="homePlate">
            <a:avLst>
              <a:gd name="adj" fmla="val 24892"/>
            </a:avLst>
          </a:prstGeom>
          <a:solidFill>
            <a:srgbClr val="B01C2E"/>
          </a:solidFill>
          <a:ln>
            <a:solidFill>
              <a:srgbClr val="B01C2E"/>
            </a:solidFill>
          </a:ln>
        </p:spPr>
        <p:txBody>
          <a:bodyPr anchor="ctr"/>
          <a:lstStyle>
            <a:lvl1pPr marL="0" indent="0">
              <a:buNone/>
              <a:defRPr lang="en-US" sz="1200" b="1" kern="1200" dirty="0">
                <a:solidFill>
                  <a:srgbClr val="FFFFFF"/>
                </a:solidFill>
                <a:latin typeface="+mn-lt"/>
                <a:ea typeface="+mn-ea"/>
                <a:cs typeface="+mn-cs"/>
              </a:defRPr>
            </a:lvl1pPr>
          </a:lstStyle>
          <a:p>
            <a:pPr lvl="0"/>
            <a:r>
              <a:rPr lang="en-US"/>
              <a:t>Click to edit Master text styles</a:t>
            </a:r>
          </a:p>
        </p:txBody>
      </p:sp>
      <p:sp>
        <p:nvSpPr>
          <p:cNvPr id="18" name="Text Placeholder 19"/>
          <p:cNvSpPr>
            <a:spLocks noGrp="1"/>
          </p:cNvSpPr>
          <p:nvPr>
            <p:ph type="body" sz="quarter" idx="31"/>
          </p:nvPr>
        </p:nvSpPr>
        <p:spPr>
          <a:xfrm>
            <a:off x="3495040" y="2748280"/>
            <a:ext cx="8168640" cy="1051560"/>
          </a:xfrm>
          <a:prstGeom prst="rect">
            <a:avLst/>
          </a:prstGeom>
          <a:solidFill>
            <a:srgbClr val="FFFFFF"/>
          </a:solidFill>
          <a:ln>
            <a:no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9" name="Text Placeholder 19"/>
          <p:cNvSpPr>
            <a:spLocks noGrp="1"/>
          </p:cNvSpPr>
          <p:nvPr>
            <p:ph type="body" sz="quarter" idx="32"/>
          </p:nvPr>
        </p:nvSpPr>
        <p:spPr>
          <a:xfrm>
            <a:off x="528320" y="3896360"/>
            <a:ext cx="2438400" cy="1051560"/>
          </a:xfrm>
          <a:prstGeom prst="homePlate">
            <a:avLst>
              <a:gd name="adj" fmla="val 24892"/>
            </a:avLst>
          </a:prstGeom>
          <a:solidFill>
            <a:srgbClr val="B01C2E"/>
          </a:solidFill>
          <a:ln>
            <a:solidFill>
              <a:srgbClr val="B01C2E"/>
            </a:solidFill>
          </a:ln>
        </p:spPr>
        <p:txBody>
          <a:bodyPr anchor="ctr"/>
          <a:lstStyle>
            <a:lvl1pPr marL="0" indent="0">
              <a:buNone/>
              <a:defRPr lang="en-US" sz="1200" b="1" kern="1200" dirty="0">
                <a:solidFill>
                  <a:srgbClr val="FFFFFF"/>
                </a:solidFill>
                <a:latin typeface="+mn-lt"/>
                <a:ea typeface="+mn-ea"/>
                <a:cs typeface="+mn-cs"/>
              </a:defRPr>
            </a:lvl1pPr>
          </a:lstStyle>
          <a:p>
            <a:pPr lvl="0"/>
            <a:r>
              <a:rPr lang="en-US"/>
              <a:t>Click to edit Master text styles</a:t>
            </a:r>
          </a:p>
        </p:txBody>
      </p:sp>
      <p:sp>
        <p:nvSpPr>
          <p:cNvPr id="20" name="Text Placeholder 19"/>
          <p:cNvSpPr>
            <a:spLocks noGrp="1"/>
          </p:cNvSpPr>
          <p:nvPr>
            <p:ph type="body" sz="quarter" idx="33"/>
          </p:nvPr>
        </p:nvSpPr>
        <p:spPr>
          <a:xfrm>
            <a:off x="3495040" y="3896360"/>
            <a:ext cx="8168640" cy="1051560"/>
          </a:xfrm>
          <a:prstGeom prst="rect">
            <a:avLst/>
          </a:prstGeom>
          <a:solidFill>
            <a:srgbClr val="FFFFFF"/>
          </a:solidFill>
          <a:ln>
            <a:no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23" name="Text Placeholder 19"/>
          <p:cNvSpPr>
            <a:spLocks noGrp="1"/>
          </p:cNvSpPr>
          <p:nvPr>
            <p:ph type="body" sz="quarter" idx="34"/>
          </p:nvPr>
        </p:nvSpPr>
        <p:spPr>
          <a:xfrm>
            <a:off x="536355" y="5044440"/>
            <a:ext cx="2438400" cy="1051560"/>
          </a:xfrm>
          <a:prstGeom prst="homePlate">
            <a:avLst>
              <a:gd name="adj" fmla="val 24892"/>
            </a:avLst>
          </a:prstGeom>
          <a:solidFill>
            <a:srgbClr val="B01C2E"/>
          </a:solidFill>
          <a:ln>
            <a:solidFill>
              <a:srgbClr val="B01C2E"/>
            </a:solidFill>
          </a:ln>
        </p:spPr>
        <p:txBody>
          <a:bodyPr anchor="ctr"/>
          <a:lstStyle>
            <a:lvl1pPr marL="0" indent="0">
              <a:buNone/>
              <a:defRPr lang="en-US" sz="1200" b="1" kern="1200" dirty="0">
                <a:solidFill>
                  <a:srgbClr val="FFFFFF"/>
                </a:solidFill>
                <a:latin typeface="+mn-lt"/>
                <a:ea typeface="+mn-ea"/>
                <a:cs typeface="+mn-cs"/>
              </a:defRPr>
            </a:lvl1pPr>
          </a:lstStyle>
          <a:p>
            <a:pPr lvl="0"/>
            <a:r>
              <a:rPr lang="en-US"/>
              <a:t>Click to edit Master text styles</a:t>
            </a:r>
          </a:p>
        </p:txBody>
      </p:sp>
      <p:sp>
        <p:nvSpPr>
          <p:cNvPr id="24" name="Text Placeholder 19"/>
          <p:cNvSpPr>
            <a:spLocks noGrp="1"/>
          </p:cNvSpPr>
          <p:nvPr>
            <p:ph type="body" sz="quarter" idx="35"/>
          </p:nvPr>
        </p:nvSpPr>
        <p:spPr>
          <a:xfrm>
            <a:off x="3503075" y="5044440"/>
            <a:ext cx="8168640" cy="1051560"/>
          </a:xfrm>
          <a:prstGeom prst="rect">
            <a:avLst/>
          </a:prstGeom>
          <a:solidFill>
            <a:srgbClr val="FFFFFF"/>
          </a:solidFill>
          <a:ln>
            <a:no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2"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3" name="Slide Number Placeholder 9"/>
          <p:cNvSpPr>
            <a:spLocks noGrp="1"/>
          </p:cNvSpPr>
          <p:nvPr>
            <p:ph type="sldNum" sz="quarter" idx="36"/>
          </p:nvPr>
        </p:nvSpPr>
        <p:spPr/>
        <p:txBody>
          <a:bodyPr/>
          <a:lstStyle>
            <a:lvl1pPr>
              <a:defRPr/>
            </a:lvl1pPr>
          </a:lstStyle>
          <a:p>
            <a:fld id="{DDD5FA0E-3EAB-CB47-B428-C2E5915BFD66}" type="slidenum">
              <a:rPr lang="en-US" altLang="en-US"/>
              <a:pPr/>
              <a:t>‹#›</a:t>
            </a:fld>
            <a:endParaRPr lang="en-US" altLang="en-US"/>
          </a:p>
        </p:txBody>
      </p:sp>
      <p:sp>
        <p:nvSpPr>
          <p:cNvPr id="14" name="Footer Placeholder 12"/>
          <p:cNvSpPr>
            <a:spLocks noGrp="1"/>
          </p:cNvSpPr>
          <p:nvPr>
            <p:ph type="ftr" sz="quarter" idx="37"/>
          </p:nvPr>
        </p:nvSpPr>
        <p:spPr/>
        <p:txBody>
          <a:bodyPr/>
          <a:lstStyle>
            <a:lvl1pPr>
              <a:defRPr/>
            </a:lvl1pPr>
          </a:lstStyle>
          <a:p>
            <a:pPr>
              <a:defRPr/>
            </a:pPr>
            <a:r>
              <a:rPr lang="en-US"/>
              <a:t>Preferred Stock</a:t>
            </a:r>
          </a:p>
        </p:txBody>
      </p:sp>
    </p:spTree>
    <p:extLst>
      <p:ext uri="{BB962C8B-B14F-4D97-AF65-F5344CB8AC3E}">
        <p14:creationId xmlns:p14="http://schemas.microsoft.com/office/powerpoint/2010/main" val="865705389"/>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Text Blocks - Vertical chevrons with text">
    <p:spTree>
      <p:nvGrpSpPr>
        <p:cNvPr id="1" name=""/>
        <p:cNvGrpSpPr/>
        <p:nvPr/>
      </p:nvGrpSpPr>
      <p:grpSpPr>
        <a:xfrm>
          <a:off x="0" y="0"/>
          <a:ext cx="0" cy="0"/>
          <a:chOff x="0" y="0"/>
          <a:chExt cx="0" cy="0"/>
        </a:xfrm>
      </p:grpSpPr>
      <p:sp>
        <p:nvSpPr>
          <p:cNvPr id="20" name="Text Placeholder 13"/>
          <p:cNvSpPr>
            <a:spLocks noGrp="1"/>
          </p:cNvSpPr>
          <p:nvPr>
            <p:ph type="body" sz="quarter" idx="17"/>
          </p:nvPr>
        </p:nvSpPr>
        <p:spPr>
          <a:xfrm rot="5400000">
            <a:off x="1187196" y="794005"/>
            <a:ext cx="1271016" cy="2426208"/>
          </a:xfrm>
          <a:prstGeom prst="chevron">
            <a:avLst>
              <a:gd name="adj" fmla="val 18344"/>
            </a:avLst>
          </a:prstGeom>
          <a:solidFill>
            <a:srgbClr val="B01C2E"/>
          </a:solidFill>
        </p:spPr>
        <p:txBody>
          <a:bodyPr vert="vert270" anchor="ctr"/>
          <a:lstStyle>
            <a:lvl1pPr algn="ctr">
              <a:buNone/>
              <a:defRPr sz="1200" b="1">
                <a:solidFill>
                  <a:srgbClr val="FFFFFF"/>
                </a:solidFill>
              </a:defRPr>
            </a:lvl1pPr>
          </a:lstStyle>
          <a:p>
            <a:pPr lvl="0"/>
            <a:r>
              <a:rPr lang="en-US"/>
              <a:t>Click to edit Master text styles</a:t>
            </a:r>
          </a:p>
        </p:txBody>
      </p:sp>
      <p:sp>
        <p:nvSpPr>
          <p:cNvPr id="14" name="Text Placeholder 19"/>
          <p:cNvSpPr>
            <a:spLocks noGrp="1"/>
          </p:cNvSpPr>
          <p:nvPr>
            <p:ph type="body" sz="quarter" idx="29"/>
          </p:nvPr>
        </p:nvSpPr>
        <p:spPr>
          <a:xfrm>
            <a:off x="3149600" y="1371600"/>
            <a:ext cx="8290560" cy="1051560"/>
          </a:xfrm>
          <a:prstGeom prst="rect">
            <a:avLst/>
          </a:prstGeom>
          <a:solidFill>
            <a:srgbClr val="FFFFFF"/>
          </a:solidFill>
          <a:ln>
            <a:no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5" name="Text Placeholder 19"/>
          <p:cNvSpPr>
            <a:spLocks noGrp="1"/>
          </p:cNvSpPr>
          <p:nvPr>
            <p:ph type="body" sz="quarter" idx="30"/>
          </p:nvPr>
        </p:nvSpPr>
        <p:spPr>
          <a:xfrm>
            <a:off x="3149600" y="2474977"/>
            <a:ext cx="8290560" cy="1051560"/>
          </a:xfrm>
          <a:prstGeom prst="rect">
            <a:avLst/>
          </a:prstGeom>
          <a:solidFill>
            <a:srgbClr val="FFFFFF"/>
          </a:solidFill>
          <a:ln>
            <a:no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6" name="Text Placeholder 19"/>
          <p:cNvSpPr>
            <a:spLocks noGrp="1"/>
          </p:cNvSpPr>
          <p:nvPr>
            <p:ph type="body" sz="quarter" idx="31"/>
          </p:nvPr>
        </p:nvSpPr>
        <p:spPr>
          <a:xfrm>
            <a:off x="3149600" y="3578353"/>
            <a:ext cx="8290560" cy="1051560"/>
          </a:xfrm>
          <a:prstGeom prst="rect">
            <a:avLst/>
          </a:prstGeom>
          <a:solidFill>
            <a:srgbClr val="FFFFFF"/>
          </a:solidFill>
          <a:ln>
            <a:no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7" name="Text Placeholder 19"/>
          <p:cNvSpPr>
            <a:spLocks noGrp="1"/>
          </p:cNvSpPr>
          <p:nvPr>
            <p:ph type="body" sz="quarter" idx="32"/>
          </p:nvPr>
        </p:nvSpPr>
        <p:spPr>
          <a:xfrm>
            <a:off x="3149600" y="4681728"/>
            <a:ext cx="8290560" cy="1051560"/>
          </a:xfrm>
          <a:prstGeom prst="rect">
            <a:avLst/>
          </a:prstGeom>
          <a:solidFill>
            <a:srgbClr val="FFFFFF"/>
          </a:solidFill>
          <a:ln>
            <a:no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3"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21" name="Text Placeholder 13"/>
          <p:cNvSpPr>
            <a:spLocks noGrp="1"/>
          </p:cNvSpPr>
          <p:nvPr>
            <p:ph type="body" sz="quarter" idx="33"/>
          </p:nvPr>
        </p:nvSpPr>
        <p:spPr>
          <a:xfrm rot="5400000">
            <a:off x="1187196" y="1897381"/>
            <a:ext cx="1271016" cy="2426208"/>
          </a:xfrm>
          <a:prstGeom prst="chevron">
            <a:avLst>
              <a:gd name="adj" fmla="val 18344"/>
            </a:avLst>
          </a:prstGeom>
          <a:solidFill>
            <a:srgbClr val="B01C2E"/>
          </a:solidFill>
        </p:spPr>
        <p:txBody>
          <a:bodyPr vert="vert270" anchor="ctr"/>
          <a:lstStyle>
            <a:lvl1pPr algn="ctr">
              <a:buNone/>
              <a:defRPr sz="1200" b="1">
                <a:solidFill>
                  <a:srgbClr val="FFFFFF"/>
                </a:solidFill>
              </a:defRPr>
            </a:lvl1pPr>
          </a:lstStyle>
          <a:p>
            <a:pPr lvl="0"/>
            <a:r>
              <a:rPr lang="en-US"/>
              <a:t>Click to edit Master text styles</a:t>
            </a:r>
          </a:p>
        </p:txBody>
      </p:sp>
      <p:sp>
        <p:nvSpPr>
          <p:cNvPr id="22" name="Text Placeholder 13"/>
          <p:cNvSpPr>
            <a:spLocks noGrp="1"/>
          </p:cNvSpPr>
          <p:nvPr>
            <p:ph type="body" sz="quarter" idx="34"/>
          </p:nvPr>
        </p:nvSpPr>
        <p:spPr>
          <a:xfrm rot="5400000">
            <a:off x="1187196" y="3000757"/>
            <a:ext cx="1271016" cy="2426208"/>
          </a:xfrm>
          <a:prstGeom prst="chevron">
            <a:avLst>
              <a:gd name="adj" fmla="val 18344"/>
            </a:avLst>
          </a:prstGeom>
          <a:solidFill>
            <a:srgbClr val="B01C2E"/>
          </a:solidFill>
        </p:spPr>
        <p:txBody>
          <a:bodyPr vert="vert270" anchor="ctr"/>
          <a:lstStyle>
            <a:lvl1pPr algn="ctr">
              <a:buNone/>
              <a:defRPr sz="1200" b="1">
                <a:solidFill>
                  <a:srgbClr val="FFFFFF"/>
                </a:solidFill>
              </a:defRPr>
            </a:lvl1pPr>
          </a:lstStyle>
          <a:p>
            <a:pPr lvl="0"/>
            <a:r>
              <a:rPr lang="en-US"/>
              <a:t>Click to edit Master text styles</a:t>
            </a:r>
          </a:p>
        </p:txBody>
      </p:sp>
      <p:sp>
        <p:nvSpPr>
          <p:cNvPr id="23" name="Text Placeholder 13"/>
          <p:cNvSpPr>
            <a:spLocks noGrp="1"/>
          </p:cNvSpPr>
          <p:nvPr>
            <p:ph type="body" sz="quarter" idx="35"/>
          </p:nvPr>
        </p:nvSpPr>
        <p:spPr>
          <a:xfrm rot="5400000">
            <a:off x="1187196" y="4104132"/>
            <a:ext cx="1271016" cy="2426208"/>
          </a:xfrm>
          <a:prstGeom prst="chevron">
            <a:avLst>
              <a:gd name="adj" fmla="val 18344"/>
            </a:avLst>
          </a:prstGeom>
          <a:solidFill>
            <a:srgbClr val="B01C2E"/>
          </a:solidFill>
        </p:spPr>
        <p:txBody>
          <a:bodyPr vert="vert270" anchor="ctr"/>
          <a:lstStyle>
            <a:lvl1pPr algn="ctr">
              <a:buNone/>
              <a:defRPr sz="1200" b="1">
                <a:solidFill>
                  <a:srgbClr val="FFFFFF"/>
                </a:solidFill>
              </a:defRPr>
            </a:lvl1pPr>
          </a:lstStyle>
          <a:p>
            <a:pPr lvl="0"/>
            <a:r>
              <a:rPr lang="en-US"/>
              <a:t>Click to edit Master text styles</a:t>
            </a:r>
          </a:p>
        </p:txBody>
      </p:sp>
      <p:sp>
        <p:nvSpPr>
          <p:cNvPr id="11" name="Slide Number Placeholder 9"/>
          <p:cNvSpPr>
            <a:spLocks noGrp="1"/>
          </p:cNvSpPr>
          <p:nvPr>
            <p:ph type="sldNum" sz="quarter" idx="36"/>
          </p:nvPr>
        </p:nvSpPr>
        <p:spPr/>
        <p:txBody>
          <a:bodyPr/>
          <a:lstStyle>
            <a:lvl1pPr>
              <a:defRPr/>
            </a:lvl1pPr>
          </a:lstStyle>
          <a:p>
            <a:fld id="{4835DA82-056E-9542-8819-BE1B86DFF077}" type="slidenum">
              <a:rPr lang="en-US" altLang="en-US"/>
              <a:pPr/>
              <a:t>‹#›</a:t>
            </a:fld>
            <a:endParaRPr lang="en-US" altLang="en-US"/>
          </a:p>
        </p:txBody>
      </p:sp>
      <p:sp>
        <p:nvSpPr>
          <p:cNvPr id="12" name="Footer Placeholder 12"/>
          <p:cNvSpPr>
            <a:spLocks noGrp="1"/>
          </p:cNvSpPr>
          <p:nvPr>
            <p:ph type="ftr" sz="quarter" idx="37"/>
          </p:nvPr>
        </p:nvSpPr>
        <p:spPr/>
        <p:txBody>
          <a:bodyPr/>
          <a:lstStyle>
            <a:lvl1pPr>
              <a:defRPr/>
            </a:lvl1pPr>
          </a:lstStyle>
          <a:p>
            <a:pPr>
              <a:defRPr/>
            </a:pPr>
            <a:r>
              <a:rPr lang="en-US"/>
              <a:t>Preferred Stock</a:t>
            </a:r>
          </a:p>
        </p:txBody>
      </p:sp>
    </p:spTree>
    <p:extLst>
      <p:ext uri="{BB962C8B-B14F-4D97-AF65-F5344CB8AC3E}">
        <p14:creationId xmlns:p14="http://schemas.microsoft.com/office/powerpoint/2010/main" val="113127977"/>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Matrix">
    <p:spTree>
      <p:nvGrpSpPr>
        <p:cNvPr id="1" name=""/>
        <p:cNvGrpSpPr/>
        <p:nvPr/>
      </p:nvGrpSpPr>
      <p:grpSpPr>
        <a:xfrm>
          <a:off x="0" y="0"/>
          <a:ext cx="0" cy="0"/>
          <a:chOff x="0" y="0"/>
          <a:chExt cx="0" cy="0"/>
        </a:xfrm>
      </p:grpSpPr>
      <p:sp>
        <p:nvSpPr>
          <p:cNvPr id="11" name="AutoShape 8"/>
          <p:cNvSpPr>
            <a:spLocks noChangeArrowheads="1"/>
          </p:cNvSpPr>
          <p:nvPr userDrawn="1"/>
        </p:nvSpPr>
        <p:spPr bwMode="auto">
          <a:xfrm rot="5400000">
            <a:off x="7797801" y="3117850"/>
            <a:ext cx="4406900" cy="1828800"/>
          </a:xfrm>
          <a:prstGeom prst="homePlate">
            <a:avLst>
              <a:gd name="adj" fmla="val 19772"/>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72000" tIns="72000" rIns="72000" bIns="72000" anchor="ctr"/>
          <a:lstStyle/>
          <a:p>
            <a:pPr>
              <a:defRPr/>
            </a:pPr>
            <a:endParaRPr lang="en-US" sz="1800">
              <a:latin typeface="Arial" charset="0"/>
              <a:ea typeface="+mn-ea"/>
            </a:endParaRPr>
          </a:p>
        </p:txBody>
      </p:sp>
      <p:sp>
        <p:nvSpPr>
          <p:cNvPr id="12" name="AutoShape 4"/>
          <p:cNvSpPr>
            <a:spLocks noChangeArrowheads="1"/>
          </p:cNvSpPr>
          <p:nvPr userDrawn="1"/>
        </p:nvSpPr>
        <p:spPr bwMode="auto">
          <a:xfrm rot="5400000">
            <a:off x="-277813" y="3122613"/>
            <a:ext cx="4416425" cy="1828800"/>
          </a:xfrm>
          <a:prstGeom prst="homePlate">
            <a:avLst>
              <a:gd name="adj" fmla="val 19749"/>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72000" tIns="72000" rIns="72000" bIns="72000" anchor="ctr"/>
          <a:lstStyle/>
          <a:p>
            <a:pPr>
              <a:defRPr/>
            </a:pPr>
            <a:endParaRPr lang="en-US" sz="1800">
              <a:latin typeface="Arial" charset="0"/>
              <a:ea typeface="+mn-ea"/>
            </a:endParaRPr>
          </a:p>
        </p:txBody>
      </p:sp>
      <p:sp>
        <p:nvSpPr>
          <p:cNvPr id="13" name="AutoShape 5"/>
          <p:cNvSpPr>
            <a:spLocks noChangeArrowheads="1"/>
          </p:cNvSpPr>
          <p:nvPr userDrawn="1"/>
        </p:nvSpPr>
        <p:spPr bwMode="auto">
          <a:xfrm rot="5400000">
            <a:off x="1741488" y="3122613"/>
            <a:ext cx="4416425" cy="1828800"/>
          </a:xfrm>
          <a:prstGeom prst="homePlate">
            <a:avLst>
              <a:gd name="adj" fmla="val 19749"/>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72000" tIns="72000" rIns="72000" bIns="72000" anchor="ctr"/>
          <a:lstStyle/>
          <a:p>
            <a:pPr>
              <a:defRPr/>
            </a:pPr>
            <a:endParaRPr lang="en-US" sz="1800">
              <a:latin typeface="Arial" charset="0"/>
              <a:ea typeface="+mn-ea"/>
            </a:endParaRPr>
          </a:p>
        </p:txBody>
      </p:sp>
      <p:sp>
        <p:nvSpPr>
          <p:cNvPr id="14" name="AutoShape 6"/>
          <p:cNvSpPr>
            <a:spLocks noChangeArrowheads="1"/>
          </p:cNvSpPr>
          <p:nvPr userDrawn="1"/>
        </p:nvSpPr>
        <p:spPr bwMode="auto">
          <a:xfrm rot="5400000">
            <a:off x="3758672" y="3122613"/>
            <a:ext cx="4416425" cy="1828800"/>
          </a:xfrm>
          <a:prstGeom prst="homePlate">
            <a:avLst>
              <a:gd name="adj" fmla="val 19772"/>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72000" tIns="72000" rIns="72000" bIns="72000" anchor="ctr"/>
          <a:lstStyle/>
          <a:p>
            <a:pPr>
              <a:defRPr/>
            </a:pPr>
            <a:endParaRPr lang="en-US" sz="1800">
              <a:latin typeface="Arial" charset="0"/>
              <a:ea typeface="+mn-ea"/>
            </a:endParaRPr>
          </a:p>
        </p:txBody>
      </p:sp>
      <p:sp>
        <p:nvSpPr>
          <p:cNvPr id="15" name="AutoShape 7"/>
          <p:cNvSpPr>
            <a:spLocks noChangeArrowheads="1"/>
          </p:cNvSpPr>
          <p:nvPr userDrawn="1"/>
        </p:nvSpPr>
        <p:spPr bwMode="auto">
          <a:xfrm rot="5400000">
            <a:off x="5777972" y="3122613"/>
            <a:ext cx="4416425" cy="1828800"/>
          </a:xfrm>
          <a:prstGeom prst="homePlate">
            <a:avLst>
              <a:gd name="adj" fmla="val 19749"/>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72000" tIns="72000" rIns="72000" bIns="72000" anchor="ctr"/>
          <a:lstStyle/>
          <a:p>
            <a:pPr>
              <a:defRPr/>
            </a:pPr>
            <a:endParaRPr lang="en-US" sz="1800">
              <a:latin typeface="Arial" charset="0"/>
              <a:ea typeface="+mn-ea"/>
            </a:endParaRPr>
          </a:p>
        </p:txBody>
      </p:sp>
      <p:sp>
        <p:nvSpPr>
          <p:cNvPr id="17" name="Text Placeholder 16"/>
          <p:cNvSpPr>
            <a:spLocks noGrp="1"/>
          </p:cNvSpPr>
          <p:nvPr>
            <p:ph type="body" sz="quarter" idx="10"/>
          </p:nvPr>
        </p:nvSpPr>
        <p:spPr>
          <a:xfrm>
            <a:off x="1016000" y="1417320"/>
            <a:ext cx="1828800" cy="457200"/>
          </a:xfrm>
          <a:prstGeom prst="rect">
            <a:avLst/>
          </a:prstGeom>
          <a:solidFill>
            <a:srgbClr val="4D4D4D"/>
          </a:solidFill>
        </p:spPr>
        <p:txBody>
          <a:bodyPr anchor="ctr"/>
          <a:lstStyle>
            <a:lvl1pPr marL="0" indent="0" algn="ctr">
              <a:spcBef>
                <a:spcPts val="0"/>
              </a:spcBef>
              <a:buNone/>
              <a:defRPr sz="1200" b="1">
                <a:solidFill>
                  <a:srgbClr val="FFFFFF"/>
                </a:solidFill>
              </a:defRPr>
            </a:lvl1pPr>
          </a:lstStyle>
          <a:p>
            <a:pPr lvl="0"/>
            <a:r>
              <a:rPr lang="en-US"/>
              <a:t>Click to edit Master text styles</a:t>
            </a:r>
          </a:p>
        </p:txBody>
      </p:sp>
      <p:sp>
        <p:nvSpPr>
          <p:cNvPr id="18" name="Text Placeholder 16"/>
          <p:cNvSpPr>
            <a:spLocks noGrp="1"/>
          </p:cNvSpPr>
          <p:nvPr>
            <p:ph type="body" sz="quarter" idx="11"/>
          </p:nvPr>
        </p:nvSpPr>
        <p:spPr>
          <a:xfrm>
            <a:off x="3035300" y="1417320"/>
            <a:ext cx="1828800" cy="457200"/>
          </a:xfrm>
          <a:prstGeom prst="rect">
            <a:avLst/>
          </a:prstGeom>
          <a:solidFill>
            <a:srgbClr val="4D4D4D"/>
          </a:solidFill>
        </p:spPr>
        <p:txBody>
          <a:bodyPr anchor="ctr"/>
          <a:lstStyle>
            <a:lvl1pPr marL="0" indent="0" algn="ctr">
              <a:spcBef>
                <a:spcPts val="0"/>
              </a:spcBef>
              <a:buNone/>
              <a:defRPr lang="en-US" sz="1200" b="1" kern="1200" dirty="0">
                <a:solidFill>
                  <a:srgbClr val="FFFFFF"/>
                </a:solidFill>
                <a:latin typeface="+mn-lt"/>
                <a:ea typeface="+mn-ea"/>
                <a:cs typeface="+mn-cs"/>
              </a:defRPr>
            </a:lvl1pPr>
          </a:lstStyle>
          <a:p>
            <a:pPr lvl="0"/>
            <a:r>
              <a:rPr lang="en-US"/>
              <a:t>Click to edit Master text styles</a:t>
            </a:r>
          </a:p>
        </p:txBody>
      </p:sp>
      <p:sp>
        <p:nvSpPr>
          <p:cNvPr id="19" name="Text Placeholder 16"/>
          <p:cNvSpPr>
            <a:spLocks noGrp="1"/>
          </p:cNvSpPr>
          <p:nvPr>
            <p:ph type="body" sz="quarter" idx="12"/>
          </p:nvPr>
        </p:nvSpPr>
        <p:spPr>
          <a:xfrm>
            <a:off x="5052484" y="1417320"/>
            <a:ext cx="1828800" cy="457200"/>
          </a:xfrm>
          <a:prstGeom prst="rect">
            <a:avLst/>
          </a:prstGeom>
          <a:solidFill>
            <a:srgbClr val="4D4D4D"/>
          </a:solidFill>
        </p:spPr>
        <p:txBody>
          <a:bodyPr anchor="ctr"/>
          <a:lstStyle>
            <a:lvl1pPr marL="0" indent="0" algn="ctr">
              <a:spcBef>
                <a:spcPts val="0"/>
              </a:spcBef>
              <a:buNone/>
              <a:defRPr lang="en-US" sz="1200" b="1" kern="1200" dirty="0">
                <a:solidFill>
                  <a:srgbClr val="FFFFFF"/>
                </a:solidFill>
                <a:latin typeface="+mn-lt"/>
                <a:ea typeface="+mn-ea"/>
                <a:cs typeface="+mn-cs"/>
              </a:defRPr>
            </a:lvl1pPr>
          </a:lstStyle>
          <a:p>
            <a:pPr lvl="0"/>
            <a:r>
              <a:rPr lang="en-US"/>
              <a:t>Click to edit Master text styles</a:t>
            </a:r>
          </a:p>
        </p:txBody>
      </p:sp>
      <p:sp>
        <p:nvSpPr>
          <p:cNvPr id="20" name="Text Placeholder 16"/>
          <p:cNvSpPr>
            <a:spLocks noGrp="1"/>
          </p:cNvSpPr>
          <p:nvPr>
            <p:ph type="body" sz="quarter" idx="13"/>
          </p:nvPr>
        </p:nvSpPr>
        <p:spPr>
          <a:xfrm>
            <a:off x="7071784" y="1417320"/>
            <a:ext cx="1828800" cy="457200"/>
          </a:xfrm>
          <a:prstGeom prst="rect">
            <a:avLst/>
          </a:prstGeom>
          <a:solidFill>
            <a:srgbClr val="4D4D4D"/>
          </a:solidFill>
        </p:spPr>
        <p:txBody>
          <a:bodyPr anchor="ctr"/>
          <a:lstStyle>
            <a:lvl1pPr marL="0" indent="0" algn="ctr">
              <a:spcBef>
                <a:spcPts val="0"/>
              </a:spcBef>
              <a:buNone/>
              <a:defRPr lang="en-US" sz="1200" b="1" kern="1200" dirty="0">
                <a:solidFill>
                  <a:srgbClr val="FFFFFF"/>
                </a:solidFill>
                <a:latin typeface="+mn-lt"/>
                <a:ea typeface="+mn-ea"/>
                <a:cs typeface="+mn-cs"/>
              </a:defRPr>
            </a:lvl1pPr>
          </a:lstStyle>
          <a:p>
            <a:pPr lvl="0"/>
            <a:r>
              <a:rPr lang="en-US"/>
              <a:t>Click to edit Master text styles</a:t>
            </a:r>
          </a:p>
        </p:txBody>
      </p:sp>
      <p:sp>
        <p:nvSpPr>
          <p:cNvPr id="21" name="Text Placeholder 16"/>
          <p:cNvSpPr>
            <a:spLocks noGrp="1"/>
          </p:cNvSpPr>
          <p:nvPr>
            <p:ph type="body" sz="quarter" idx="14"/>
          </p:nvPr>
        </p:nvSpPr>
        <p:spPr>
          <a:xfrm>
            <a:off x="9086851" y="1417320"/>
            <a:ext cx="1828800" cy="457200"/>
          </a:xfrm>
          <a:prstGeom prst="rect">
            <a:avLst/>
          </a:prstGeom>
          <a:solidFill>
            <a:srgbClr val="4D4D4D"/>
          </a:solidFill>
        </p:spPr>
        <p:txBody>
          <a:bodyPr anchor="ctr"/>
          <a:lstStyle>
            <a:lvl1pPr marL="0" indent="0" algn="ctr">
              <a:spcBef>
                <a:spcPts val="0"/>
              </a:spcBef>
              <a:buNone/>
              <a:defRPr lang="en-US" sz="1200" b="1" kern="1200" dirty="0">
                <a:solidFill>
                  <a:srgbClr val="FFFFFF"/>
                </a:solidFill>
                <a:latin typeface="+mn-lt"/>
                <a:ea typeface="+mn-ea"/>
                <a:cs typeface="+mn-cs"/>
              </a:defRPr>
            </a:lvl1pPr>
          </a:lstStyle>
          <a:p>
            <a:pPr lvl="0"/>
            <a:r>
              <a:rPr lang="en-US"/>
              <a:t>Click to edit Master text styles</a:t>
            </a:r>
          </a:p>
        </p:txBody>
      </p:sp>
      <p:sp>
        <p:nvSpPr>
          <p:cNvPr id="26" name="Text Placeholder 19"/>
          <p:cNvSpPr>
            <a:spLocks noGrp="1"/>
          </p:cNvSpPr>
          <p:nvPr>
            <p:ph type="body" sz="quarter" idx="15"/>
          </p:nvPr>
        </p:nvSpPr>
        <p:spPr>
          <a:xfrm>
            <a:off x="812800" y="2133601"/>
            <a:ext cx="10521696" cy="114300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vl4pPr marL="685800">
              <a:buClr>
                <a:srgbClr val="B01C2E"/>
              </a:buClr>
              <a:buFont typeface="Arial" pitchFamily="34" charset="0"/>
              <a:buChar char="–"/>
              <a:defRPr sz="1200"/>
            </a:lvl4pPr>
          </a:lstStyle>
          <a:p>
            <a:pPr lvl="0"/>
            <a:r>
              <a:rPr lang="en-US"/>
              <a:t>Click to edit Master text styles</a:t>
            </a:r>
          </a:p>
          <a:p>
            <a:pPr lvl="1"/>
            <a:r>
              <a:rPr lang="en-US"/>
              <a:t>Second level</a:t>
            </a:r>
          </a:p>
          <a:p>
            <a:pPr lvl="2"/>
            <a:r>
              <a:rPr lang="en-US"/>
              <a:t>Third level</a:t>
            </a:r>
          </a:p>
        </p:txBody>
      </p:sp>
      <p:sp>
        <p:nvSpPr>
          <p:cNvPr id="31" name="Text Placeholder 19"/>
          <p:cNvSpPr>
            <a:spLocks noGrp="1"/>
          </p:cNvSpPr>
          <p:nvPr>
            <p:ph type="body" sz="quarter" idx="21"/>
          </p:nvPr>
        </p:nvSpPr>
        <p:spPr>
          <a:xfrm>
            <a:off x="812800" y="3390901"/>
            <a:ext cx="10521696" cy="114300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vl4pPr>
              <a:defRPr lang="en-US" sz="1200" kern="1200" dirty="0">
                <a:solidFill>
                  <a:schemeClr val="tx1"/>
                </a:solidFill>
                <a:latin typeface="+mn-lt"/>
                <a:ea typeface="+mn-ea"/>
                <a:cs typeface="+mn-cs"/>
              </a:defRPr>
            </a:lvl4pPr>
          </a:lstStyle>
          <a:p>
            <a:pPr lvl="0"/>
            <a:r>
              <a:rPr lang="en-US"/>
              <a:t>Click to edit Master text styles</a:t>
            </a:r>
          </a:p>
          <a:p>
            <a:pPr lvl="1"/>
            <a:r>
              <a:rPr lang="en-US"/>
              <a:t>Second level</a:t>
            </a:r>
          </a:p>
          <a:p>
            <a:pPr lvl="2"/>
            <a:r>
              <a:rPr lang="en-US"/>
              <a:t>Third level</a:t>
            </a:r>
          </a:p>
        </p:txBody>
      </p:sp>
      <p:sp>
        <p:nvSpPr>
          <p:cNvPr id="32" name="Text Placeholder 19"/>
          <p:cNvSpPr>
            <a:spLocks noGrp="1"/>
          </p:cNvSpPr>
          <p:nvPr>
            <p:ph type="body" sz="quarter" idx="22"/>
          </p:nvPr>
        </p:nvSpPr>
        <p:spPr>
          <a:xfrm>
            <a:off x="812800" y="4648200"/>
            <a:ext cx="10521696" cy="114300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vl4pPr>
              <a:defRPr lang="en-US" sz="1200" kern="1200" dirty="0">
                <a:solidFill>
                  <a:schemeClr val="tx1"/>
                </a:solidFill>
                <a:latin typeface="+mn-lt"/>
                <a:ea typeface="+mn-ea"/>
                <a:cs typeface="+mn-cs"/>
              </a:defRPr>
            </a:lvl4pPr>
          </a:lstStyle>
          <a:p>
            <a:pPr lvl="0"/>
            <a:r>
              <a:rPr lang="en-US"/>
              <a:t>Click to edit Master text styles</a:t>
            </a:r>
          </a:p>
          <a:p>
            <a:pPr lvl="1"/>
            <a:r>
              <a:rPr lang="en-US"/>
              <a:t>Second level</a:t>
            </a:r>
          </a:p>
          <a:p>
            <a:pPr lvl="2"/>
            <a:r>
              <a:rPr lang="en-US"/>
              <a:t>Third level</a:t>
            </a:r>
          </a:p>
        </p:txBody>
      </p:sp>
      <p:sp>
        <p:nvSpPr>
          <p:cNvPr id="23"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6" name="Slide Number Placeholder 9"/>
          <p:cNvSpPr>
            <a:spLocks noGrp="1"/>
          </p:cNvSpPr>
          <p:nvPr>
            <p:ph type="sldNum" sz="quarter" idx="23"/>
          </p:nvPr>
        </p:nvSpPr>
        <p:spPr/>
        <p:txBody>
          <a:bodyPr/>
          <a:lstStyle>
            <a:lvl1pPr>
              <a:defRPr/>
            </a:lvl1pPr>
          </a:lstStyle>
          <a:p>
            <a:fld id="{4755A724-3117-D848-90FF-6F79FEC20653}" type="slidenum">
              <a:rPr lang="en-US" altLang="en-US"/>
              <a:pPr/>
              <a:t>‹#›</a:t>
            </a:fld>
            <a:endParaRPr lang="en-US" altLang="en-US"/>
          </a:p>
        </p:txBody>
      </p:sp>
      <p:sp>
        <p:nvSpPr>
          <p:cNvPr id="22" name="Footer Placeholder 21"/>
          <p:cNvSpPr>
            <a:spLocks noGrp="1"/>
          </p:cNvSpPr>
          <p:nvPr>
            <p:ph type="ftr" sz="quarter" idx="24"/>
          </p:nvPr>
        </p:nvSpPr>
        <p:spPr/>
        <p:txBody>
          <a:bodyPr/>
          <a:lstStyle>
            <a:lvl1pPr>
              <a:defRPr smtClean="0"/>
            </a:lvl1pPr>
          </a:lstStyle>
          <a:p>
            <a:pPr>
              <a:defRPr/>
            </a:pPr>
            <a:r>
              <a:rPr lang="en-US"/>
              <a:t>Preferred Stock</a:t>
            </a:r>
          </a:p>
        </p:txBody>
      </p:sp>
    </p:spTree>
    <p:extLst>
      <p:ext uri="{BB962C8B-B14F-4D97-AF65-F5344CB8AC3E}">
        <p14:creationId xmlns:p14="http://schemas.microsoft.com/office/powerpoint/2010/main" val="1871942132"/>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Text Blocks - Chevrons resulting From">
    <p:spTree>
      <p:nvGrpSpPr>
        <p:cNvPr id="1" name=""/>
        <p:cNvGrpSpPr/>
        <p:nvPr/>
      </p:nvGrpSpPr>
      <p:grpSpPr>
        <a:xfrm>
          <a:off x="0" y="0"/>
          <a:ext cx="0" cy="0"/>
          <a:chOff x="0" y="0"/>
          <a:chExt cx="0" cy="0"/>
        </a:xfrm>
      </p:grpSpPr>
      <p:sp>
        <p:nvSpPr>
          <p:cNvPr id="21" name="Text Placeholder 12"/>
          <p:cNvSpPr>
            <a:spLocks noGrp="1"/>
          </p:cNvSpPr>
          <p:nvPr>
            <p:ph type="body" sz="quarter" idx="18"/>
          </p:nvPr>
        </p:nvSpPr>
        <p:spPr>
          <a:xfrm>
            <a:off x="4364736" y="1444752"/>
            <a:ext cx="3462528" cy="3968496"/>
          </a:xfrm>
          <a:prstGeom prst="rect">
            <a:avLst/>
          </a:prstGeom>
        </p:spPr>
        <p:txBody>
          <a:bodyPr wrap="square" lIns="640080" rIns="640080" anchor="ctr" anchorCtr="1">
            <a:noAutofit/>
          </a:bodyPr>
          <a:lstStyle>
            <a:lvl1pPr marL="0" indent="0" algn="ctr">
              <a:spcBef>
                <a:spcPts val="0"/>
              </a:spcBef>
              <a:spcAft>
                <a:spcPts val="0"/>
              </a:spcAft>
              <a:buNone/>
              <a:defRPr sz="1200" b="1"/>
            </a:lvl1pPr>
          </a:lstStyle>
          <a:p>
            <a:pPr lvl="0"/>
            <a:r>
              <a:rPr lang="en-US"/>
              <a:t>Click to edit Master text styles</a:t>
            </a:r>
          </a:p>
        </p:txBody>
      </p:sp>
      <p:sp>
        <p:nvSpPr>
          <p:cNvPr id="14" name="Text Placeholder 19"/>
          <p:cNvSpPr>
            <a:spLocks noGrp="1"/>
          </p:cNvSpPr>
          <p:nvPr>
            <p:ph type="body" sz="quarter" idx="15"/>
          </p:nvPr>
        </p:nvSpPr>
        <p:spPr>
          <a:xfrm>
            <a:off x="7160768" y="1524000"/>
            <a:ext cx="4218432" cy="731520"/>
          </a:xfrm>
          <a:prstGeom prst="homePlate">
            <a:avLst>
              <a:gd name="adj" fmla="val 33249"/>
            </a:avLst>
          </a:prstGeom>
          <a:noFill/>
          <a:ln>
            <a:solidFill>
              <a:srgbClr val="B01C2E"/>
            </a:solidFill>
          </a:ln>
        </p:spPr>
        <p:txBody>
          <a:bodyPr wrap="square" lIns="91440" tIns="45720" rIns="18288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8" name="Text Placeholder 19"/>
          <p:cNvSpPr>
            <a:spLocks noGrp="1"/>
          </p:cNvSpPr>
          <p:nvPr>
            <p:ph type="body" sz="quarter" idx="31"/>
          </p:nvPr>
        </p:nvSpPr>
        <p:spPr>
          <a:xfrm flipH="1">
            <a:off x="812800" y="1524000"/>
            <a:ext cx="4218432" cy="731520"/>
          </a:xfrm>
          <a:prstGeom prst="homePlate">
            <a:avLst>
              <a:gd name="adj" fmla="val 33249"/>
            </a:avLst>
          </a:prstGeom>
          <a:noFill/>
          <a:ln>
            <a:solidFill>
              <a:srgbClr val="B01C2E"/>
            </a:solidFill>
          </a:ln>
        </p:spPr>
        <p:txBody>
          <a:bodyPr wrap="square" lIns="182880" tIns="45720" rIns="9144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9" name="Text Placeholder 19"/>
          <p:cNvSpPr>
            <a:spLocks noGrp="1"/>
          </p:cNvSpPr>
          <p:nvPr>
            <p:ph type="body" sz="quarter" idx="32"/>
          </p:nvPr>
        </p:nvSpPr>
        <p:spPr>
          <a:xfrm>
            <a:off x="7160768" y="2550160"/>
            <a:ext cx="4218432" cy="731520"/>
          </a:xfrm>
          <a:prstGeom prst="homePlate">
            <a:avLst>
              <a:gd name="adj" fmla="val 33249"/>
            </a:avLst>
          </a:prstGeom>
          <a:noFill/>
          <a:ln>
            <a:solidFill>
              <a:srgbClr val="B01C2E"/>
            </a:solidFill>
          </a:ln>
        </p:spPr>
        <p:txBody>
          <a:bodyPr wrap="square" lIns="91440" tIns="45720" rIns="18288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20" name="Text Placeholder 19"/>
          <p:cNvSpPr>
            <a:spLocks noGrp="1"/>
          </p:cNvSpPr>
          <p:nvPr>
            <p:ph type="body" sz="quarter" idx="33"/>
          </p:nvPr>
        </p:nvSpPr>
        <p:spPr>
          <a:xfrm flipH="1">
            <a:off x="812800" y="2550160"/>
            <a:ext cx="4218432" cy="731520"/>
          </a:xfrm>
          <a:prstGeom prst="homePlate">
            <a:avLst>
              <a:gd name="adj" fmla="val 33249"/>
            </a:avLst>
          </a:prstGeom>
          <a:noFill/>
          <a:ln>
            <a:solidFill>
              <a:srgbClr val="B01C2E"/>
            </a:solidFill>
          </a:ln>
        </p:spPr>
        <p:txBody>
          <a:bodyPr wrap="square" lIns="182880" tIns="45720" rIns="9144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28" name="Text Placeholder 19"/>
          <p:cNvSpPr>
            <a:spLocks noGrp="1"/>
          </p:cNvSpPr>
          <p:nvPr>
            <p:ph type="body" sz="quarter" idx="34"/>
          </p:nvPr>
        </p:nvSpPr>
        <p:spPr>
          <a:xfrm>
            <a:off x="7160768" y="3576320"/>
            <a:ext cx="4218432" cy="731520"/>
          </a:xfrm>
          <a:prstGeom prst="homePlate">
            <a:avLst>
              <a:gd name="adj" fmla="val 33249"/>
            </a:avLst>
          </a:prstGeom>
          <a:noFill/>
          <a:ln>
            <a:solidFill>
              <a:srgbClr val="B01C2E"/>
            </a:solidFill>
          </a:ln>
        </p:spPr>
        <p:txBody>
          <a:bodyPr wrap="square" lIns="91440" tIns="45720" rIns="18288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32" name="Text Placeholder 19"/>
          <p:cNvSpPr>
            <a:spLocks noGrp="1"/>
          </p:cNvSpPr>
          <p:nvPr>
            <p:ph type="body" sz="quarter" idx="35"/>
          </p:nvPr>
        </p:nvSpPr>
        <p:spPr>
          <a:xfrm flipH="1">
            <a:off x="812800" y="3576320"/>
            <a:ext cx="4218432" cy="731520"/>
          </a:xfrm>
          <a:prstGeom prst="homePlate">
            <a:avLst>
              <a:gd name="adj" fmla="val 33249"/>
            </a:avLst>
          </a:prstGeom>
          <a:noFill/>
          <a:ln>
            <a:solidFill>
              <a:srgbClr val="B01C2E"/>
            </a:solidFill>
          </a:ln>
        </p:spPr>
        <p:txBody>
          <a:bodyPr wrap="square" lIns="182880" tIns="45720" rIns="9144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33" name="Text Placeholder 19"/>
          <p:cNvSpPr>
            <a:spLocks noGrp="1"/>
          </p:cNvSpPr>
          <p:nvPr>
            <p:ph type="body" sz="quarter" idx="36"/>
          </p:nvPr>
        </p:nvSpPr>
        <p:spPr>
          <a:xfrm>
            <a:off x="7160768" y="4602480"/>
            <a:ext cx="4218432" cy="731520"/>
          </a:xfrm>
          <a:prstGeom prst="homePlate">
            <a:avLst>
              <a:gd name="adj" fmla="val 33249"/>
            </a:avLst>
          </a:prstGeom>
          <a:noFill/>
          <a:ln>
            <a:solidFill>
              <a:srgbClr val="B01C2E"/>
            </a:solidFill>
          </a:ln>
        </p:spPr>
        <p:txBody>
          <a:bodyPr wrap="square" lIns="91440" tIns="45720" rIns="18288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34" name="Text Placeholder 19"/>
          <p:cNvSpPr>
            <a:spLocks noGrp="1"/>
          </p:cNvSpPr>
          <p:nvPr>
            <p:ph type="body" sz="quarter" idx="37"/>
          </p:nvPr>
        </p:nvSpPr>
        <p:spPr>
          <a:xfrm flipH="1">
            <a:off x="812800" y="4602480"/>
            <a:ext cx="4218432" cy="731520"/>
          </a:xfrm>
          <a:prstGeom prst="homePlate">
            <a:avLst>
              <a:gd name="adj" fmla="val 33249"/>
            </a:avLst>
          </a:prstGeom>
          <a:noFill/>
          <a:ln>
            <a:solidFill>
              <a:srgbClr val="B01C2E"/>
            </a:solidFill>
          </a:ln>
        </p:spPr>
        <p:txBody>
          <a:bodyPr wrap="square" lIns="182880" tIns="45720" rIns="9144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3"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2" name="Slide Number Placeholder 9"/>
          <p:cNvSpPr>
            <a:spLocks noGrp="1"/>
          </p:cNvSpPr>
          <p:nvPr>
            <p:ph type="sldNum" sz="quarter" idx="38"/>
          </p:nvPr>
        </p:nvSpPr>
        <p:spPr/>
        <p:txBody>
          <a:bodyPr/>
          <a:lstStyle>
            <a:lvl1pPr>
              <a:defRPr/>
            </a:lvl1pPr>
          </a:lstStyle>
          <a:p>
            <a:fld id="{BA6B416F-5AE6-D74C-AE38-5D34E63DFA9A}" type="slidenum">
              <a:rPr lang="en-US" altLang="en-US"/>
              <a:pPr/>
              <a:t>‹#›</a:t>
            </a:fld>
            <a:endParaRPr lang="en-US" altLang="en-US"/>
          </a:p>
        </p:txBody>
      </p:sp>
      <p:sp>
        <p:nvSpPr>
          <p:cNvPr id="15" name="Footer Placeholder 12"/>
          <p:cNvSpPr>
            <a:spLocks noGrp="1"/>
          </p:cNvSpPr>
          <p:nvPr>
            <p:ph type="ftr" sz="quarter" idx="39"/>
          </p:nvPr>
        </p:nvSpPr>
        <p:spPr/>
        <p:txBody>
          <a:bodyPr/>
          <a:lstStyle>
            <a:lvl1pPr>
              <a:defRPr/>
            </a:lvl1pPr>
          </a:lstStyle>
          <a:p>
            <a:pPr>
              <a:defRPr/>
            </a:pPr>
            <a:r>
              <a:rPr lang="en-US"/>
              <a:t>Preferred Stock</a:t>
            </a:r>
          </a:p>
        </p:txBody>
      </p:sp>
    </p:spTree>
    <p:extLst>
      <p:ext uri="{BB962C8B-B14F-4D97-AF65-F5344CB8AC3E}">
        <p14:creationId xmlns:p14="http://schemas.microsoft.com/office/powerpoint/2010/main" val="1235410699"/>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ext Blocks - Chevrons leading to">
    <p:spTree>
      <p:nvGrpSpPr>
        <p:cNvPr id="1" name=""/>
        <p:cNvGrpSpPr/>
        <p:nvPr/>
      </p:nvGrpSpPr>
      <p:grpSpPr>
        <a:xfrm>
          <a:off x="0" y="0"/>
          <a:ext cx="0" cy="0"/>
          <a:chOff x="0" y="0"/>
          <a:chExt cx="0" cy="0"/>
        </a:xfrm>
      </p:grpSpPr>
      <p:sp>
        <p:nvSpPr>
          <p:cNvPr id="19" name="Text Placeholder 12"/>
          <p:cNvSpPr>
            <a:spLocks noGrp="1"/>
          </p:cNvSpPr>
          <p:nvPr>
            <p:ph type="body" sz="quarter" idx="18"/>
          </p:nvPr>
        </p:nvSpPr>
        <p:spPr>
          <a:xfrm>
            <a:off x="8331200" y="1420504"/>
            <a:ext cx="3450336" cy="4800600"/>
          </a:xfrm>
          <a:prstGeom prst="rect">
            <a:avLst/>
          </a:prstGeom>
          <a:noFill/>
          <a:ln>
            <a:solidFill>
              <a:srgbClr val="C0C0C0"/>
            </a:solidFill>
          </a:ln>
        </p:spPr>
        <p:txBody>
          <a:bodyPr wrap="square" lIns="91440" anchor="t" anchorCtr="0">
            <a:noAutofit/>
          </a:bodyPr>
          <a:lstStyle>
            <a:lvl1pPr marL="233363" indent="-233363" algn="l">
              <a:spcBef>
                <a:spcPts val="200"/>
              </a:spcBef>
              <a:buClr>
                <a:srgbClr val="B01C2E"/>
              </a:buClr>
              <a:buFont typeface="Wingdings 2" pitchFamily="18" charset="2"/>
              <a:buChar char=""/>
              <a:defRPr sz="1200" baseline="0"/>
            </a:lvl1pPr>
            <a:lvl2pPr marL="338138" indent="-173038">
              <a:spcBef>
                <a:spcPts val="200"/>
              </a:spcBef>
              <a:buClr>
                <a:srgbClr val="B01C2E"/>
              </a:buClr>
              <a:buFont typeface="Arial" pitchFamily="34" charset="0"/>
              <a:buChar char="•"/>
              <a:tabLst/>
              <a:defRPr sz="1200" baseline="0"/>
            </a:lvl2pPr>
            <a:lvl3pPr marL="502920" indent="-173038">
              <a:spcBef>
                <a:spcPts val="200"/>
              </a:spcBef>
              <a:buClr>
                <a:srgbClr val="B01C2E"/>
              </a:buClr>
              <a:buFont typeface="Arial" pitchFamily="34" charset="0"/>
              <a:buChar char="–"/>
              <a:defRPr sz="1200" baseline="0"/>
            </a:lvl3pPr>
            <a:lvl4pPr marL="685800" indent="-173736">
              <a:spcBef>
                <a:spcPts val="200"/>
              </a:spcBef>
              <a:buClr>
                <a:srgbClr val="B01C2E"/>
              </a:buClr>
              <a:buFont typeface="Arial" pitchFamily="34" charset="0"/>
              <a:buChar char="–"/>
              <a:tabLst/>
              <a:defRPr sz="1200"/>
            </a:lvl4pPr>
            <a:lvl5pPr marL="850392" indent="-173736">
              <a:spcBef>
                <a:spcPts val="200"/>
              </a:spcBef>
              <a:buClr>
                <a:srgbClr val="B01C2E"/>
              </a:buClr>
              <a:buFont typeface="Arial" pitchFamily="34" charset="0"/>
              <a:buChar char="–"/>
              <a:defRPr sz="1200"/>
            </a:lvl5pPr>
            <a:lvl6pPr marL="1115568">
              <a:buClr>
                <a:srgbClr val="B01C1A"/>
              </a:buClr>
              <a:buFont typeface="Arial" pitchFamily="34" charset="0"/>
              <a:buChar char="–"/>
              <a:defRPr sz="1200"/>
            </a:lvl6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Text Placeholder 19"/>
          <p:cNvSpPr>
            <a:spLocks noGrp="1"/>
          </p:cNvSpPr>
          <p:nvPr>
            <p:ph type="body" sz="quarter" idx="15"/>
          </p:nvPr>
        </p:nvSpPr>
        <p:spPr>
          <a:xfrm>
            <a:off x="670560" y="1554480"/>
            <a:ext cx="7376160" cy="96012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118872" indent="-118872">
              <a:spcBef>
                <a:spcPts val="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1" name="Text Placeholder 19"/>
          <p:cNvSpPr>
            <a:spLocks noGrp="1"/>
          </p:cNvSpPr>
          <p:nvPr>
            <p:ph type="body" sz="quarter" idx="21"/>
          </p:nvPr>
        </p:nvSpPr>
        <p:spPr>
          <a:xfrm>
            <a:off x="670560" y="2748280"/>
            <a:ext cx="7376160" cy="96012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118872" indent="-118872">
              <a:spcBef>
                <a:spcPts val="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2" name="Text Placeholder 19"/>
          <p:cNvSpPr>
            <a:spLocks noGrp="1"/>
          </p:cNvSpPr>
          <p:nvPr>
            <p:ph type="body" sz="quarter" idx="22"/>
          </p:nvPr>
        </p:nvSpPr>
        <p:spPr>
          <a:xfrm>
            <a:off x="670560" y="3942080"/>
            <a:ext cx="7376160" cy="96012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118872" indent="-118872">
              <a:spcBef>
                <a:spcPts val="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6" name="Text Placeholder 19"/>
          <p:cNvSpPr>
            <a:spLocks noGrp="1"/>
          </p:cNvSpPr>
          <p:nvPr>
            <p:ph type="body" sz="quarter" idx="23"/>
          </p:nvPr>
        </p:nvSpPr>
        <p:spPr>
          <a:xfrm>
            <a:off x="670560" y="5135880"/>
            <a:ext cx="7376160" cy="96012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118872" indent="-118872">
              <a:spcBef>
                <a:spcPts val="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9"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8" name="Slide Number Placeholder 9"/>
          <p:cNvSpPr>
            <a:spLocks noGrp="1"/>
          </p:cNvSpPr>
          <p:nvPr>
            <p:ph type="sldNum" sz="quarter" idx="24"/>
          </p:nvPr>
        </p:nvSpPr>
        <p:spPr/>
        <p:txBody>
          <a:bodyPr/>
          <a:lstStyle>
            <a:lvl1pPr>
              <a:defRPr/>
            </a:lvl1pPr>
          </a:lstStyle>
          <a:p>
            <a:fld id="{12EFD6B5-614C-464C-AC16-8E45A0815BB5}" type="slidenum">
              <a:rPr lang="en-US" altLang="en-US"/>
              <a:pPr/>
              <a:t>‹#›</a:t>
            </a:fld>
            <a:endParaRPr lang="en-US" altLang="en-US"/>
          </a:p>
        </p:txBody>
      </p:sp>
      <p:sp>
        <p:nvSpPr>
          <p:cNvPr id="13" name="Footer Placeholder 12"/>
          <p:cNvSpPr>
            <a:spLocks noGrp="1"/>
          </p:cNvSpPr>
          <p:nvPr>
            <p:ph type="ftr" sz="quarter" idx="25"/>
          </p:nvPr>
        </p:nvSpPr>
        <p:spPr/>
        <p:txBody>
          <a:bodyPr/>
          <a:lstStyle>
            <a:lvl1pPr>
              <a:defRPr/>
            </a:lvl1pPr>
          </a:lstStyle>
          <a:p>
            <a:pPr>
              <a:defRPr/>
            </a:pPr>
            <a:r>
              <a:rPr lang="en-US"/>
              <a:t>Preferred Stock</a:t>
            </a:r>
          </a:p>
        </p:txBody>
      </p:sp>
    </p:spTree>
    <p:extLst>
      <p:ext uri="{BB962C8B-B14F-4D97-AF65-F5344CB8AC3E}">
        <p14:creationId xmlns:p14="http://schemas.microsoft.com/office/powerpoint/2010/main" val="1706955121"/>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Phases and threads with arrows">
    <p:spTree>
      <p:nvGrpSpPr>
        <p:cNvPr id="1" name=""/>
        <p:cNvGrpSpPr/>
        <p:nvPr/>
      </p:nvGrpSpPr>
      <p:grpSpPr>
        <a:xfrm>
          <a:off x="0" y="0"/>
          <a:ext cx="0" cy="0"/>
          <a:chOff x="0" y="0"/>
          <a:chExt cx="0" cy="0"/>
        </a:xfrm>
      </p:grpSpPr>
      <p:sp>
        <p:nvSpPr>
          <p:cNvPr id="32" name="Text Placeholder 19"/>
          <p:cNvSpPr>
            <a:spLocks noGrp="1"/>
          </p:cNvSpPr>
          <p:nvPr>
            <p:ph type="body" sz="quarter" idx="15"/>
          </p:nvPr>
        </p:nvSpPr>
        <p:spPr>
          <a:xfrm>
            <a:off x="406400" y="2362200"/>
            <a:ext cx="8156448" cy="941832"/>
          </a:xfrm>
          <a:prstGeom prst="homePlate">
            <a:avLst>
              <a:gd name="adj" fmla="val 50223"/>
            </a:avLst>
          </a:prstGeom>
          <a:gradFill flip="none" rotWithShape="1">
            <a:gsLst>
              <a:gs pos="0">
                <a:srgbClr val="000000">
                  <a:tint val="66000"/>
                  <a:satMod val="160000"/>
                </a:srgbClr>
              </a:gs>
              <a:gs pos="50000">
                <a:srgbClr val="000000">
                  <a:tint val="44500"/>
                  <a:satMod val="160000"/>
                </a:srgbClr>
              </a:gs>
              <a:gs pos="100000">
                <a:srgbClr val="000000">
                  <a:tint val="23500"/>
                  <a:satMod val="160000"/>
                </a:srgbClr>
              </a:gs>
            </a:gsLst>
            <a:lin ang="10800000" scaled="1"/>
            <a:tileRect/>
          </a:gradFill>
          <a:ln>
            <a:noFill/>
          </a:ln>
        </p:spPr>
        <p:txBody>
          <a:bodyPr wrap="square" lIns="91440" tIns="45720" rIns="5029200" bIns="45720" anchor="ctr">
            <a:noAutofit/>
          </a:bodyPr>
          <a:lstStyle>
            <a:lvl1pPr marL="0" indent="0">
              <a:spcBef>
                <a:spcPts val="0"/>
              </a:spcBef>
              <a:buClr>
                <a:schemeClr val="accent1"/>
              </a:buClr>
              <a:buFont typeface="Wingdings" pitchFamily="2" charset="2"/>
              <a:buNone/>
              <a:defRPr sz="1000" b="1"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p:txBody>
      </p:sp>
      <p:sp>
        <p:nvSpPr>
          <p:cNvPr id="33" name="Text Placeholder 19"/>
          <p:cNvSpPr>
            <a:spLocks noGrp="1"/>
          </p:cNvSpPr>
          <p:nvPr>
            <p:ph type="body" sz="quarter" idx="33"/>
          </p:nvPr>
        </p:nvSpPr>
        <p:spPr>
          <a:xfrm>
            <a:off x="406400" y="3491484"/>
            <a:ext cx="8128000" cy="941832"/>
          </a:xfrm>
          <a:prstGeom prst="homePlate">
            <a:avLst>
              <a:gd name="adj" fmla="val 50223"/>
            </a:avLst>
          </a:prstGeom>
          <a:gradFill flip="none" rotWithShape="1">
            <a:gsLst>
              <a:gs pos="0">
                <a:srgbClr val="000000">
                  <a:tint val="66000"/>
                  <a:satMod val="160000"/>
                </a:srgbClr>
              </a:gs>
              <a:gs pos="50000">
                <a:srgbClr val="000000">
                  <a:tint val="44500"/>
                  <a:satMod val="160000"/>
                </a:srgbClr>
              </a:gs>
              <a:gs pos="100000">
                <a:srgbClr val="000000">
                  <a:tint val="23500"/>
                  <a:satMod val="160000"/>
                </a:srgbClr>
              </a:gs>
            </a:gsLst>
            <a:lin ang="10800000" scaled="1"/>
            <a:tileRect/>
          </a:gradFill>
          <a:ln>
            <a:noFill/>
          </a:ln>
        </p:spPr>
        <p:txBody>
          <a:bodyPr wrap="square" lIns="91440" tIns="45720" rIns="5029200" bIns="45720" anchor="ctr">
            <a:noAutofit/>
          </a:bodyPr>
          <a:lstStyle>
            <a:lvl1pPr marL="0" indent="0">
              <a:spcBef>
                <a:spcPts val="0"/>
              </a:spcBef>
              <a:buClr>
                <a:schemeClr val="accent1"/>
              </a:buClr>
              <a:buFont typeface="Wingdings" pitchFamily="2" charset="2"/>
              <a:buNone/>
              <a:defRPr sz="1000" b="1"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p:txBody>
      </p:sp>
      <p:sp>
        <p:nvSpPr>
          <p:cNvPr id="36" name="Text Placeholder 19"/>
          <p:cNvSpPr>
            <a:spLocks noGrp="1"/>
          </p:cNvSpPr>
          <p:nvPr>
            <p:ph type="body" sz="quarter" idx="34"/>
          </p:nvPr>
        </p:nvSpPr>
        <p:spPr>
          <a:xfrm>
            <a:off x="406400" y="4620768"/>
            <a:ext cx="8128000" cy="941832"/>
          </a:xfrm>
          <a:prstGeom prst="homePlate">
            <a:avLst>
              <a:gd name="adj" fmla="val 50223"/>
            </a:avLst>
          </a:prstGeom>
          <a:gradFill flip="none" rotWithShape="1">
            <a:gsLst>
              <a:gs pos="0">
                <a:srgbClr val="000000">
                  <a:tint val="66000"/>
                  <a:satMod val="160000"/>
                </a:srgbClr>
              </a:gs>
              <a:gs pos="50000">
                <a:srgbClr val="000000">
                  <a:tint val="44500"/>
                  <a:satMod val="160000"/>
                </a:srgbClr>
              </a:gs>
              <a:gs pos="100000">
                <a:srgbClr val="000000">
                  <a:tint val="23500"/>
                  <a:satMod val="160000"/>
                </a:srgbClr>
              </a:gs>
            </a:gsLst>
            <a:lin ang="10800000" scaled="1"/>
            <a:tileRect/>
          </a:gradFill>
          <a:ln>
            <a:noFill/>
          </a:ln>
        </p:spPr>
        <p:txBody>
          <a:bodyPr wrap="square" lIns="91440" tIns="45720" rIns="5029200" bIns="45720" anchor="ctr">
            <a:noAutofit/>
          </a:bodyPr>
          <a:lstStyle>
            <a:lvl1pPr marL="0" indent="0">
              <a:spcBef>
                <a:spcPts val="0"/>
              </a:spcBef>
              <a:buClr>
                <a:schemeClr val="accent1"/>
              </a:buClr>
              <a:buFont typeface="Wingdings" pitchFamily="2" charset="2"/>
              <a:buNone/>
              <a:defRPr sz="1000" b="1"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p:txBody>
      </p:sp>
      <p:sp>
        <p:nvSpPr>
          <p:cNvPr id="26" name="Text Placeholder 25"/>
          <p:cNvSpPr>
            <a:spLocks noGrp="1"/>
          </p:cNvSpPr>
          <p:nvPr>
            <p:ph type="body" sz="quarter" idx="21"/>
          </p:nvPr>
        </p:nvSpPr>
        <p:spPr>
          <a:xfrm>
            <a:off x="8548577" y="1417320"/>
            <a:ext cx="2804160" cy="429768"/>
          </a:xfrm>
          <a:prstGeom prst="rect">
            <a:avLst/>
          </a:prstGeom>
          <a:solidFill>
            <a:srgbClr val="B01C2E"/>
          </a:solidFill>
          <a:ln>
            <a:solidFill>
              <a:srgbClr val="B01C2E"/>
            </a:solidFill>
          </a:ln>
        </p:spPr>
        <p:txBody>
          <a:bodyPr anchor="ctr"/>
          <a:lstStyle>
            <a:lvl1pPr algn="ctr">
              <a:buNone/>
              <a:defRPr sz="1200" b="1">
                <a:solidFill>
                  <a:srgbClr val="FFFFFF"/>
                </a:solidFill>
              </a:defRPr>
            </a:lvl1pPr>
          </a:lstStyle>
          <a:p>
            <a:pPr lvl="0"/>
            <a:r>
              <a:rPr lang="en-US"/>
              <a:t>Click to edit Master text styles</a:t>
            </a:r>
          </a:p>
        </p:txBody>
      </p:sp>
      <p:sp>
        <p:nvSpPr>
          <p:cNvPr id="17" name="Text Placeholder 12"/>
          <p:cNvSpPr>
            <a:spLocks noGrp="1"/>
          </p:cNvSpPr>
          <p:nvPr>
            <p:ph type="body" sz="quarter" idx="27"/>
          </p:nvPr>
        </p:nvSpPr>
        <p:spPr>
          <a:xfrm>
            <a:off x="5854700" y="2136788"/>
            <a:ext cx="1975104" cy="3657600"/>
          </a:xfrm>
          <a:prstGeom prst="rect">
            <a:avLst/>
          </a:prstGeom>
          <a:solidFill>
            <a:srgbClr val="FFFFFF"/>
          </a:solidFill>
          <a:ln>
            <a:solidFill>
              <a:srgbClr val="C0C0C0"/>
            </a:solidFill>
          </a:ln>
        </p:spPr>
        <p:txBody>
          <a:bodyPr wrap="square" lIns="91440" anchor="t" anchorCtr="0">
            <a:noAutofit/>
          </a:bodyPr>
          <a:lstStyle>
            <a:lvl1pPr marL="233363" indent="-233363" algn="l">
              <a:spcBef>
                <a:spcPts val="200"/>
              </a:spcBef>
              <a:buClr>
                <a:srgbClr val="B01C2E"/>
              </a:buClr>
              <a:buFont typeface="Wingdings 2" pitchFamily="18" charset="2"/>
              <a:buChar char=""/>
              <a:defRPr sz="1000" baseline="0"/>
            </a:lvl1pPr>
            <a:lvl2pPr marL="338138" indent="-173038">
              <a:spcBef>
                <a:spcPts val="200"/>
              </a:spcBef>
              <a:buClr>
                <a:srgbClr val="B01C2E"/>
              </a:buClr>
              <a:buFont typeface="Arial" pitchFamily="34" charset="0"/>
              <a:buChar char="•"/>
              <a:tabLst/>
              <a:defRPr sz="1000" baseline="0"/>
            </a:lvl2pPr>
            <a:lvl3pPr marL="502920" indent="-173038">
              <a:spcBef>
                <a:spcPts val="200"/>
              </a:spcBef>
              <a:buClr>
                <a:srgbClr val="B01C2E"/>
              </a:buClr>
              <a:buFont typeface="Arial" pitchFamily="34" charset="0"/>
              <a:buChar char="–"/>
              <a:defRPr sz="1000" baseline="0"/>
            </a:lvl3pPr>
            <a:lvl4pPr marL="685800" indent="-173736">
              <a:spcBef>
                <a:spcPts val="200"/>
              </a:spcBef>
              <a:buClr>
                <a:srgbClr val="B01C2E"/>
              </a:buClr>
              <a:buFont typeface="Arial" pitchFamily="34" charset="0"/>
              <a:buChar char="–"/>
              <a:tabLst/>
              <a:defRPr sz="1000"/>
            </a:lvl4pPr>
            <a:lvl5pPr marL="850392" indent="-173736">
              <a:spcBef>
                <a:spcPts val="200"/>
              </a:spcBef>
              <a:buClr>
                <a:srgbClr val="B01C2E"/>
              </a:buClr>
              <a:buFont typeface="Arial" pitchFamily="34" charset="0"/>
              <a:buChar char="–"/>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8" name="Text Placeholder 12"/>
          <p:cNvSpPr>
            <a:spLocks noGrp="1"/>
          </p:cNvSpPr>
          <p:nvPr>
            <p:ph type="body" sz="quarter" idx="28"/>
          </p:nvPr>
        </p:nvSpPr>
        <p:spPr>
          <a:xfrm>
            <a:off x="3698748" y="2136788"/>
            <a:ext cx="1975104" cy="3657600"/>
          </a:xfrm>
          <a:prstGeom prst="rect">
            <a:avLst/>
          </a:prstGeom>
          <a:solidFill>
            <a:srgbClr val="FFFFFF"/>
          </a:solidFill>
          <a:ln>
            <a:solidFill>
              <a:srgbClr val="C0C0C0"/>
            </a:solidFill>
          </a:ln>
        </p:spPr>
        <p:txBody>
          <a:bodyPr wrap="square" lIns="91440" anchor="t" anchorCtr="0">
            <a:noAutofit/>
          </a:bodyPr>
          <a:lstStyle>
            <a:lvl1pPr marL="233363" indent="-233363" algn="l">
              <a:spcBef>
                <a:spcPts val="200"/>
              </a:spcBef>
              <a:buClr>
                <a:srgbClr val="B01C2E"/>
              </a:buClr>
              <a:buFont typeface="Wingdings 2" pitchFamily="18" charset="2"/>
              <a:buChar char=""/>
              <a:defRPr sz="1000" baseline="0"/>
            </a:lvl1pPr>
            <a:lvl2pPr marL="338138" indent="-173038">
              <a:spcBef>
                <a:spcPts val="200"/>
              </a:spcBef>
              <a:buClr>
                <a:srgbClr val="B01C2E"/>
              </a:buClr>
              <a:buFont typeface="Arial" pitchFamily="34" charset="0"/>
              <a:buChar char="•"/>
              <a:tabLst/>
              <a:defRPr sz="1000" baseline="0"/>
            </a:lvl2pPr>
            <a:lvl3pPr marL="502920" indent="-173038">
              <a:spcBef>
                <a:spcPts val="200"/>
              </a:spcBef>
              <a:buClr>
                <a:srgbClr val="B01C2E"/>
              </a:buClr>
              <a:buFont typeface="Arial" pitchFamily="34" charset="0"/>
              <a:buChar char="–"/>
              <a:defRPr sz="1000" baseline="0"/>
            </a:lvl3pPr>
            <a:lvl4pPr marL="685800" indent="-173736">
              <a:spcBef>
                <a:spcPts val="200"/>
              </a:spcBef>
              <a:buClr>
                <a:srgbClr val="B01C2E"/>
              </a:buClr>
              <a:buFont typeface="Arial" pitchFamily="34" charset="0"/>
              <a:buChar char="–"/>
              <a:tabLst/>
              <a:defRPr sz="1000"/>
            </a:lvl4pPr>
            <a:lvl5pPr marL="850392" indent="-173736">
              <a:spcBef>
                <a:spcPts val="200"/>
              </a:spcBef>
              <a:buClr>
                <a:srgbClr val="B01C2E"/>
              </a:buClr>
              <a:buFont typeface="Arial" pitchFamily="34" charset="0"/>
              <a:buChar char="–"/>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Text Placeholder 12"/>
          <p:cNvSpPr>
            <a:spLocks noGrp="1"/>
          </p:cNvSpPr>
          <p:nvPr>
            <p:ph type="body" sz="quarter" idx="29"/>
          </p:nvPr>
        </p:nvSpPr>
        <p:spPr>
          <a:xfrm>
            <a:off x="1542796" y="2136788"/>
            <a:ext cx="1975104" cy="3657600"/>
          </a:xfrm>
          <a:prstGeom prst="rect">
            <a:avLst/>
          </a:prstGeom>
          <a:solidFill>
            <a:srgbClr val="FFFFFF"/>
          </a:solidFill>
          <a:ln>
            <a:solidFill>
              <a:srgbClr val="C0C0C0"/>
            </a:solidFill>
          </a:ln>
        </p:spPr>
        <p:txBody>
          <a:bodyPr wrap="square" lIns="91440" anchor="t" anchorCtr="0">
            <a:noAutofit/>
          </a:bodyPr>
          <a:lstStyle>
            <a:lvl1pPr marL="233363" indent="-233363" algn="l">
              <a:spcBef>
                <a:spcPts val="200"/>
              </a:spcBef>
              <a:buClr>
                <a:srgbClr val="B01C2E"/>
              </a:buClr>
              <a:buFont typeface="Wingdings 2" pitchFamily="18" charset="2"/>
              <a:buChar char=""/>
              <a:defRPr sz="1000" baseline="0"/>
            </a:lvl1pPr>
            <a:lvl2pPr marL="338138" indent="-173038">
              <a:spcBef>
                <a:spcPts val="200"/>
              </a:spcBef>
              <a:buClr>
                <a:srgbClr val="B01C2E"/>
              </a:buClr>
              <a:buFont typeface="Arial" pitchFamily="34" charset="0"/>
              <a:buChar char="•"/>
              <a:tabLst/>
              <a:defRPr sz="1000" baseline="0"/>
            </a:lvl2pPr>
            <a:lvl3pPr marL="502920" indent="-173038">
              <a:spcBef>
                <a:spcPts val="200"/>
              </a:spcBef>
              <a:buClr>
                <a:srgbClr val="B01C2E"/>
              </a:buClr>
              <a:buFont typeface="Arial" pitchFamily="34" charset="0"/>
              <a:buChar char="–"/>
              <a:defRPr sz="1000" baseline="0"/>
            </a:lvl3pPr>
            <a:lvl4pPr marL="685800" indent="-173736">
              <a:spcBef>
                <a:spcPts val="200"/>
              </a:spcBef>
              <a:buClr>
                <a:srgbClr val="B01C2E"/>
              </a:buClr>
              <a:buFont typeface="Arial" pitchFamily="34" charset="0"/>
              <a:buChar char="–"/>
              <a:tabLst/>
              <a:defRPr sz="1000"/>
            </a:lvl4pPr>
            <a:lvl5pPr marL="850392" indent="-173736">
              <a:spcBef>
                <a:spcPts val="200"/>
              </a:spcBef>
              <a:buClr>
                <a:srgbClr val="B01C2E"/>
              </a:buClr>
              <a:buFont typeface="Arial" pitchFamily="34" charset="0"/>
              <a:buChar char="–"/>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0" name="Text Placeholder 25"/>
          <p:cNvSpPr>
            <a:spLocks noGrp="1"/>
          </p:cNvSpPr>
          <p:nvPr>
            <p:ph type="body" sz="quarter" idx="30"/>
          </p:nvPr>
        </p:nvSpPr>
        <p:spPr>
          <a:xfrm>
            <a:off x="1542796" y="1738919"/>
            <a:ext cx="1975104" cy="384048"/>
          </a:xfrm>
          <a:prstGeom prst="rect">
            <a:avLst/>
          </a:prstGeom>
          <a:solidFill>
            <a:srgbClr val="4D4D4D"/>
          </a:solidFill>
          <a:ln>
            <a:solidFill>
              <a:srgbClr val="4D4D4D"/>
            </a:solidFill>
          </a:ln>
        </p:spPr>
        <p:txBody>
          <a:bodyPr anchor="ctr"/>
          <a:lstStyle>
            <a:lvl1pPr algn="ctr">
              <a:buNone/>
              <a:defRPr sz="1000" b="1">
                <a:solidFill>
                  <a:srgbClr val="FFFFFF"/>
                </a:solidFill>
              </a:defRPr>
            </a:lvl1pPr>
          </a:lstStyle>
          <a:p>
            <a:pPr lvl="0"/>
            <a:r>
              <a:rPr lang="en-US"/>
              <a:t>Click to edit Master text styles</a:t>
            </a:r>
          </a:p>
        </p:txBody>
      </p:sp>
      <p:sp>
        <p:nvSpPr>
          <p:cNvPr id="21" name="Text Placeholder 25"/>
          <p:cNvSpPr>
            <a:spLocks noGrp="1"/>
          </p:cNvSpPr>
          <p:nvPr>
            <p:ph type="body" sz="quarter" idx="31"/>
          </p:nvPr>
        </p:nvSpPr>
        <p:spPr>
          <a:xfrm>
            <a:off x="3698748" y="1738919"/>
            <a:ext cx="1975104" cy="384048"/>
          </a:xfrm>
          <a:prstGeom prst="rect">
            <a:avLst/>
          </a:prstGeom>
          <a:solidFill>
            <a:srgbClr val="4D4D4D"/>
          </a:solidFill>
          <a:ln>
            <a:solidFill>
              <a:srgbClr val="4D4D4D"/>
            </a:solidFill>
          </a:ln>
        </p:spPr>
        <p:txBody>
          <a:bodyPr anchor="ctr"/>
          <a:lstStyle>
            <a:lvl1pPr algn="ctr">
              <a:buNone/>
              <a:defRPr sz="1000" b="1">
                <a:solidFill>
                  <a:srgbClr val="FFFFFF"/>
                </a:solidFill>
              </a:defRPr>
            </a:lvl1pPr>
          </a:lstStyle>
          <a:p>
            <a:pPr lvl="0"/>
            <a:r>
              <a:rPr lang="en-US"/>
              <a:t>Click to edit Master text styles</a:t>
            </a:r>
          </a:p>
        </p:txBody>
      </p:sp>
      <p:sp>
        <p:nvSpPr>
          <p:cNvPr id="25" name="Text Placeholder 25"/>
          <p:cNvSpPr>
            <a:spLocks noGrp="1"/>
          </p:cNvSpPr>
          <p:nvPr>
            <p:ph type="body" sz="quarter" idx="32"/>
          </p:nvPr>
        </p:nvSpPr>
        <p:spPr>
          <a:xfrm>
            <a:off x="5854700" y="1738919"/>
            <a:ext cx="1975104" cy="384048"/>
          </a:xfrm>
          <a:prstGeom prst="rect">
            <a:avLst/>
          </a:prstGeom>
          <a:solidFill>
            <a:srgbClr val="4D4D4D"/>
          </a:solidFill>
          <a:ln>
            <a:solidFill>
              <a:srgbClr val="4D4D4D"/>
            </a:solidFill>
          </a:ln>
        </p:spPr>
        <p:txBody>
          <a:bodyPr anchor="ctr"/>
          <a:lstStyle>
            <a:lvl1pPr algn="ctr">
              <a:buNone/>
              <a:defRPr sz="1000" b="1">
                <a:solidFill>
                  <a:srgbClr val="FFFFFF"/>
                </a:solidFill>
              </a:defRPr>
            </a:lvl1pPr>
          </a:lstStyle>
          <a:p>
            <a:pPr lvl="0"/>
            <a:r>
              <a:rPr lang="en-US"/>
              <a:t>Click to edit Master text styles</a:t>
            </a:r>
          </a:p>
        </p:txBody>
      </p:sp>
      <p:sp>
        <p:nvSpPr>
          <p:cNvPr id="15"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6" name="Content Placeholder 10"/>
          <p:cNvSpPr>
            <a:spLocks noGrp="1"/>
          </p:cNvSpPr>
          <p:nvPr>
            <p:ph sz="quarter" idx="20"/>
          </p:nvPr>
        </p:nvSpPr>
        <p:spPr>
          <a:xfrm>
            <a:off x="8548577" y="1861185"/>
            <a:ext cx="2804160" cy="4206240"/>
          </a:xfrm>
          <a:prstGeom prst="rect">
            <a:avLst/>
          </a:prstGeom>
          <a:solidFill>
            <a:srgbClr val="FFFFFF"/>
          </a:solidFill>
          <a:ln>
            <a:solidFill>
              <a:srgbClr val="C0C0C0"/>
            </a:solidFill>
          </a:ln>
        </p:spPr>
        <p:txBody>
          <a:bodyPr rIns="457200"/>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p:txBody>
      </p:sp>
      <p:sp>
        <p:nvSpPr>
          <p:cNvPr id="14" name="Slide Number Placeholder 9"/>
          <p:cNvSpPr>
            <a:spLocks noGrp="1"/>
          </p:cNvSpPr>
          <p:nvPr>
            <p:ph type="sldNum" sz="quarter" idx="35"/>
          </p:nvPr>
        </p:nvSpPr>
        <p:spPr/>
        <p:txBody>
          <a:bodyPr/>
          <a:lstStyle>
            <a:lvl1pPr>
              <a:defRPr/>
            </a:lvl1pPr>
          </a:lstStyle>
          <a:p>
            <a:fld id="{08AE5534-AA48-F74E-87DE-645A72BA9DD1}" type="slidenum">
              <a:rPr lang="en-US" altLang="en-US"/>
              <a:pPr/>
              <a:t>‹#›</a:t>
            </a:fld>
            <a:endParaRPr lang="en-US" altLang="en-US"/>
          </a:p>
        </p:txBody>
      </p:sp>
      <p:sp>
        <p:nvSpPr>
          <p:cNvPr id="22" name="Footer Placeholder 12"/>
          <p:cNvSpPr>
            <a:spLocks noGrp="1"/>
          </p:cNvSpPr>
          <p:nvPr>
            <p:ph type="ftr" sz="quarter" idx="36"/>
          </p:nvPr>
        </p:nvSpPr>
        <p:spPr/>
        <p:txBody>
          <a:bodyPr/>
          <a:lstStyle>
            <a:lvl1pPr>
              <a:defRPr/>
            </a:lvl1pPr>
          </a:lstStyle>
          <a:p>
            <a:pPr>
              <a:defRPr/>
            </a:pPr>
            <a:r>
              <a:rPr lang="en-US"/>
              <a:t>Preferred Stock</a:t>
            </a:r>
          </a:p>
        </p:txBody>
      </p:sp>
    </p:spTree>
    <p:extLst>
      <p:ext uri="{BB962C8B-B14F-4D97-AF65-F5344CB8AC3E}">
        <p14:creationId xmlns:p14="http://schemas.microsoft.com/office/powerpoint/2010/main" val="163188782"/>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Project Phases">
    <p:spTree>
      <p:nvGrpSpPr>
        <p:cNvPr id="1" name=""/>
        <p:cNvGrpSpPr/>
        <p:nvPr/>
      </p:nvGrpSpPr>
      <p:grpSpPr>
        <a:xfrm>
          <a:off x="0" y="0"/>
          <a:ext cx="0" cy="0"/>
          <a:chOff x="0" y="0"/>
          <a:chExt cx="0" cy="0"/>
        </a:xfrm>
      </p:grpSpPr>
      <p:sp>
        <p:nvSpPr>
          <p:cNvPr id="15" name="Freeform 11"/>
          <p:cNvSpPr>
            <a:spLocks/>
          </p:cNvSpPr>
          <p:nvPr userDrawn="1"/>
        </p:nvSpPr>
        <p:spPr bwMode="auto">
          <a:xfrm>
            <a:off x="4091518" y="1981201"/>
            <a:ext cx="3382433" cy="339725"/>
          </a:xfrm>
          <a:custGeom>
            <a:avLst/>
            <a:gdLst>
              <a:gd name="T0" fmla="*/ 0 w 2536891"/>
              <a:gd name="T1" fmla="*/ 0 h 488372"/>
              <a:gd name="T2" fmla="*/ 1942613 w 2536891"/>
              <a:gd name="T3" fmla="*/ 0 h 488372"/>
              <a:gd name="T4" fmla="*/ 2455867 w 2536891"/>
              <a:gd name="T5" fmla="*/ 200 h 488372"/>
              <a:gd name="T6" fmla="*/ 2536627 w 2536891"/>
              <a:gd name="T7" fmla="*/ 114356 h 488372"/>
              <a:gd name="T8" fmla="*/ 131751 w 2536891"/>
              <a:gd name="T9" fmla="*/ 114356 h 488372"/>
              <a:gd name="T10" fmla="*/ 81090 w 2536891"/>
              <a:gd name="T11" fmla="*/ 113442 h 488372"/>
              <a:gd name="T12" fmla="*/ 0 w 2536891"/>
              <a:gd name="T13" fmla="*/ 0 h 48837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536891" h="488372">
                <a:moveTo>
                  <a:pt x="0" y="0"/>
                </a:moveTo>
                <a:lnTo>
                  <a:pt x="1942817" y="0"/>
                </a:lnTo>
                <a:lnTo>
                  <a:pt x="2456123" y="856"/>
                </a:lnTo>
                <a:lnTo>
                  <a:pt x="2536891" y="488372"/>
                </a:lnTo>
                <a:lnTo>
                  <a:pt x="131763" y="488372"/>
                </a:lnTo>
                <a:lnTo>
                  <a:pt x="81098" y="484467"/>
                </a:lnTo>
                <a:lnTo>
                  <a:pt x="0" y="0"/>
                </a:lnTo>
                <a:close/>
              </a:path>
            </a:pathLst>
          </a:custGeom>
          <a:solidFill>
            <a:srgbClr val="4D4D4D"/>
          </a:solidFill>
          <a:ln w="6350" cap="flat" cmpd="sng">
            <a:solidFill>
              <a:srgbClr val="A9A9A9"/>
            </a:solidFill>
            <a:prstDash val="solid"/>
            <a:round/>
            <a:headEnd type="none" w="med" len="med"/>
            <a:tailEnd type="none" w="med" len="med"/>
          </a:ln>
        </p:spPr>
        <p:txBody>
          <a:bodyPr/>
          <a:lstStyle/>
          <a:p>
            <a:endParaRPr lang="en-US" sz="1800"/>
          </a:p>
        </p:txBody>
      </p:sp>
      <p:sp>
        <p:nvSpPr>
          <p:cNvPr id="17" name="Freeform 13"/>
          <p:cNvSpPr>
            <a:spLocks/>
          </p:cNvSpPr>
          <p:nvPr userDrawn="1"/>
        </p:nvSpPr>
        <p:spPr bwMode="auto">
          <a:xfrm>
            <a:off x="609601" y="1982789"/>
            <a:ext cx="3373967" cy="339725"/>
          </a:xfrm>
          <a:custGeom>
            <a:avLst/>
            <a:gdLst>
              <a:gd name="T0" fmla="*/ 0 w 2529680"/>
              <a:gd name="T1" fmla="*/ 0 h 488372"/>
              <a:gd name="T2" fmla="*/ 1945261 w 2529680"/>
              <a:gd name="T3" fmla="*/ 0 h 488372"/>
              <a:gd name="T4" fmla="*/ 2463980 w 2529680"/>
              <a:gd name="T5" fmla="*/ 200 h 488372"/>
              <a:gd name="T6" fmla="*/ 2532861 w 2529680"/>
              <a:gd name="T7" fmla="*/ 113442 h 488372"/>
              <a:gd name="T8" fmla="*/ 0 w 2529680"/>
              <a:gd name="T9" fmla="*/ 114356 h 488372"/>
              <a:gd name="T10" fmla="*/ 0 w 2529680"/>
              <a:gd name="T11" fmla="*/ 0 h 488372"/>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2529680" h="488372">
                <a:moveTo>
                  <a:pt x="0" y="0"/>
                </a:moveTo>
                <a:lnTo>
                  <a:pt x="1942817" y="0"/>
                </a:lnTo>
                <a:lnTo>
                  <a:pt x="2460885" y="856"/>
                </a:lnTo>
                <a:lnTo>
                  <a:pt x="2529680" y="484467"/>
                </a:lnTo>
                <a:lnTo>
                  <a:pt x="0" y="488372"/>
                </a:lnTo>
                <a:lnTo>
                  <a:pt x="0" y="0"/>
                </a:lnTo>
                <a:close/>
              </a:path>
            </a:pathLst>
          </a:custGeom>
          <a:solidFill>
            <a:srgbClr val="4D4D4D"/>
          </a:solidFill>
          <a:ln w="6350" cap="flat" cmpd="sng">
            <a:solidFill>
              <a:srgbClr val="A9A9A9"/>
            </a:solidFill>
            <a:prstDash val="solid"/>
            <a:round/>
            <a:headEnd type="none" w="med" len="med"/>
            <a:tailEnd type="none" w="med" len="med"/>
          </a:ln>
        </p:spPr>
        <p:txBody>
          <a:bodyPr/>
          <a:lstStyle/>
          <a:p>
            <a:endParaRPr lang="en-US" sz="1800"/>
          </a:p>
        </p:txBody>
      </p:sp>
      <p:sp>
        <p:nvSpPr>
          <p:cNvPr id="21" name="Freeform 14"/>
          <p:cNvSpPr>
            <a:spLocks/>
          </p:cNvSpPr>
          <p:nvPr userDrawn="1"/>
        </p:nvSpPr>
        <p:spPr bwMode="auto">
          <a:xfrm>
            <a:off x="7579785" y="1981201"/>
            <a:ext cx="3829049" cy="339725"/>
          </a:xfrm>
          <a:custGeom>
            <a:avLst/>
            <a:gdLst>
              <a:gd name="T0" fmla="*/ 0 w 2996886"/>
              <a:gd name="T1" fmla="*/ 0 h 488372"/>
              <a:gd name="T2" fmla="*/ 1638173 w 2996886"/>
              <a:gd name="T3" fmla="*/ 0 h 488372"/>
              <a:gd name="T4" fmla="*/ 2526959 w 2996886"/>
              <a:gd name="T5" fmla="*/ 200 h 488372"/>
              <a:gd name="T6" fmla="*/ 2525539 w 2996886"/>
              <a:gd name="T7" fmla="*/ 114356 h 488372"/>
              <a:gd name="T8" fmla="*/ 60236 w 2996886"/>
              <a:gd name="T9" fmla="*/ 114356 h 488372"/>
              <a:gd name="T10" fmla="*/ 0 w 2996886"/>
              <a:gd name="T11" fmla="*/ 0 h 488372"/>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2996886" h="488372">
                <a:moveTo>
                  <a:pt x="0" y="0"/>
                </a:moveTo>
                <a:lnTo>
                  <a:pt x="1942817" y="0"/>
                </a:lnTo>
                <a:lnTo>
                  <a:pt x="2996886" y="855"/>
                </a:lnTo>
                <a:cubicBezTo>
                  <a:pt x="2996325" y="163361"/>
                  <a:pt x="2995763" y="325866"/>
                  <a:pt x="2995202" y="488372"/>
                </a:cubicBezTo>
                <a:lnTo>
                  <a:pt x="71438" y="488372"/>
                </a:lnTo>
                <a:lnTo>
                  <a:pt x="0" y="0"/>
                </a:lnTo>
                <a:close/>
              </a:path>
            </a:pathLst>
          </a:custGeom>
          <a:solidFill>
            <a:srgbClr val="4D4D4D"/>
          </a:solidFill>
          <a:ln w="6350" cap="flat" cmpd="sng">
            <a:solidFill>
              <a:srgbClr val="A9A9A9"/>
            </a:solidFill>
            <a:prstDash val="solid"/>
            <a:round/>
            <a:headEnd type="none" w="med" len="med"/>
            <a:tailEnd type="none" w="med" len="med"/>
          </a:ln>
        </p:spPr>
        <p:txBody>
          <a:bodyPr/>
          <a:lstStyle/>
          <a:p>
            <a:endParaRPr lang="en-US" sz="1800"/>
          </a:p>
        </p:txBody>
      </p:sp>
      <p:sp>
        <p:nvSpPr>
          <p:cNvPr id="28" name="Text Placeholder 12"/>
          <p:cNvSpPr>
            <a:spLocks noGrp="1"/>
          </p:cNvSpPr>
          <p:nvPr>
            <p:ph type="body" sz="quarter" idx="16"/>
          </p:nvPr>
        </p:nvSpPr>
        <p:spPr bwMode="gray">
          <a:xfrm>
            <a:off x="7574514" y="1983087"/>
            <a:ext cx="3834321" cy="1903112"/>
          </a:xfrm>
          <a:custGeom>
            <a:avLst/>
            <a:gdLst>
              <a:gd name="connsiteX0" fmla="*/ 0 w 2674468"/>
              <a:gd name="connsiteY0" fmla="*/ 0 h 1724992"/>
              <a:gd name="connsiteX1" fmla="*/ 2472747 w 2674468"/>
              <a:gd name="connsiteY1" fmla="*/ 0 h 1724992"/>
              <a:gd name="connsiteX2" fmla="*/ 2674468 w 2674468"/>
              <a:gd name="connsiteY2" fmla="*/ 862496 h 1724992"/>
              <a:gd name="connsiteX3" fmla="*/ 2472747 w 2674468"/>
              <a:gd name="connsiteY3" fmla="*/ 1724992 h 1724992"/>
              <a:gd name="connsiteX4" fmla="*/ 0 w 2674468"/>
              <a:gd name="connsiteY4" fmla="*/ 1724992 h 1724992"/>
              <a:gd name="connsiteX5" fmla="*/ 201721 w 2674468"/>
              <a:gd name="connsiteY5" fmla="*/ 862496 h 1724992"/>
              <a:gd name="connsiteX6" fmla="*/ 0 w 2674468"/>
              <a:gd name="connsiteY6" fmla="*/ 0 h 1724992"/>
              <a:gd name="connsiteX0" fmla="*/ 0 w 2472747"/>
              <a:gd name="connsiteY0" fmla="*/ 0 h 1724992"/>
              <a:gd name="connsiteX1" fmla="*/ 2472747 w 2472747"/>
              <a:gd name="connsiteY1" fmla="*/ 0 h 1724992"/>
              <a:gd name="connsiteX2" fmla="*/ 2472747 w 2472747"/>
              <a:gd name="connsiteY2" fmla="*/ 1724992 h 1724992"/>
              <a:gd name="connsiteX3" fmla="*/ 0 w 2472747"/>
              <a:gd name="connsiteY3" fmla="*/ 1724992 h 1724992"/>
              <a:gd name="connsiteX4" fmla="*/ 201721 w 2472747"/>
              <a:gd name="connsiteY4" fmla="*/ 862496 h 1724992"/>
              <a:gd name="connsiteX5" fmla="*/ 0 w 2472747"/>
              <a:gd name="connsiteY5" fmla="*/ 0 h 1724992"/>
              <a:gd name="connsiteX0" fmla="*/ 0 w 2472747"/>
              <a:gd name="connsiteY0" fmla="*/ 0 h 1724992"/>
              <a:gd name="connsiteX1" fmla="*/ 2472747 w 2472747"/>
              <a:gd name="connsiteY1" fmla="*/ 0 h 1724992"/>
              <a:gd name="connsiteX2" fmla="*/ 2472747 w 2472747"/>
              <a:gd name="connsiteY2" fmla="*/ 1724992 h 1724992"/>
              <a:gd name="connsiteX3" fmla="*/ 0 w 2472747"/>
              <a:gd name="connsiteY3" fmla="*/ 1724992 h 1724992"/>
              <a:gd name="connsiteX4" fmla="*/ 169327 w 2472747"/>
              <a:gd name="connsiteY4" fmla="*/ 862496 h 1724992"/>
              <a:gd name="connsiteX5" fmla="*/ 0 w 2472747"/>
              <a:gd name="connsiteY5" fmla="*/ 0 h 1724992"/>
              <a:gd name="connsiteX0" fmla="*/ 0 w 2472747"/>
              <a:gd name="connsiteY0" fmla="*/ 0 h 1724992"/>
              <a:gd name="connsiteX1" fmla="*/ 2472747 w 2472747"/>
              <a:gd name="connsiteY1" fmla="*/ 0 h 1724992"/>
              <a:gd name="connsiteX2" fmla="*/ 2472747 w 2472747"/>
              <a:gd name="connsiteY2" fmla="*/ 1724992 h 1724992"/>
              <a:gd name="connsiteX3" fmla="*/ 0 w 2472747"/>
              <a:gd name="connsiteY3" fmla="*/ 1724992 h 1724992"/>
              <a:gd name="connsiteX4" fmla="*/ 169327 w 2472747"/>
              <a:gd name="connsiteY4" fmla="*/ 862496 h 1724992"/>
              <a:gd name="connsiteX5" fmla="*/ 0 w 2472747"/>
              <a:gd name="connsiteY5" fmla="*/ 0 h 1724992"/>
              <a:gd name="connsiteX0" fmla="*/ 0 w 2472747"/>
              <a:gd name="connsiteY0" fmla="*/ 0 h 1724992"/>
              <a:gd name="connsiteX1" fmla="*/ 2472747 w 2472747"/>
              <a:gd name="connsiteY1" fmla="*/ 0 h 1724992"/>
              <a:gd name="connsiteX2" fmla="*/ 2472747 w 2472747"/>
              <a:gd name="connsiteY2" fmla="*/ 1724992 h 1724992"/>
              <a:gd name="connsiteX3" fmla="*/ 0 w 2472747"/>
              <a:gd name="connsiteY3" fmla="*/ 1724992 h 1724992"/>
              <a:gd name="connsiteX4" fmla="*/ 169327 w 2472747"/>
              <a:gd name="connsiteY4" fmla="*/ 862496 h 1724992"/>
              <a:gd name="connsiteX5" fmla="*/ 0 w 2472747"/>
              <a:gd name="connsiteY5" fmla="*/ 0 h 17249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472747" h="1724992">
                <a:moveTo>
                  <a:pt x="0" y="0"/>
                </a:moveTo>
                <a:lnTo>
                  <a:pt x="2472747" y="0"/>
                </a:lnTo>
                <a:lnTo>
                  <a:pt x="2472747" y="1724992"/>
                </a:lnTo>
                <a:lnTo>
                  <a:pt x="0" y="1724992"/>
                </a:lnTo>
                <a:lnTo>
                  <a:pt x="169327" y="862496"/>
                </a:lnTo>
                <a:lnTo>
                  <a:pt x="0" y="0"/>
                </a:lnTo>
                <a:close/>
              </a:path>
            </a:pathLst>
          </a:custGeom>
          <a:noFill/>
          <a:ln w="6350">
            <a:solidFill>
              <a:srgbClr val="A9A9A9"/>
            </a:solidFill>
            <a:miter lim="800000"/>
            <a:headEnd/>
            <a:tailEnd/>
          </a:ln>
        </p:spPr>
        <p:txBody>
          <a:bodyPr lIns="411480" tIns="457200" rIns="137160" bIns="137160"/>
          <a:lstStyle>
            <a:lvl1pPr marL="171450" indent="-171450">
              <a:buClr>
                <a:srgbClr val="B01C2E"/>
              </a:buClr>
              <a:buFont typeface="Wingdings 2" pitchFamily="18" charset="2"/>
              <a:buChar char=""/>
              <a:defRPr sz="1200"/>
            </a:lvl1pPr>
            <a:lvl2pPr marL="341313" indent="-169863">
              <a:buClr>
                <a:srgbClr val="B01C2E"/>
              </a:buClr>
              <a:buFont typeface="Arial" pitchFamily="34" charset="0"/>
              <a:buChar char="•"/>
              <a:defRPr sz="1200"/>
            </a:lvl2pPr>
            <a:lvl3pPr marL="512763" indent="-171450">
              <a:buClr>
                <a:srgbClr val="B01C2E"/>
              </a:buClr>
              <a:buFont typeface="Arial" pitchFamily="34" charset="0"/>
              <a:buChar char="–"/>
              <a:defRPr sz="1200"/>
            </a:lvl3pPr>
            <a:lvl4pPr marL="682625" indent="-169863">
              <a:buClr>
                <a:srgbClr val="B01C2E"/>
              </a:buClr>
              <a:defRPr sz="1200"/>
            </a:lvl4pPr>
            <a:lvl5pPr marL="854075" indent="-171450">
              <a:buClr>
                <a:srgbClr val="B01C2E"/>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2" name="Text Placeholder 12"/>
          <p:cNvSpPr>
            <a:spLocks noGrp="1"/>
          </p:cNvSpPr>
          <p:nvPr>
            <p:ph type="body" sz="quarter" idx="33"/>
          </p:nvPr>
        </p:nvSpPr>
        <p:spPr>
          <a:xfrm>
            <a:off x="4091412" y="1983087"/>
            <a:ext cx="3565957" cy="1903112"/>
          </a:xfrm>
          <a:prstGeom prst="chevron">
            <a:avLst>
              <a:gd name="adj" fmla="val 10431"/>
            </a:avLst>
          </a:prstGeom>
          <a:ln w="6350">
            <a:solidFill>
              <a:srgbClr val="A9A9A9"/>
            </a:solidFill>
          </a:ln>
        </p:spPr>
        <p:txBody>
          <a:bodyPr lIns="137160" tIns="457200" rIns="137160" bIns="137160"/>
          <a:lstStyle>
            <a:lvl1pPr marL="171450" indent="-171450">
              <a:buClr>
                <a:srgbClr val="B01C2E"/>
              </a:buClr>
              <a:buFont typeface="Wingdings 2" pitchFamily="18" charset="2"/>
              <a:buChar char=""/>
              <a:defRPr sz="1200" baseline="0"/>
            </a:lvl1pPr>
            <a:lvl2pPr marL="341313" indent="-169863">
              <a:buClr>
                <a:srgbClr val="B01C2E"/>
              </a:buClr>
              <a:buFont typeface="Arial" pitchFamily="34" charset="0"/>
              <a:buChar char="•"/>
              <a:defRPr sz="1200"/>
            </a:lvl2pPr>
            <a:lvl3pPr marL="512763" indent="-171450">
              <a:buClr>
                <a:srgbClr val="B01C2E"/>
              </a:buClr>
              <a:buFont typeface="Arial" pitchFamily="34" charset="0"/>
              <a:buChar char="–"/>
              <a:defRPr sz="1200"/>
            </a:lvl3pPr>
            <a:lvl4pPr marL="682625" indent="-169863">
              <a:buClr>
                <a:srgbClr val="B01C2E"/>
              </a:buClr>
              <a:defRPr sz="1200"/>
            </a:lvl4pPr>
            <a:lvl5pPr marL="854075" indent="-171450">
              <a:buClr>
                <a:srgbClr val="B01C2E"/>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ext Placeholder 15"/>
          <p:cNvSpPr>
            <a:spLocks noGrp="1"/>
          </p:cNvSpPr>
          <p:nvPr>
            <p:ph type="body" sz="quarter" idx="21"/>
          </p:nvPr>
        </p:nvSpPr>
        <p:spPr>
          <a:xfrm>
            <a:off x="609600" y="4038600"/>
            <a:ext cx="10769600" cy="310896"/>
          </a:xfrm>
          <a:prstGeom prst="rect">
            <a:avLst/>
          </a:prstGeom>
          <a:solidFill>
            <a:srgbClr val="4D4D4D"/>
          </a:solidFill>
          <a:ln>
            <a:noFill/>
          </a:ln>
        </p:spPr>
        <p:txBody>
          <a:bodyPr anchor="ctr" anchorCtr="1"/>
          <a:lstStyle>
            <a:lvl1pPr marL="0" indent="0" algn="ctr">
              <a:buNone/>
              <a:defRPr sz="1200" b="1">
                <a:solidFill>
                  <a:srgbClr val="FFFFFF"/>
                </a:solidFill>
              </a:defRPr>
            </a:lvl1pPr>
          </a:lstStyle>
          <a:p>
            <a:pPr lvl="0"/>
            <a:r>
              <a:rPr lang="en-US"/>
              <a:t>Click to edit Master text styles</a:t>
            </a:r>
          </a:p>
        </p:txBody>
      </p:sp>
      <p:sp>
        <p:nvSpPr>
          <p:cNvPr id="18" name="Text Placeholder 15"/>
          <p:cNvSpPr>
            <a:spLocks noGrp="1"/>
          </p:cNvSpPr>
          <p:nvPr>
            <p:ph type="body" sz="quarter" idx="23"/>
          </p:nvPr>
        </p:nvSpPr>
        <p:spPr>
          <a:xfrm>
            <a:off x="609600" y="5937504"/>
            <a:ext cx="5266944" cy="310896"/>
          </a:xfrm>
          <a:prstGeom prst="rect">
            <a:avLst/>
          </a:prstGeom>
          <a:solidFill>
            <a:srgbClr val="4D4D4D"/>
          </a:solidFill>
          <a:ln>
            <a:noFill/>
          </a:ln>
        </p:spPr>
        <p:txBody>
          <a:bodyPr anchor="ctr" anchorCtr="1"/>
          <a:lstStyle>
            <a:lvl1pPr marL="0" indent="173736" algn="l">
              <a:buClr>
                <a:schemeClr val="accent1"/>
              </a:buClr>
              <a:buFont typeface="Wingdings" pitchFamily="2" charset="2"/>
              <a:buNone/>
              <a:defRPr sz="1200" b="1">
                <a:solidFill>
                  <a:srgbClr val="FFFFFF"/>
                </a:solidFill>
              </a:defRPr>
            </a:lvl1pPr>
          </a:lstStyle>
          <a:p>
            <a:pPr lvl="0"/>
            <a:r>
              <a:rPr lang="en-US"/>
              <a:t>Click to edit Master text styles</a:t>
            </a:r>
          </a:p>
        </p:txBody>
      </p:sp>
      <p:sp>
        <p:nvSpPr>
          <p:cNvPr id="19" name="Text Placeholder 15"/>
          <p:cNvSpPr>
            <a:spLocks noGrp="1"/>
          </p:cNvSpPr>
          <p:nvPr>
            <p:ph type="body" sz="quarter" idx="24"/>
          </p:nvPr>
        </p:nvSpPr>
        <p:spPr>
          <a:xfrm>
            <a:off x="6114371" y="5937504"/>
            <a:ext cx="5266944" cy="310896"/>
          </a:xfrm>
          <a:prstGeom prst="rect">
            <a:avLst/>
          </a:prstGeom>
          <a:solidFill>
            <a:srgbClr val="4D4D4D"/>
          </a:solidFill>
          <a:ln>
            <a:noFill/>
          </a:ln>
        </p:spPr>
        <p:txBody>
          <a:bodyPr anchor="ctr" anchorCtr="1"/>
          <a:lstStyle>
            <a:lvl1pPr marL="0" indent="173736" algn="l">
              <a:buClr>
                <a:schemeClr val="accent1"/>
              </a:buClr>
              <a:buFont typeface="Wingdings" pitchFamily="2" charset="2"/>
              <a:buNone/>
              <a:defRPr sz="1200" b="1">
                <a:solidFill>
                  <a:srgbClr val="FFFFFF"/>
                </a:solidFill>
              </a:defRPr>
            </a:lvl1pPr>
          </a:lstStyle>
          <a:p>
            <a:pPr lvl="0"/>
            <a:r>
              <a:rPr lang="en-US"/>
              <a:t>Click to edit Master text styles</a:t>
            </a:r>
          </a:p>
        </p:txBody>
      </p:sp>
      <p:sp>
        <p:nvSpPr>
          <p:cNvPr id="26" name="Text Placeholder 12"/>
          <p:cNvSpPr>
            <a:spLocks noGrp="1"/>
          </p:cNvSpPr>
          <p:nvPr>
            <p:ph type="body" sz="quarter" idx="12"/>
          </p:nvPr>
        </p:nvSpPr>
        <p:spPr>
          <a:xfrm>
            <a:off x="609600" y="1417320"/>
            <a:ext cx="6925056" cy="457200"/>
          </a:xfrm>
          <a:prstGeom prst="homePlate">
            <a:avLst>
              <a:gd name="adj" fmla="val 33316"/>
            </a:avLst>
          </a:prstGeom>
          <a:solidFill>
            <a:srgbClr val="B01C2E"/>
          </a:solidFill>
          <a:ln w="6350">
            <a:solidFill>
              <a:srgbClr val="A9A9A9"/>
            </a:solidFill>
          </a:ln>
        </p:spPr>
        <p:txBody>
          <a:bodyPr lIns="137160" tIns="137160" rIns="274320" bIns="137160" anchor="ctr"/>
          <a:lstStyle>
            <a:lvl1pPr marL="0" indent="0" algn="ctr">
              <a:buNone/>
              <a:defRPr sz="1200" b="1">
                <a:solidFill>
                  <a:schemeClr val="bg1"/>
                </a:solidFill>
              </a:defRPr>
            </a:lvl1pPr>
            <a:lvl2pPr marL="341313" indent="-169863">
              <a:defRPr sz="1200"/>
            </a:lvl2pPr>
            <a:lvl3pPr marL="512763" indent="-171450">
              <a:defRPr sz="1200"/>
            </a:lvl3pPr>
            <a:lvl4pPr marL="682625" indent="-169863">
              <a:defRPr sz="1200"/>
            </a:lvl4pPr>
            <a:lvl5pPr marL="854075" indent="-171450">
              <a:defRPr sz="1200"/>
            </a:lvl5pPr>
          </a:lstStyle>
          <a:p>
            <a:pPr lvl="0"/>
            <a:r>
              <a:rPr lang="en-US"/>
              <a:t>Click to edit Master text styles</a:t>
            </a:r>
          </a:p>
        </p:txBody>
      </p:sp>
      <p:sp>
        <p:nvSpPr>
          <p:cNvPr id="27" name="Text Placeholder 13"/>
          <p:cNvSpPr>
            <a:spLocks noGrp="1"/>
          </p:cNvSpPr>
          <p:nvPr>
            <p:ph type="body" sz="quarter" idx="17"/>
          </p:nvPr>
        </p:nvSpPr>
        <p:spPr>
          <a:xfrm>
            <a:off x="7541684" y="1417325"/>
            <a:ext cx="4047744" cy="461963"/>
          </a:xfrm>
          <a:prstGeom prst="chevron">
            <a:avLst>
              <a:gd name="adj" fmla="val 34831"/>
            </a:avLst>
          </a:prstGeom>
          <a:solidFill>
            <a:srgbClr val="B01C2E"/>
          </a:solidFill>
        </p:spPr>
        <p:txBody>
          <a:bodyPr anchor="ctr"/>
          <a:lstStyle>
            <a:lvl1pPr marL="342900" marR="0" indent="-342900" algn="ctr" defTabSz="914400" rtl="0" eaLnBrk="1" fontAlgn="auto" latinLnBrk="0" hangingPunct="1">
              <a:lnSpc>
                <a:spcPct val="100000"/>
              </a:lnSpc>
              <a:spcBef>
                <a:spcPct val="20000"/>
              </a:spcBef>
              <a:spcAft>
                <a:spcPts val="0"/>
              </a:spcAft>
              <a:buClrTx/>
              <a:buSzTx/>
              <a:buFont typeface="Arial" pitchFamily="34" charset="0"/>
              <a:buNone/>
              <a:tabLst/>
              <a:defRPr sz="1200" b="1">
                <a:solidFill>
                  <a:srgbClr val="FFFFFF"/>
                </a:solidFill>
              </a:defRPr>
            </a:lvl1pPr>
          </a:lstStyle>
          <a:p>
            <a:pPr lvl="0"/>
            <a:r>
              <a:rPr lang="en-US"/>
              <a:t>Click to edit Master text styles</a:t>
            </a:r>
          </a:p>
        </p:txBody>
      </p:sp>
      <p:sp>
        <p:nvSpPr>
          <p:cNvPr id="40" name="Text Placeholder 12"/>
          <p:cNvSpPr>
            <a:spLocks noGrp="1"/>
          </p:cNvSpPr>
          <p:nvPr>
            <p:ph type="body" sz="quarter" idx="11"/>
          </p:nvPr>
        </p:nvSpPr>
        <p:spPr>
          <a:xfrm>
            <a:off x="609600" y="1983087"/>
            <a:ext cx="3565957" cy="1903112"/>
          </a:xfrm>
          <a:prstGeom prst="homePlate">
            <a:avLst>
              <a:gd name="adj" fmla="val 11448"/>
            </a:avLst>
          </a:prstGeom>
          <a:ln w="6350">
            <a:solidFill>
              <a:srgbClr val="A9A9A9"/>
            </a:solidFill>
          </a:ln>
        </p:spPr>
        <p:txBody>
          <a:bodyPr lIns="137160" tIns="457200" rIns="137160" bIns="137160"/>
          <a:lstStyle>
            <a:lvl1pPr marL="171450" indent="-171450">
              <a:buClr>
                <a:srgbClr val="B01C2E"/>
              </a:buClr>
              <a:buFont typeface="Wingdings 2" pitchFamily="18" charset="2"/>
              <a:buChar char=""/>
              <a:defRPr sz="1200" baseline="0"/>
            </a:lvl1pPr>
            <a:lvl2pPr marL="341313" indent="-169863">
              <a:buClr>
                <a:srgbClr val="B01C2E"/>
              </a:buClr>
              <a:buFont typeface="Arial" pitchFamily="34" charset="0"/>
              <a:buChar char="•"/>
              <a:defRPr sz="1200"/>
            </a:lvl2pPr>
            <a:lvl3pPr marL="512763" indent="-171450">
              <a:buClr>
                <a:srgbClr val="B01C2E"/>
              </a:buClr>
              <a:buFont typeface="Arial" pitchFamily="34" charset="0"/>
              <a:buChar char="–"/>
              <a:defRPr sz="1200"/>
            </a:lvl3pPr>
            <a:lvl4pPr marL="682625" indent="-169863">
              <a:buClr>
                <a:srgbClr val="B01C2E"/>
              </a:buClr>
              <a:defRPr sz="1200"/>
            </a:lvl4pPr>
            <a:lvl5pPr marL="854075" indent="-171450">
              <a:buClr>
                <a:srgbClr val="B01C2E"/>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1" name="Text Placeholder 29"/>
          <p:cNvSpPr>
            <a:spLocks noGrp="1"/>
          </p:cNvSpPr>
          <p:nvPr>
            <p:ph type="body" sz="quarter" idx="13"/>
          </p:nvPr>
        </p:nvSpPr>
        <p:spPr>
          <a:xfrm>
            <a:off x="609600" y="1981200"/>
            <a:ext cx="3297573" cy="320988"/>
          </a:xfrm>
          <a:prstGeom prst="rect">
            <a:avLst/>
          </a:prstGeom>
        </p:spPr>
        <p:txBody>
          <a:bodyPr lIns="91440" rIns="91440" anchor="ctr"/>
          <a:lstStyle>
            <a:lvl1pPr marL="0" indent="0" algn="ctr">
              <a:buNone/>
              <a:defRPr sz="1200" b="1">
                <a:solidFill>
                  <a:schemeClr val="bg1"/>
                </a:solidFill>
              </a:defRPr>
            </a:lvl1pPr>
          </a:lstStyle>
          <a:p>
            <a:pPr lvl="0"/>
            <a:r>
              <a:rPr lang="en-US"/>
              <a:t>Click to edit Master text styles</a:t>
            </a:r>
          </a:p>
        </p:txBody>
      </p:sp>
      <p:sp>
        <p:nvSpPr>
          <p:cNvPr id="43" name="Text Placeholder 29"/>
          <p:cNvSpPr>
            <a:spLocks noGrp="1"/>
          </p:cNvSpPr>
          <p:nvPr>
            <p:ph type="body" sz="quarter" idx="15"/>
          </p:nvPr>
        </p:nvSpPr>
        <p:spPr>
          <a:xfrm>
            <a:off x="4192430" y="1988239"/>
            <a:ext cx="3183381" cy="320988"/>
          </a:xfrm>
          <a:prstGeom prst="rect">
            <a:avLst/>
          </a:prstGeom>
        </p:spPr>
        <p:txBody>
          <a:bodyPr lIns="91440" rIns="91440" anchor="ctr"/>
          <a:lstStyle>
            <a:lvl1pPr marL="0" indent="0" algn="ctr">
              <a:buNone/>
              <a:defRPr sz="1200" b="1">
                <a:solidFill>
                  <a:schemeClr val="bg1"/>
                </a:solidFill>
              </a:defRPr>
            </a:lvl1pPr>
          </a:lstStyle>
          <a:p>
            <a:pPr lvl="0"/>
            <a:r>
              <a:rPr lang="en-US"/>
              <a:t>Click to edit Master text styles</a:t>
            </a:r>
          </a:p>
        </p:txBody>
      </p:sp>
      <p:sp>
        <p:nvSpPr>
          <p:cNvPr id="49" name="Content Placeholder 10"/>
          <p:cNvSpPr>
            <a:spLocks noGrp="1"/>
          </p:cNvSpPr>
          <p:nvPr>
            <p:ph sz="quarter" idx="18"/>
          </p:nvPr>
        </p:nvSpPr>
        <p:spPr>
          <a:xfrm>
            <a:off x="609600" y="4343400"/>
            <a:ext cx="10769600" cy="1481328"/>
          </a:xfrm>
          <a:prstGeom prst="rect">
            <a:avLst/>
          </a:prstGeom>
          <a:solidFill>
            <a:srgbClr val="FFFFFF"/>
          </a:solidFill>
          <a:ln>
            <a:solidFill>
              <a:srgbClr val="C0C0C0"/>
            </a:solidFill>
          </a:ln>
        </p:spPr>
        <p:txBody>
          <a:bodyPr/>
          <a:lstStyle>
            <a:lvl1pPr marL="173736" indent="-173736">
              <a:lnSpc>
                <a:spcPct val="95000"/>
              </a:lnSpc>
              <a:spcBef>
                <a:spcPts val="720"/>
              </a:spcBef>
              <a:buClr>
                <a:schemeClr val="accent1"/>
              </a:buClr>
              <a:buFont typeface="Wingdings 2" pitchFamily="18" charset="2"/>
              <a:buChar char=""/>
              <a:defRPr sz="1200"/>
            </a:lvl1pPr>
            <a:lvl2pPr marL="347472" indent="-173736">
              <a:lnSpc>
                <a:spcPct val="95000"/>
              </a:lnSpc>
              <a:spcBef>
                <a:spcPts val="300"/>
              </a:spcBef>
              <a:buClr>
                <a:schemeClr val="accent1"/>
              </a:buClr>
              <a:buFont typeface="Arial" pitchFamily="34" charset="0"/>
              <a:buChar char="•"/>
              <a:defRPr sz="1200"/>
            </a:lvl2pPr>
            <a:lvl3pPr marL="521208" indent="-173736">
              <a:lnSpc>
                <a:spcPct val="95000"/>
              </a:lnSpc>
              <a:spcBef>
                <a:spcPts val="300"/>
              </a:spcBef>
              <a:buClr>
                <a:schemeClr val="accent1"/>
              </a:buClr>
              <a:buFont typeface="Arial" pitchFamily="34" charset="0"/>
              <a:buChar char="–"/>
              <a:defRPr sz="1200"/>
            </a:lvl3pPr>
            <a:lvl4pPr marL="685800" indent="-173736">
              <a:lnSpc>
                <a:spcPct val="95000"/>
              </a:lnSpc>
              <a:spcBef>
                <a:spcPts val="300"/>
              </a:spcBef>
              <a:buClr>
                <a:schemeClr val="accent1"/>
              </a:buClr>
              <a:buFont typeface="Arial" pitchFamily="34" charset="0"/>
              <a:buChar char="–"/>
              <a:defRPr sz="1200"/>
            </a:lvl4pPr>
            <a:lvl5pPr marL="914400" indent="-173736">
              <a:lnSpc>
                <a:spcPct val="95000"/>
              </a:lnSpc>
              <a:spcBef>
                <a:spcPts val="300"/>
              </a:spcBef>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9" name="Text Placeholder 29"/>
          <p:cNvSpPr>
            <a:spLocks noGrp="1"/>
          </p:cNvSpPr>
          <p:nvPr>
            <p:ph type="body" sz="quarter" idx="34"/>
          </p:nvPr>
        </p:nvSpPr>
        <p:spPr>
          <a:xfrm>
            <a:off x="7683241" y="1987175"/>
            <a:ext cx="3725596" cy="320988"/>
          </a:xfrm>
          <a:prstGeom prst="rect">
            <a:avLst/>
          </a:prstGeom>
        </p:spPr>
        <p:txBody>
          <a:bodyPr lIns="91440" rIns="91440" anchor="ctr"/>
          <a:lstStyle>
            <a:lvl1pPr marL="0" indent="0" algn="ctr">
              <a:buNone/>
              <a:defRPr sz="1200" b="1">
                <a:solidFill>
                  <a:schemeClr val="bg1"/>
                </a:solidFill>
              </a:defRPr>
            </a:lvl1pPr>
          </a:lstStyle>
          <a:p>
            <a:pPr lvl="0"/>
            <a:r>
              <a:rPr lang="en-US"/>
              <a:t>Click to edit Master text styles</a:t>
            </a:r>
          </a:p>
        </p:txBody>
      </p:sp>
      <p:sp>
        <p:nvSpPr>
          <p:cNvPr id="20"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23" name="Slide Number Placeholder 9"/>
          <p:cNvSpPr>
            <a:spLocks noGrp="1"/>
          </p:cNvSpPr>
          <p:nvPr>
            <p:ph type="sldNum" sz="quarter" idx="35"/>
          </p:nvPr>
        </p:nvSpPr>
        <p:spPr/>
        <p:txBody>
          <a:bodyPr/>
          <a:lstStyle>
            <a:lvl1pPr>
              <a:defRPr/>
            </a:lvl1pPr>
          </a:lstStyle>
          <a:p>
            <a:fld id="{E70D8206-912D-3041-8A60-C5747B4B98EB}" type="slidenum">
              <a:rPr lang="en-US" altLang="en-US"/>
              <a:pPr/>
              <a:t>‹#›</a:t>
            </a:fld>
            <a:endParaRPr lang="en-US" altLang="en-US"/>
          </a:p>
        </p:txBody>
      </p:sp>
      <p:sp>
        <p:nvSpPr>
          <p:cNvPr id="24" name="Footer Placeholder 23"/>
          <p:cNvSpPr>
            <a:spLocks noGrp="1"/>
          </p:cNvSpPr>
          <p:nvPr>
            <p:ph type="ftr" sz="quarter" idx="36"/>
          </p:nvPr>
        </p:nvSpPr>
        <p:spPr/>
        <p:txBody>
          <a:bodyPr/>
          <a:lstStyle>
            <a:lvl1pPr>
              <a:defRPr smtClean="0"/>
            </a:lvl1pPr>
          </a:lstStyle>
          <a:p>
            <a:pPr>
              <a:defRPr/>
            </a:pPr>
            <a:r>
              <a:rPr lang="en-US"/>
              <a:t>Preferred Stock</a:t>
            </a:r>
          </a:p>
        </p:txBody>
      </p:sp>
    </p:spTree>
    <p:extLst>
      <p:ext uri="{BB962C8B-B14F-4D97-AF65-F5344CB8AC3E}">
        <p14:creationId xmlns:p14="http://schemas.microsoft.com/office/powerpoint/2010/main" val="932131041"/>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Text Blocks - Workstreams and outcomes">
    <p:spTree>
      <p:nvGrpSpPr>
        <p:cNvPr id="1" name=""/>
        <p:cNvGrpSpPr/>
        <p:nvPr/>
      </p:nvGrpSpPr>
      <p:grpSpPr>
        <a:xfrm>
          <a:off x="0" y="0"/>
          <a:ext cx="0" cy="0"/>
          <a:chOff x="0" y="0"/>
          <a:chExt cx="0" cy="0"/>
        </a:xfrm>
      </p:grpSpPr>
      <p:sp>
        <p:nvSpPr>
          <p:cNvPr id="33" name="Pentagon 32"/>
          <p:cNvSpPr/>
          <p:nvPr userDrawn="1"/>
        </p:nvSpPr>
        <p:spPr bwMode="auto">
          <a:xfrm>
            <a:off x="7342718" y="1755775"/>
            <a:ext cx="905933" cy="4343400"/>
          </a:xfrm>
          <a:prstGeom prst="homePlate">
            <a:avLst>
              <a:gd name="adj" fmla="val 98835"/>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p:spPr>
        <p:txBody>
          <a:bodyPr anchor="ctr"/>
          <a:lstStyle/>
          <a:p>
            <a:pPr indent="-117475" eaLnBrk="0" hangingPunct="0">
              <a:lnSpc>
                <a:spcPct val="95000"/>
              </a:lnSpc>
              <a:defRPr/>
            </a:pPr>
            <a:endParaRPr lang="en-US" sz="1800">
              <a:latin typeface="Arial" charset="0"/>
              <a:ea typeface="+mn-ea"/>
            </a:endParaRPr>
          </a:p>
        </p:txBody>
      </p:sp>
      <p:sp>
        <p:nvSpPr>
          <p:cNvPr id="6" name="Text Placeholder 2"/>
          <p:cNvSpPr>
            <a:spLocks noGrp="1"/>
          </p:cNvSpPr>
          <p:nvPr>
            <p:ph type="body" idx="38"/>
          </p:nvPr>
        </p:nvSpPr>
        <p:spPr>
          <a:xfrm>
            <a:off x="3991647" y="1290639"/>
            <a:ext cx="3169920" cy="4808536"/>
          </a:xfrm>
          <a:prstGeom prst="rect">
            <a:avLst/>
          </a:prstGeom>
          <a:solidFill>
            <a:schemeClr val="bg1">
              <a:lumMod val="95000"/>
            </a:schemeClr>
          </a:solidFill>
          <a:ln w="6350" cmpd="sng">
            <a:solidFill>
              <a:srgbClr val="C0C0C0"/>
            </a:solidFill>
            <a:prstDash val="solid"/>
          </a:ln>
        </p:spPr>
        <p:txBody>
          <a:bodyPr lIns="91440" rIns="91440" anchor="ctr"/>
          <a:lstStyle>
            <a:lvl1pPr marL="0" indent="0" algn="ctr">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7" name="Text Placeholder 2"/>
          <p:cNvSpPr>
            <a:spLocks noGrp="1"/>
          </p:cNvSpPr>
          <p:nvPr>
            <p:ph type="body" idx="39"/>
          </p:nvPr>
        </p:nvSpPr>
        <p:spPr>
          <a:xfrm>
            <a:off x="637117" y="1290639"/>
            <a:ext cx="3169920" cy="4808536"/>
          </a:xfrm>
          <a:prstGeom prst="rect">
            <a:avLst/>
          </a:prstGeom>
          <a:solidFill>
            <a:schemeClr val="bg1">
              <a:lumMod val="95000"/>
            </a:schemeClr>
          </a:solidFill>
          <a:ln w="6350" cmpd="sng">
            <a:solidFill>
              <a:srgbClr val="C0C0C0"/>
            </a:solidFill>
            <a:prstDash val="solid"/>
          </a:ln>
        </p:spPr>
        <p:txBody>
          <a:bodyPr lIns="91440" rIns="91440" anchor="ctr"/>
          <a:lstStyle>
            <a:lvl1pPr marL="0" indent="0" algn="ctr">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2"/>
          <p:cNvSpPr>
            <a:spLocks noGrp="1"/>
          </p:cNvSpPr>
          <p:nvPr>
            <p:ph type="body" idx="15"/>
          </p:nvPr>
        </p:nvSpPr>
        <p:spPr>
          <a:xfrm>
            <a:off x="3991647" y="1290638"/>
            <a:ext cx="3169920" cy="380392"/>
          </a:xfrm>
          <a:prstGeom prst="rect">
            <a:avLst/>
          </a:prstGeom>
          <a:solidFill>
            <a:schemeClr val="tx1">
              <a:lumMod val="50000"/>
              <a:lumOff val="50000"/>
            </a:schemeClr>
          </a:solidFill>
          <a:ln w="6350" cmpd="sng">
            <a:solidFill>
              <a:srgbClr val="C0C0C0"/>
            </a:solidFill>
            <a:prstDash val="solid"/>
          </a:ln>
        </p:spPr>
        <p:txBody>
          <a:bodyPr lIns="91440" rIns="91440" anchor="ctr"/>
          <a:lstStyle>
            <a:lvl1pPr marL="0" indent="0" algn="ctr">
              <a:buNone/>
              <a:defRPr sz="11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9" name="Text Placeholder 2"/>
          <p:cNvSpPr>
            <a:spLocks noGrp="1"/>
          </p:cNvSpPr>
          <p:nvPr>
            <p:ph type="body" idx="22"/>
          </p:nvPr>
        </p:nvSpPr>
        <p:spPr>
          <a:xfrm>
            <a:off x="8400511" y="1290638"/>
            <a:ext cx="316992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11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0" name="Text Placeholder 2"/>
          <p:cNvSpPr>
            <a:spLocks noGrp="1"/>
          </p:cNvSpPr>
          <p:nvPr>
            <p:ph type="body" idx="30"/>
          </p:nvPr>
        </p:nvSpPr>
        <p:spPr>
          <a:xfrm>
            <a:off x="637117" y="1290638"/>
            <a:ext cx="3169920" cy="380392"/>
          </a:xfrm>
          <a:prstGeom prst="rect">
            <a:avLst/>
          </a:prstGeom>
          <a:solidFill>
            <a:srgbClr val="4D4D4D"/>
          </a:solidFill>
          <a:ln w="6350" cmpd="sng">
            <a:solidFill>
              <a:srgbClr val="C0C0C0"/>
            </a:solidFill>
            <a:prstDash val="solid"/>
          </a:ln>
        </p:spPr>
        <p:txBody>
          <a:bodyPr lIns="91440" rIns="91440" anchor="ctr"/>
          <a:lstStyle>
            <a:lvl1pPr marL="0" indent="0" algn="ctr">
              <a:buNone/>
              <a:defRPr sz="11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1" name="Text Placeholder 19"/>
          <p:cNvSpPr>
            <a:spLocks noGrp="1"/>
          </p:cNvSpPr>
          <p:nvPr>
            <p:ph type="body" sz="quarter" idx="40"/>
          </p:nvPr>
        </p:nvSpPr>
        <p:spPr>
          <a:xfrm>
            <a:off x="759037" y="1731264"/>
            <a:ext cx="2926080" cy="521208"/>
          </a:xfrm>
          <a:prstGeom prst="flowChartAlternateProcess">
            <a:avLst/>
          </a:prstGeom>
          <a:solidFill>
            <a:srgbClr val="FFFFFF"/>
          </a:solidFill>
          <a:ln>
            <a:solidFill>
              <a:srgbClr val="C0C0C0"/>
            </a:solidFill>
          </a:ln>
        </p:spPr>
        <p:txBody>
          <a:bodyPr lIns="45720" tIns="0" rIns="45720" bIns="0" anchor="ctr" anchorCtr="0"/>
          <a:lstStyle>
            <a:lvl1pPr marL="0" indent="-118872">
              <a:lnSpc>
                <a:spcPct val="95000"/>
              </a:lnSpc>
              <a:spcBef>
                <a:spcPts val="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12" name="Text Placeholder 19"/>
          <p:cNvSpPr>
            <a:spLocks noGrp="1"/>
          </p:cNvSpPr>
          <p:nvPr>
            <p:ph type="body" sz="quarter" idx="41"/>
          </p:nvPr>
        </p:nvSpPr>
        <p:spPr>
          <a:xfrm>
            <a:off x="759037" y="2357120"/>
            <a:ext cx="2926080" cy="521208"/>
          </a:xfrm>
          <a:prstGeom prst="flowChartAlternateProcess">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13" name="Text Placeholder 19"/>
          <p:cNvSpPr>
            <a:spLocks noGrp="1"/>
          </p:cNvSpPr>
          <p:nvPr>
            <p:ph type="body" sz="quarter" idx="42"/>
          </p:nvPr>
        </p:nvSpPr>
        <p:spPr>
          <a:xfrm>
            <a:off x="759037" y="2982976"/>
            <a:ext cx="2926080" cy="521208"/>
          </a:xfrm>
          <a:prstGeom prst="flowChartAlternateProcess">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14" name="Text Placeholder 19"/>
          <p:cNvSpPr>
            <a:spLocks noGrp="1"/>
          </p:cNvSpPr>
          <p:nvPr>
            <p:ph type="body" sz="quarter" idx="43"/>
          </p:nvPr>
        </p:nvSpPr>
        <p:spPr>
          <a:xfrm>
            <a:off x="759037" y="3608832"/>
            <a:ext cx="2926080" cy="521208"/>
          </a:xfrm>
          <a:prstGeom prst="flowChartAlternateProcess">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15" name="Text Placeholder 19"/>
          <p:cNvSpPr>
            <a:spLocks noGrp="1"/>
          </p:cNvSpPr>
          <p:nvPr>
            <p:ph type="body" sz="quarter" idx="44"/>
          </p:nvPr>
        </p:nvSpPr>
        <p:spPr>
          <a:xfrm>
            <a:off x="759037" y="4234688"/>
            <a:ext cx="2926080" cy="521208"/>
          </a:xfrm>
          <a:prstGeom prst="flowChartAlternateProcess">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16" name="Text Placeholder 19"/>
          <p:cNvSpPr>
            <a:spLocks noGrp="1"/>
          </p:cNvSpPr>
          <p:nvPr>
            <p:ph type="body" sz="quarter" idx="45"/>
          </p:nvPr>
        </p:nvSpPr>
        <p:spPr>
          <a:xfrm>
            <a:off x="759037" y="5486400"/>
            <a:ext cx="2926080" cy="521208"/>
          </a:xfrm>
          <a:prstGeom prst="flowChartAlternateProcess">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17" name="Text Placeholder 19"/>
          <p:cNvSpPr>
            <a:spLocks noGrp="1"/>
          </p:cNvSpPr>
          <p:nvPr>
            <p:ph type="body" sz="quarter" idx="46"/>
          </p:nvPr>
        </p:nvSpPr>
        <p:spPr>
          <a:xfrm>
            <a:off x="759037" y="4860544"/>
            <a:ext cx="2926080" cy="521208"/>
          </a:xfrm>
          <a:prstGeom prst="flowChartAlternateProcess">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18" name="Text Placeholder 19"/>
          <p:cNvSpPr>
            <a:spLocks noGrp="1"/>
          </p:cNvSpPr>
          <p:nvPr>
            <p:ph type="body" sz="quarter" idx="47"/>
          </p:nvPr>
        </p:nvSpPr>
        <p:spPr>
          <a:xfrm>
            <a:off x="4113567" y="1743456"/>
            <a:ext cx="292608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19" name="Text Placeholder 19"/>
          <p:cNvSpPr>
            <a:spLocks noGrp="1"/>
          </p:cNvSpPr>
          <p:nvPr>
            <p:ph type="body" sz="quarter" idx="48"/>
          </p:nvPr>
        </p:nvSpPr>
        <p:spPr>
          <a:xfrm>
            <a:off x="4113567" y="2369312"/>
            <a:ext cx="292608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0" name="Text Placeholder 19"/>
          <p:cNvSpPr>
            <a:spLocks noGrp="1"/>
          </p:cNvSpPr>
          <p:nvPr>
            <p:ph type="body" sz="quarter" idx="49"/>
          </p:nvPr>
        </p:nvSpPr>
        <p:spPr>
          <a:xfrm>
            <a:off x="4113567" y="2995168"/>
            <a:ext cx="292608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1" name="Text Placeholder 19"/>
          <p:cNvSpPr>
            <a:spLocks noGrp="1"/>
          </p:cNvSpPr>
          <p:nvPr>
            <p:ph type="body" sz="quarter" idx="50"/>
          </p:nvPr>
        </p:nvSpPr>
        <p:spPr>
          <a:xfrm>
            <a:off x="4113567" y="3621024"/>
            <a:ext cx="292608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2" name="Text Placeholder 19"/>
          <p:cNvSpPr>
            <a:spLocks noGrp="1"/>
          </p:cNvSpPr>
          <p:nvPr>
            <p:ph type="body" sz="quarter" idx="51"/>
          </p:nvPr>
        </p:nvSpPr>
        <p:spPr>
          <a:xfrm>
            <a:off x="4113567" y="4246880"/>
            <a:ext cx="292608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3" name="Text Placeholder 19"/>
          <p:cNvSpPr>
            <a:spLocks noGrp="1"/>
          </p:cNvSpPr>
          <p:nvPr>
            <p:ph type="body" sz="quarter" idx="52"/>
          </p:nvPr>
        </p:nvSpPr>
        <p:spPr>
          <a:xfrm>
            <a:off x="4113567" y="5498592"/>
            <a:ext cx="292608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4" name="Text Placeholder 19"/>
          <p:cNvSpPr>
            <a:spLocks noGrp="1"/>
          </p:cNvSpPr>
          <p:nvPr>
            <p:ph type="body" sz="quarter" idx="53"/>
          </p:nvPr>
        </p:nvSpPr>
        <p:spPr>
          <a:xfrm>
            <a:off x="4113567" y="4872736"/>
            <a:ext cx="292608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5" name="Text Placeholder 19"/>
          <p:cNvSpPr>
            <a:spLocks noGrp="1"/>
          </p:cNvSpPr>
          <p:nvPr>
            <p:ph type="body" sz="quarter" idx="54"/>
          </p:nvPr>
        </p:nvSpPr>
        <p:spPr>
          <a:xfrm>
            <a:off x="8400511" y="1743456"/>
            <a:ext cx="316992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6" name="Text Placeholder 19"/>
          <p:cNvSpPr>
            <a:spLocks noGrp="1"/>
          </p:cNvSpPr>
          <p:nvPr>
            <p:ph type="body" sz="quarter" idx="55"/>
          </p:nvPr>
        </p:nvSpPr>
        <p:spPr>
          <a:xfrm>
            <a:off x="8400511" y="2369312"/>
            <a:ext cx="316992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7" name="Text Placeholder 19"/>
          <p:cNvSpPr>
            <a:spLocks noGrp="1"/>
          </p:cNvSpPr>
          <p:nvPr>
            <p:ph type="body" sz="quarter" idx="56"/>
          </p:nvPr>
        </p:nvSpPr>
        <p:spPr>
          <a:xfrm>
            <a:off x="8400511" y="2995168"/>
            <a:ext cx="316992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8" name="Text Placeholder 19"/>
          <p:cNvSpPr>
            <a:spLocks noGrp="1"/>
          </p:cNvSpPr>
          <p:nvPr>
            <p:ph type="body" sz="quarter" idx="57"/>
          </p:nvPr>
        </p:nvSpPr>
        <p:spPr>
          <a:xfrm>
            <a:off x="8400511" y="3621024"/>
            <a:ext cx="316992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9" name="Text Placeholder 19"/>
          <p:cNvSpPr>
            <a:spLocks noGrp="1"/>
          </p:cNvSpPr>
          <p:nvPr>
            <p:ph type="body" sz="quarter" idx="58"/>
          </p:nvPr>
        </p:nvSpPr>
        <p:spPr>
          <a:xfrm>
            <a:off x="8400511" y="4246880"/>
            <a:ext cx="316992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30" name="Text Placeholder 19"/>
          <p:cNvSpPr>
            <a:spLocks noGrp="1"/>
          </p:cNvSpPr>
          <p:nvPr>
            <p:ph type="body" sz="quarter" idx="59"/>
          </p:nvPr>
        </p:nvSpPr>
        <p:spPr>
          <a:xfrm>
            <a:off x="8400511" y="5498592"/>
            <a:ext cx="316992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31" name="Text Placeholder 19"/>
          <p:cNvSpPr>
            <a:spLocks noGrp="1"/>
          </p:cNvSpPr>
          <p:nvPr>
            <p:ph type="body" sz="quarter" idx="60"/>
          </p:nvPr>
        </p:nvSpPr>
        <p:spPr>
          <a:xfrm>
            <a:off x="8400511" y="4872736"/>
            <a:ext cx="316992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32"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34" name="Slide Number Placeholder 9"/>
          <p:cNvSpPr>
            <a:spLocks noGrp="1"/>
          </p:cNvSpPr>
          <p:nvPr>
            <p:ph type="sldNum" sz="quarter" idx="61"/>
          </p:nvPr>
        </p:nvSpPr>
        <p:spPr/>
        <p:txBody>
          <a:bodyPr/>
          <a:lstStyle>
            <a:lvl1pPr>
              <a:defRPr/>
            </a:lvl1pPr>
          </a:lstStyle>
          <a:p>
            <a:fld id="{250D9D91-D592-1043-AF8D-0FC015913F1E}" type="slidenum">
              <a:rPr lang="en-US" altLang="en-US"/>
              <a:pPr/>
              <a:t>‹#›</a:t>
            </a:fld>
            <a:endParaRPr lang="en-US" altLang="en-US"/>
          </a:p>
        </p:txBody>
      </p:sp>
      <p:sp>
        <p:nvSpPr>
          <p:cNvPr id="35" name="Footer Placeholder 33"/>
          <p:cNvSpPr>
            <a:spLocks noGrp="1"/>
          </p:cNvSpPr>
          <p:nvPr>
            <p:ph type="ftr" sz="quarter" idx="62"/>
          </p:nvPr>
        </p:nvSpPr>
        <p:spPr/>
        <p:txBody>
          <a:bodyPr/>
          <a:lstStyle>
            <a:lvl1pPr>
              <a:defRPr smtClean="0"/>
            </a:lvl1pPr>
          </a:lstStyle>
          <a:p>
            <a:pPr>
              <a:defRPr/>
            </a:pPr>
            <a:r>
              <a:rPr lang="en-US"/>
              <a:t>Preferred Stock</a:t>
            </a:r>
          </a:p>
        </p:txBody>
      </p:sp>
    </p:spTree>
    <p:extLst>
      <p:ext uri="{BB962C8B-B14F-4D97-AF65-F5344CB8AC3E}">
        <p14:creationId xmlns:p14="http://schemas.microsoft.com/office/powerpoint/2010/main" val="843374824"/>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Text Blocks - Elements Leading To">
    <p:spTree>
      <p:nvGrpSpPr>
        <p:cNvPr id="1" name=""/>
        <p:cNvGrpSpPr/>
        <p:nvPr/>
      </p:nvGrpSpPr>
      <p:grpSpPr>
        <a:xfrm>
          <a:off x="0" y="0"/>
          <a:ext cx="0" cy="0"/>
          <a:chOff x="0" y="0"/>
          <a:chExt cx="0" cy="0"/>
        </a:xfrm>
      </p:grpSpPr>
      <p:sp>
        <p:nvSpPr>
          <p:cNvPr id="15" name="Pentagon 14"/>
          <p:cNvSpPr/>
          <p:nvPr userDrawn="1"/>
        </p:nvSpPr>
        <p:spPr bwMode="auto">
          <a:xfrm>
            <a:off x="7133167" y="1497014"/>
            <a:ext cx="905933" cy="4352925"/>
          </a:xfrm>
          <a:prstGeom prst="homePlate">
            <a:avLst>
              <a:gd name="adj" fmla="val 98835"/>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p:spPr>
        <p:txBody>
          <a:bodyPr/>
          <a:lstStyle/>
          <a:p>
            <a:pPr eaLnBrk="0" hangingPunct="0">
              <a:defRPr/>
            </a:pPr>
            <a:endParaRPr lang="en-US" sz="1800">
              <a:latin typeface="Arial" charset="0"/>
              <a:ea typeface="+mn-ea"/>
            </a:endParaRPr>
          </a:p>
        </p:txBody>
      </p:sp>
      <p:sp>
        <p:nvSpPr>
          <p:cNvPr id="7" name="Text Placeholder 8"/>
          <p:cNvSpPr>
            <a:spLocks noGrp="1"/>
          </p:cNvSpPr>
          <p:nvPr>
            <p:ph type="body" sz="quarter" idx="21"/>
          </p:nvPr>
        </p:nvSpPr>
        <p:spPr>
          <a:xfrm rot="5400000">
            <a:off x="9549384" y="-97536"/>
            <a:ext cx="640080" cy="3425952"/>
          </a:xfrm>
          <a:prstGeom prst="homePlate">
            <a:avLst>
              <a:gd name="adj" fmla="val 32482"/>
            </a:avLst>
          </a:prstGeom>
          <a:solidFill>
            <a:srgbClr val="B01C2E"/>
          </a:solidFill>
        </p:spPr>
        <p:txBody>
          <a:bodyPr vert="vert270" anchor="ctr"/>
          <a:lstStyle>
            <a:lvl1pPr marL="0" indent="0" algn="ctr">
              <a:lnSpc>
                <a:spcPts val="1400"/>
              </a:lnSpc>
              <a:spcBef>
                <a:spcPts val="0"/>
              </a:spcBef>
              <a:buNone/>
              <a:defRPr sz="1200" b="1">
                <a:solidFill>
                  <a:schemeClr val="bg1"/>
                </a:solidFill>
              </a:defRPr>
            </a:lvl1pPr>
            <a:lvl2pPr indent="0" algn="ctr">
              <a:spcBef>
                <a:spcPts val="0"/>
              </a:spcBef>
              <a:buNone/>
              <a:defRPr sz="1200" b="1"/>
            </a:lvl2pPr>
            <a:lvl3pPr indent="0" algn="ctr">
              <a:spcBef>
                <a:spcPts val="0"/>
              </a:spcBef>
              <a:buNone/>
              <a:defRPr sz="1200" b="1"/>
            </a:lvl3pPr>
            <a:lvl4pPr indent="0" algn="ctr">
              <a:spcBef>
                <a:spcPts val="0"/>
              </a:spcBef>
              <a:buNone/>
              <a:defRPr sz="1200" b="1"/>
            </a:lvl4pPr>
            <a:lvl5pPr indent="0" algn="ctr">
              <a:spcBef>
                <a:spcPts val="0"/>
              </a:spcBef>
              <a:buNone/>
              <a:defRPr sz="1200" b="1"/>
            </a:lvl5pPr>
          </a:lstStyle>
          <a:p>
            <a:pPr lvl="0"/>
            <a:r>
              <a:rPr lang="en-US"/>
              <a:t>Click to edit Master text styles</a:t>
            </a:r>
          </a:p>
        </p:txBody>
      </p:sp>
      <p:sp>
        <p:nvSpPr>
          <p:cNvPr id="8" name="Text Placeholder 12"/>
          <p:cNvSpPr>
            <a:spLocks noGrp="1"/>
          </p:cNvSpPr>
          <p:nvPr>
            <p:ph type="body" sz="quarter" idx="18"/>
          </p:nvPr>
        </p:nvSpPr>
        <p:spPr>
          <a:xfrm>
            <a:off x="8156448" y="1981200"/>
            <a:ext cx="3425952" cy="4114800"/>
          </a:xfrm>
          <a:prstGeom prst="rect">
            <a:avLst/>
          </a:prstGeom>
          <a:noFill/>
          <a:ln>
            <a:solidFill>
              <a:srgbClr val="C0C0C0"/>
            </a:solidFill>
          </a:ln>
        </p:spPr>
        <p:txBody>
          <a:bodyPr wrap="square" lIns="91440" anchor="t" anchorCtr="0">
            <a:noAutofit/>
          </a:bodyPr>
          <a:lstStyle>
            <a:lvl1pPr marL="233363" indent="-233363" algn="l">
              <a:spcBef>
                <a:spcPts val="200"/>
              </a:spcBef>
              <a:buClr>
                <a:srgbClr val="B01C2E"/>
              </a:buClr>
              <a:buFont typeface="Wingdings" pitchFamily="2" charset="2"/>
              <a:buChar char="§"/>
              <a:defRPr sz="1200" b="1" baseline="0"/>
            </a:lvl1pPr>
            <a:lvl2pPr marL="338138" indent="-173038">
              <a:spcBef>
                <a:spcPts val="200"/>
              </a:spcBef>
              <a:buClr>
                <a:srgbClr val="B01C2E"/>
              </a:buClr>
              <a:buFont typeface="Arial" pitchFamily="34" charset="0"/>
              <a:buChar char="•"/>
              <a:tabLst/>
              <a:defRPr sz="1200" b="1" baseline="0"/>
            </a:lvl2pPr>
            <a:lvl3pPr marL="502920" indent="-173038">
              <a:spcBef>
                <a:spcPts val="200"/>
              </a:spcBef>
              <a:buClr>
                <a:srgbClr val="B01C2E"/>
              </a:buClr>
              <a:buFont typeface="Arial" pitchFamily="34" charset="0"/>
              <a:buChar char="–"/>
              <a:defRPr sz="1200" b="1" baseline="0"/>
            </a:lvl3pPr>
            <a:lvl4pPr marL="685800" indent="-173736">
              <a:spcBef>
                <a:spcPts val="200"/>
              </a:spcBef>
              <a:buClr>
                <a:srgbClr val="B01C2E"/>
              </a:buClr>
              <a:buFont typeface="Arial" pitchFamily="34" charset="0"/>
              <a:buChar char="–"/>
              <a:tabLst/>
              <a:defRPr sz="1200" b="1"/>
            </a:lvl4pPr>
            <a:lvl5pPr marL="850392" indent="-173736">
              <a:spcBef>
                <a:spcPts val="200"/>
              </a:spcBef>
              <a:buClr>
                <a:srgbClr val="B01C2E"/>
              </a:buClr>
              <a:buFont typeface="Arial" pitchFamily="34" charset="0"/>
              <a:buChar char="–"/>
              <a:defRPr sz="1200" b="1"/>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Content Placeholder 3"/>
          <p:cNvSpPr>
            <a:spLocks noGrp="1"/>
          </p:cNvSpPr>
          <p:nvPr>
            <p:ph sz="half" idx="12"/>
          </p:nvPr>
        </p:nvSpPr>
        <p:spPr>
          <a:xfrm>
            <a:off x="508004" y="1497016"/>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0" name="Content Placeholder 3"/>
          <p:cNvSpPr>
            <a:spLocks noGrp="1"/>
          </p:cNvSpPr>
          <p:nvPr>
            <p:ph sz="half" idx="22"/>
          </p:nvPr>
        </p:nvSpPr>
        <p:spPr>
          <a:xfrm>
            <a:off x="508004" y="2985438"/>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1" name="Content Placeholder 3"/>
          <p:cNvSpPr>
            <a:spLocks noGrp="1"/>
          </p:cNvSpPr>
          <p:nvPr>
            <p:ph sz="half" idx="23"/>
          </p:nvPr>
        </p:nvSpPr>
        <p:spPr>
          <a:xfrm>
            <a:off x="508004" y="4473858"/>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2" name="Content Placeholder 3"/>
          <p:cNvSpPr>
            <a:spLocks noGrp="1"/>
          </p:cNvSpPr>
          <p:nvPr>
            <p:ph sz="half" idx="24"/>
          </p:nvPr>
        </p:nvSpPr>
        <p:spPr>
          <a:xfrm>
            <a:off x="2743204" y="1497016"/>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3" name="Content Placeholder 3"/>
          <p:cNvSpPr>
            <a:spLocks noGrp="1"/>
          </p:cNvSpPr>
          <p:nvPr>
            <p:ph sz="half" idx="25"/>
          </p:nvPr>
        </p:nvSpPr>
        <p:spPr>
          <a:xfrm>
            <a:off x="2743204" y="2985438"/>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4" name="Content Placeholder 3"/>
          <p:cNvSpPr>
            <a:spLocks noGrp="1"/>
          </p:cNvSpPr>
          <p:nvPr>
            <p:ph sz="half" idx="26"/>
          </p:nvPr>
        </p:nvSpPr>
        <p:spPr>
          <a:xfrm>
            <a:off x="2743204" y="4473858"/>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8" name="Content Placeholder 3"/>
          <p:cNvSpPr>
            <a:spLocks noGrp="1"/>
          </p:cNvSpPr>
          <p:nvPr>
            <p:ph sz="half" idx="27"/>
          </p:nvPr>
        </p:nvSpPr>
        <p:spPr>
          <a:xfrm>
            <a:off x="4978404" y="1497016"/>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9" name="Content Placeholder 3"/>
          <p:cNvSpPr>
            <a:spLocks noGrp="1"/>
          </p:cNvSpPr>
          <p:nvPr>
            <p:ph sz="half" idx="28"/>
          </p:nvPr>
        </p:nvSpPr>
        <p:spPr>
          <a:xfrm>
            <a:off x="4978404" y="2985438"/>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20" name="Content Placeholder 3"/>
          <p:cNvSpPr>
            <a:spLocks noGrp="1"/>
          </p:cNvSpPr>
          <p:nvPr>
            <p:ph sz="half" idx="29"/>
          </p:nvPr>
        </p:nvSpPr>
        <p:spPr>
          <a:xfrm>
            <a:off x="4978404" y="4473858"/>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6"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7" name="Slide Number Placeholder 9"/>
          <p:cNvSpPr>
            <a:spLocks noGrp="1"/>
          </p:cNvSpPr>
          <p:nvPr>
            <p:ph type="sldNum" sz="quarter" idx="30"/>
          </p:nvPr>
        </p:nvSpPr>
        <p:spPr/>
        <p:txBody>
          <a:bodyPr/>
          <a:lstStyle>
            <a:lvl1pPr>
              <a:defRPr/>
            </a:lvl1pPr>
          </a:lstStyle>
          <a:p>
            <a:fld id="{09CF501B-85A3-0748-9525-578425C49286}" type="slidenum">
              <a:rPr lang="en-US" altLang="en-US"/>
              <a:pPr/>
              <a:t>‹#›</a:t>
            </a:fld>
            <a:endParaRPr lang="en-US" altLang="en-US"/>
          </a:p>
        </p:txBody>
      </p:sp>
      <p:sp>
        <p:nvSpPr>
          <p:cNvPr id="21" name="Footer Placeholder 20"/>
          <p:cNvSpPr>
            <a:spLocks noGrp="1"/>
          </p:cNvSpPr>
          <p:nvPr>
            <p:ph type="ftr" sz="quarter" idx="31"/>
          </p:nvPr>
        </p:nvSpPr>
        <p:spPr/>
        <p:txBody>
          <a:bodyPr/>
          <a:lstStyle>
            <a:lvl1pPr>
              <a:defRPr smtClean="0"/>
            </a:lvl1pPr>
          </a:lstStyle>
          <a:p>
            <a:pPr>
              <a:defRPr/>
            </a:pPr>
            <a:r>
              <a:rPr lang="en-US"/>
              <a:t>Preferred Stock</a:t>
            </a:r>
          </a:p>
        </p:txBody>
      </p:sp>
    </p:spTree>
    <p:extLst>
      <p:ext uri="{BB962C8B-B14F-4D97-AF65-F5344CB8AC3E}">
        <p14:creationId xmlns:p14="http://schemas.microsoft.com/office/powerpoint/2010/main" val="1985546450"/>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Related Text Blocks - Sequence">
    <p:spTree>
      <p:nvGrpSpPr>
        <p:cNvPr id="1" name=""/>
        <p:cNvGrpSpPr/>
        <p:nvPr/>
      </p:nvGrpSpPr>
      <p:grpSpPr>
        <a:xfrm>
          <a:off x="0" y="0"/>
          <a:ext cx="0" cy="0"/>
          <a:chOff x="0" y="0"/>
          <a:chExt cx="0" cy="0"/>
        </a:xfrm>
      </p:grpSpPr>
      <p:cxnSp>
        <p:nvCxnSpPr>
          <p:cNvPr id="7" name="Elbow Connector 24"/>
          <p:cNvCxnSpPr>
            <a:cxnSpLocks noChangeShapeType="1"/>
          </p:cNvCxnSpPr>
          <p:nvPr userDrawn="1"/>
        </p:nvCxnSpPr>
        <p:spPr bwMode="auto">
          <a:xfrm rot="16200000" flipH="1">
            <a:off x="1340909" y="2289175"/>
            <a:ext cx="768350" cy="850900"/>
          </a:xfrm>
          <a:prstGeom prst="bentConnector2">
            <a:avLst/>
          </a:prstGeom>
          <a:noFill/>
          <a:ln w="12700">
            <a:solidFill>
              <a:srgbClr val="4D4D4D"/>
            </a:solidFill>
            <a:round/>
            <a:headEnd/>
            <a:tailEnd type="triangle" w="lg" len="lg"/>
          </a:ln>
          <a:extLst>
            <a:ext uri="{909E8E84-426E-40DD-AFC4-6F175D3DCCD1}">
              <a14:hiddenFill xmlns:a14="http://schemas.microsoft.com/office/drawing/2010/main">
                <a:noFill/>
              </a14:hiddenFill>
            </a:ext>
          </a:extLst>
        </p:spPr>
      </p:cxnSp>
      <p:cxnSp>
        <p:nvCxnSpPr>
          <p:cNvPr id="13" name="Elbow Connector 28"/>
          <p:cNvCxnSpPr>
            <a:cxnSpLocks noChangeShapeType="1"/>
          </p:cNvCxnSpPr>
          <p:nvPr userDrawn="1"/>
        </p:nvCxnSpPr>
        <p:spPr bwMode="auto">
          <a:xfrm rot="16200000" flipH="1">
            <a:off x="2881313" y="3486680"/>
            <a:ext cx="752475" cy="833967"/>
          </a:xfrm>
          <a:prstGeom prst="bentConnector2">
            <a:avLst/>
          </a:prstGeom>
          <a:noFill/>
          <a:ln w="12700">
            <a:solidFill>
              <a:srgbClr val="4D4D4D"/>
            </a:solidFill>
            <a:round/>
            <a:headEnd/>
            <a:tailEnd type="triangle" w="lg" len="lg"/>
          </a:ln>
          <a:extLst>
            <a:ext uri="{909E8E84-426E-40DD-AFC4-6F175D3DCCD1}">
              <a14:hiddenFill xmlns:a14="http://schemas.microsoft.com/office/drawing/2010/main">
                <a:noFill/>
              </a14:hiddenFill>
            </a:ext>
          </a:extLst>
        </p:spPr>
      </p:cxnSp>
      <p:cxnSp>
        <p:nvCxnSpPr>
          <p:cNvPr id="14" name="Elbow Connector 39"/>
          <p:cNvCxnSpPr>
            <a:cxnSpLocks noChangeShapeType="1"/>
          </p:cNvCxnSpPr>
          <p:nvPr userDrawn="1"/>
        </p:nvCxnSpPr>
        <p:spPr bwMode="auto">
          <a:xfrm rot="16200000" flipH="1">
            <a:off x="4429126" y="4714875"/>
            <a:ext cx="698500" cy="793751"/>
          </a:xfrm>
          <a:prstGeom prst="bentConnector2">
            <a:avLst/>
          </a:prstGeom>
          <a:noFill/>
          <a:ln w="12700">
            <a:solidFill>
              <a:srgbClr val="4D4D4D"/>
            </a:solidFill>
            <a:round/>
            <a:headEnd/>
            <a:tailEnd type="triangle" w="lg" len="lg"/>
          </a:ln>
          <a:extLst>
            <a:ext uri="{909E8E84-426E-40DD-AFC4-6F175D3DCCD1}">
              <a14:hiddenFill xmlns:a14="http://schemas.microsoft.com/office/drawing/2010/main">
                <a:noFill/>
              </a14:hiddenFill>
            </a:ext>
          </a:extLst>
        </p:spPr>
      </p:cxnSp>
      <p:sp>
        <p:nvSpPr>
          <p:cNvPr id="8" name="Content Placeholder 3"/>
          <p:cNvSpPr>
            <a:spLocks noGrp="1"/>
          </p:cNvSpPr>
          <p:nvPr>
            <p:ph sz="half" idx="17"/>
          </p:nvPr>
        </p:nvSpPr>
        <p:spPr>
          <a:xfrm>
            <a:off x="5175608" y="4986243"/>
            <a:ext cx="6413145" cy="950976"/>
          </a:xfrm>
          <a:prstGeom prst="rect">
            <a:avLst/>
          </a:prstGeom>
          <a:solidFill>
            <a:schemeClr val="bg1"/>
          </a:solidFill>
          <a:ln w="12700">
            <a:solidFill>
              <a:schemeClr val="accent1"/>
            </a:solidFill>
          </a:ln>
        </p:spPr>
        <p:txBody>
          <a:bodyPr lIns="137160" tIns="137160" rIns="137160" bIns="137160" anchor="ctr"/>
          <a:lstStyle>
            <a:lvl1pPr marL="176213" marR="0" indent="-176213" algn="l" defTabSz="914400" rtl="0" eaLnBrk="1" fontAlgn="auto" latinLnBrk="0" hangingPunct="1">
              <a:lnSpc>
                <a:spcPct val="100000"/>
              </a:lnSpc>
              <a:spcBef>
                <a:spcPct val="20000"/>
              </a:spcBef>
              <a:spcAft>
                <a:spcPts val="0"/>
              </a:spcAft>
              <a:buClr>
                <a:srgbClr val="B01C2E"/>
              </a:buClr>
              <a:buSzTx/>
              <a:buFont typeface="Wingdings 2" pitchFamily="18" charset="2"/>
              <a:buChar char=""/>
              <a:tabLst/>
              <a:defRPr sz="1200"/>
            </a:lvl1pPr>
            <a:lvl2pPr marL="342900" indent="-166688">
              <a:buClr>
                <a:srgbClr val="B01C2E"/>
              </a:buClr>
              <a:buSzPct val="125000"/>
              <a:defRPr sz="1200"/>
            </a:lvl2pPr>
            <a:lvl3pPr marL="519113" indent="-176213">
              <a:buClr>
                <a:srgbClr val="B01C2E"/>
              </a:buClr>
              <a:buFont typeface="Arial" pitchFamily="34" charset="0"/>
              <a:buChar char="–"/>
              <a:defRPr sz="1200"/>
            </a:lvl3pPr>
            <a:lvl4pPr marL="685800" indent="-166688">
              <a:defRPr sz="1400"/>
            </a:lvl4pPr>
            <a:lvl5pPr marL="914400" indent="-166688">
              <a:defRPr sz="14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p:txBody>
      </p:sp>
      <p:sp>
        <p:nvSpPr>
          <p:cNvPr id="9" name="Content Placeholder 3"/>
          <p:cNvSpPr>
            <a:spLocks noGrp="1"/>
          </p:cNvSpPr>
          <p:nvPr>
            <p:ph sz="half" idx="14"/>
          </p:nvPr>
        </p:nvSpPr>
        <p:spPr>
          <a:xfrm>
            <a:off x="638822" y="1441358"/>
            <a:ext cx="6413145" cy="950976"/>
          </a:xfrm>
          <a:prstGeom prst="rect">
            <a:avLst/>
          </a:prstGeom>
          <a:solidFill>
            <a:schemeClr val="bg1"/>
          </a:solidFill>
          <a:ln w="12700">
            <a:solidFill>
              <a:schemeClr val="accent1"/>
            </a:solidFill>
          </a:ln>
        </p:spPr>
        <p:txBody>
          <a:bodyPr lIns="137160" tIns="137160" rIns="137160" bIns="137160" anchor="ctr"/>
          <a:lstStyle>
            <a:lvl1pPr marL="176213" marR="0" indent="-176213" algn="l" defTabSz="914400" rtl="0" eaLnBrk="1" fontAlgn="auto" latinLnBrk="0" hangingPunct="1">
              <a:lnSpc>
                <a:spcPct val="100000"/>
              </a:lnSpc>
              <a:spcBef>
                <a:spcPct val="20000"/>
              </a:spcBef>
              <a:spcAft>
                <a:spcPts val="0"/>
              </a:spcAft>
              <a:buClr>
                <a:srgbClr val="B01C2E"/>
              </a:buClr>
              <a:buSzTx/>
              <a:buFont typeface="Wingdings 2" pitchFamily="18" charset="2"/>
              <a:buChar char=""/>
              <a:tabLst/>
              <a:defRPr sz="1200"/>
            </a:lvl1pPr>
            <a:lvl2pPr marL="342900" indent="-166688">
              <a:buClr>
                <a:srgbClr val="B01C2E"/>
              </a:buClr>
              <a:buSzPct val="125000"/>
              <a:defRPr sz="1200"/>
            </a:lvl2pPr>
            <a:lvl3pPr marL="519113" indent="-176213">
              <a:buClr>
                <a:srgbClr val="B01C2E"/>
              </a:buClr>
              <a:buFont typeface="Arial" pitchFamily="34" charset="0"/>
              <a:buChar char="–"/>
              <a:defRPr sz="1200"/>
            </a:lvl3pPr>
            <a:lvl4pPr marL="685800" indent="-166688">
              <a:defRPr sz="1400"/>
            </a:lvl4pPr>
            <a:lvl5pPr marL="914400" indent="-166688">
              <a:defRPr sz="14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p:txBody>
      </p:sp>
      <p:sp>
        <p:nvSpPr>
          <p:cNvPr id="10" name="Content Placeholder 3"/>
          <p:cNvSpPr>
            <a:spLocks noGrp="1"/>
          </p:cNvSpPr>
          <p:nvPr>
            <p:ph sz="half" idx="15"/>
          </p:nvPr>
        </p:nvSpPr>
        <p:spPr>
          <a:xfrm>
            <a:off x="2150310" y="2622986"/>
            <a:ext cx="6413145" cy="950976"/>
          </a:xfrm>
          <a:prstGeom prst="rect">
            <a:avLst/>
          </a:prstGeom>
          <a:solidFill>
            <a:schemeClr val="bg1"/>
          </a:solidFill>
          <a:ln w="12700">
            <a:solidFill>
              <a:schemeClr val="accent1"/>
            </a:solidFill>
          </a:ln>
        </p:spPr>
        <p:txBody>
          <a:bodyPr lIns="137160" tIns="137160" rIns="137160" bIns="137160" anchor="ctr"/>
          <a:lstStyle>
            <a:lvl1pPr marL="176213" marR="0" indent="-176213" algn="l" defTabSz="914400" rtl="0" eaLnBrk="1" fontAlgn="auto" latinLnBrk="0" hangingPunct="1">
              <a:lnSpc>
                <a:spcPct val="100000"/>
              </a:lnSpc>
              <a:spcBef>
                <a:spcPct val="20000"/>
              </a:spcBef>
              <a:spcAft>
                <a:spcPts val="0"/>
              </a:spcAft>
              <a:buClr>
                <a:srgbClr val="B01C2E"/>
              </a:buClr>
              <a:buSzTx/>
              <a:buFont typeface="Wingdings 2" pitchFamily="18" charset="2"/>
              <a:buChar char=""/>
              <a:tabLst/>
              <a:defRPr sz="1200"/>
            </a:lvl1pPr>
            <a:lvl2pPr marL="342900" indent="-166688">
              <a:buClr>
                <a:srgbClr val="B01C2E"/>
              </a:buClr>
              <a:buSzPct val="125000"/>
              <a:defRPr sz="1200"/>
            </a:lvl2pPr>
            <a:lvl3pPr marL="519113" indent="-176213">
              <a:buClr>
                <a:srgbClr val="B01C2E"/>
              </a:buClr>
              <a:buFont typeface="Arial" pitchFamily="34" charset="0"/>
              <a:buChar char="–"/>
              <a:defRPr sz="1200"/>
            </a:lvl3pPr>
            <a:lvl4pPr marL="685800" indent="-166688">
              <a:defRPr sz="1400"/>
            </a:lvl4pPr>
            <a:lvl5pPr marL="914400" indent="-166688">
              <a:defRPr sz="14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p:txBody>
      </p:sp>
      <p:sp>
        <p:nvSpPr>
          <p:cNvPr id="11" name="Content Placeholder 3"/>
          <p:cNvSpPr>
            <a:spLocks noGrp="1"/>
          </p:cNvSpPr>
          <p:nvPr>
            <p:ph sz="half" idx="16"/>
          </p:nvPr>
        </p:nvSpPr>
        <p:spPr>
          <a:xfrm>
            <a:off x="3674314" y="3804614"/>
            <a:ext cx="6413145" cy="950976"/>
          </a:xfrm>
          <a:prstGeom prst="rect">
            <a:avLst/>
          </a:prstGeom>
          <a:solidFill>
            <a:schemeClr val="bg1"/>
          </a:solidFill>
          <a:ln w="12700">
            <a:solidFill>
              <a:schemeClr val="accent1"/>
            </a:solidFill>
          </a:ln>
        </p:spPr>
        <p:txBody>
          <a:bodyPr lIns="137160" tIns="137160" rIns="137160" bIns="137160" anchor="ctr"/>
          <a:lstStyle>
            <a:lvl1pPr marL="176213" marR="0" indent="-176213" algn="l" defTabSz="914400" rtl="0" eaLnBrk="1" fontAlgn="auto" latinLnBrk="0" hangingPunct="1">
              <a:lnSpc>
                <a:spcPct val="100000"/>
              </a:lnSpc>
              <a:spcBef>
                <a:spcPct val="20000"/>
              </a:spcBef>
              <a:spcAft>
                <a:spcPts val="0"/>
              </a:spcAft>
              <a:buClr>
                <a:srgbClr val="B01C2E"/>
              </a:buClr>
              <a:buSzTx/>
              <a:buFont typeface="Wingdings 2" pitchFamily="18" charset="2"/>
              <a:buChar char=""/>
              <a:tabLst/>
              <a:defRPr sz="1200"/>
            </a:lvl1pPr>
            <a:lvl2pPr marL="342900" indent="-166688">
              <a:buClr>
                <a:srgbClr val="B01C2E"/>
              </a:buClr>
              <a:buSzPct val="125000"/>
              <a:defRPr sz="1200"/>
            </a:lvl2pPr>
            <a:lvl3pPr marL="519113" indent="-176213">
              <a:buClr>
                <a:srgbClr val="B01C2E"/>
              </a:buClr>
              <a:buFont typeface="Arial" pitchFamily="34" charset="0"/>
              <a:buChar char="–"/>
              <a:defRPr sz="1200"/>
            </a:lvl3pPr>
            <a:lvl4pPr marL="685800" indent="-166688">
              <a:defRPr sz="1400"/>
            </a:lvl4pPr>
            <a:lvl5pPr marL="914400" indent="-166688">
              <a:defRPr sz="14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p:txBody>
      </p:sp>
      <p:sp>
        <p:nvSpPr>
          <p:cNvPr id="12"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5" name="Slide Number Placeholder 9"/>
          <p:cNvSpPr>
            <a:spLocks noGrp="1"/>
          </p:cNvSpPr>
          <p:nvPr>
            <p:ph type="sldNum" sz="quarter" idx="18"/>
          </p:nvPr>
        </p:nvSpPr>
        <p:spPr/>
        <p:txBody>
          <a:bodyPr/>
          <a:lstStyle>
            <a:lvl1pPr>
              <a:defRPr/>
            </a:lvl1pPr>
          </a:lstStyle>
          <a:p>
            <a:fld id="{0C10D6D8-3B97-854D-B9A2-DD1E2B17F6F0}" type="slidenum">
              <a:rPr lang="en-US" altLang="en-US"/>
              <a:pPr/>
              <a:t>‹#›</a:t>
            </a:fld>
            <a:endParaRPr lang="en-US" altLang="en-US"/>
          </a:p>
        </p:txBody>
      </p:sp>
      <p:sp>
        <p:nvSpPr>
          <p:cNvPr id="16" name="Footer Placeholder 13"/>
          <p:cNvSpPr>
            <a:spLocks noGrp="1"/>
          </p:cNvSpPr>
          <p:nvPr>
            <p:ph type="ftr" sz="quarter" idx="19"/>
          </p:nvPr>
        </p:nvSpPr>
        <p:spPr/>
        <p:txBody>
          <a:bodyPr/>
          <a:lstStyle>
            <a:lvl1pPr>
              <a:defRPr smtClean="0"/>
            </a:lvl1pPr>
          </a:lstStyle>
          <a:p>
            <a:pPr>
              <a:defRPr/>
            </a:pPr>
            <a:r>
              <a:rPr lang="en-US"/>
              <a:t>Preferred Stock</a:t>
            </a:r>
          </a:p>
        </p:txBody>
      </p:sp>
    </p:spTree>
    <p:extLst>
      <p:ext uri="{BB962C8B-B14F-4D97-AF65-F5344CB8AC3E}">
        <p14:creationId xmlns:p14="http://schemas.microsoft.com/office/powerpoint/2010/main" val="619583014"/>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Guidelines">
    <p:spTree>
      <p:nvGrpSpPr>
        <p:cNvPr id="1" name=""/>
        <p:cNvGrpSpPr/>
        <p:nvPr/>
      </p:nvGrpSpPr>
      <p:grpSpPr>
        <a:xfrm>
          <a:off x="0" y="0"/>
          <a:ext cx="0" cy="0"/>
          <a:chOff x="0" y="0"/>
          <a:chExt cx="0" cy="0"/>
        </a:xfrm>
      </p:grpSpPr>
      <p:sp>
        <p:nvSpPr>
          <p:cNvPr id="7" name="Parallelogram 6"/>
          <p:cNvSpPr/>
          <p:nvPr userDrawn="1"/>
        </p:nvSpPr>
        <p:spPr bwMode="auto">
          <a:xfrm>
            <a:off x="950384" y="1782764"/>
            <a:ext cx="10625667" cy="528637"/>
          </a:xfrm>
          <a:prstGeom prst="parallelogram">
            <a:avLst>
              <a:gd name="adj" fmla="val 135335"/>
            </a:avLst>
          </a:prstGeom>
          <a:gradFill>
            <a:gsLst>
              <a:gs pos="100000">
                <a:srgbClr val="666666"/>
              </a:gs>
              <a:gs pos="0">
                <a:schemeClr val="bg1">
                  <a:lumMod val="85000"/>
                </a:schemeClr>
              </a:gs>
            </a:gsLst>
            <a:lin ang="5400000" scaled="0"/>
          </a:gradFill>
          <a:ln w="9525" cap="flat" cmpd="sng" algn="ctr">
            <a:noFill/>
            <a:prstDash val="solid"/>
            <a:round/>
            <a:headEnd type="none" w="med" len="med"/>
            <a:tailEnd type="none" w="med" len="med"/>
          </a:ln>
          <a:effectLst/>
        </p:spPr>
        <p:txBody>
          <a:bodyPr/>
          <a:lstStyle/>
          <a:p>
            <a:pPr eaLnBrk="0" hangingPunct="0">
              <a:defRPr/>
            </a:pPr>
            <a:endParaRPr lang="en-US" sz="1800">
              <a:latin typeface="Arial" charset="0"/>
              <a:ea typeface="+mn-ea"/>
            </a:endParaRPr>
          </a:p>
        </p:txBody>
      </p:sp>
      <p:sp>
        <p:nvSpPr>
          <p:cNvPr id="8" name="Parallelogram 7"/>
          <p:cNvSpPr/>
          <p:nvPr userDrawn="1"/>
        </p:nvSpPr>
        <p:spPr bwMode="auto">
          <a:xfrm>
            <a:off x="950384" y="5300664"/>
            <a:ext cx="10625667" cy="530225"/>
          </a:xfrm>
          <a:prstGeom prst="parallelogram">
            <a:avLst>
              <a:gd name="adj" fmla="val 135335"/>
            </a:avLst>
          </a:prstGeom>
          <a:gradFill>
            <a:gsLst>
              <a:gs pos="100000">
                <a:srgbClr val="666666"/>
              </a:gs>
              <a:gs pos="0">
                <a:schemeClr val="bg1">
                  <a:lumMod val="85000"/>
                </a:schemeClr>
              </a:gs>
            </a:gsLst>
            <a:lin ang="5400000" scaled="0"/>
          </a:gradFill>
          <a:ln w="9525" cap="flat" cmpd="sng" algn="ctr">
            <a:noFill/>
            <a:prstDash val="solid"/>
            <a:round/>
            <a:headEnd type="none" w="med" len="med"/>
            <a:tailEnd type="none" w="med" len="med"/>
          </a:ln>
          <a:effectLst/>
        </p:spPr>
        <p:txBody>
          <a:bodyPr/>
          <a:lstStyle/>
          <a:p>
            <a:pPr eaLnBrk="0" hangingPunct="0">
              <a:defRPr/>
            </a:pPr>
            <a:endParaRPr lang="en-US" sz="1800">
              <a:latin typeface="Arial" charset="0"/>
              <a:ea typeface="+mn-ea"/>
            </a:endParaRPr>
          </a:p>
        </p:txBody>
      </p:sp>
      <p:sp>
        <p:nvSpPr>
          <p:cNvPr id="14" name="Parallelogram 13"/>
          <p:cNvSpPr/>
          <p:nvPr userDrawn="1"/>
        </p:nvSpPr>
        <p:spPr bwMode="auto">
          <a:xfrm>
            <a:off x="950384" y="4129089"/>
            <a:ext cx="10625667" cy="528637"/>
          </a:xfrm>
          <a:prstGeom prst="parallelogram">
            <a:avLst>
              <a:gd name="adj" fmla="val 135335"/>
            </a:avLst>
          </a:prstGeom>
          <a:gradFill>
            <a:gsLst>
              <a:gs pos="100000">
                <a:srgbClr val="666666"/>
              </a:gs>
              <a:gs pos="0">
                <a:schemeClr val="bg1">
                  <a:lumMod val="85000"/>
                </a:schemeClr>
              </a:gs>
            </a:gsLst>
            <a:lin ang="5400000" scaled="0"/>
          </a:gradFill>
          <a:ln w="9525" cap="flat" cmpd="sng" algn="ctr">
            <a:noFill/>
            <a:prstDash val="solid"/>
            <a:round/>
            <a:headEnd type="none" w="med" len="med"/>
            <a:tailEnd type="none" w="med" len="med"/>
          </a:ln>
          <a:effectLst/>
        </p:spPr>
        <p:txBody>
          <a:bodyPr/>
          <a:lstStyle/>
          <a:p>
            <a:pPr eaLnBrk="0" hangingPunct="0">
              <a:defRPr/>
            </a:pPr>
            <a:endParaRPr lang="en-US" sz="1800">
              <a:latin typeface="Arial" charset="0"/>
              <a:ea typeface="+mn-ea"/>
            </a:endParaRPr>
          </a:p>
        </p:txBody>
      </p:sp>
      <p:sp>
        <p:nvSpPr>
          <p:cNvPr id="15" name="Parallelogram 14"/>
          <p:cNvSpPr/>
          <p:nvPr userDrawn="1"/>
        </p:nvSpPr>
        <p:spPr bwMode="auto">
          <a:xfrm>
            <a:off x="950384" y="2955925"/>
            <a:ext cx="10625667" cy="528638"/>
          </a:xfrm>
          <a:prstGeom prst="parallelogram">
            <a:avLst>
              <a:gd name="adj" fmla="val 135335"/>
            </a:avLst>
          </a:prstGeom>
          <a:gradFill>
            <a:gsLst>
              <a:gs pos="100000">
                <a:srgbClr val="666666"/>
              </a:gs>
              <a:gs pos="0">
                <a:schemeClr val="bg1">
                  <a:lumMod val="85000"/>
                </a:schemeClr>
              </a:gs>
            </a:gsLst>
            <a:lin ang="5400000" scaled="0"/>
          </a:gradFill>
          <a:ln w="9525" cap="flat" cmpd="sng" algn="ctr">
            <a:noFill/>
            <a:prstDash val="solid"/>
            <a:round/>
            <a:headEnd type="none" w="med" len="med"/>
            <a:tailEnd type="none" w="med" len="med"/>
          </a:ln>
          <a:effectLst/>
        </p:spPr>
        <p:txBody>
          <a:bodyPr/>
          <a:lstStyle/>
          <a:p>
            <a:pPr eaLnBrk="0" hangingPunct="0">
              <a:defRPr/>
            </a:pPr>
            <a:endParaRPr lang="en-US" sz="1800">
              <a:latin typeface="Arial" charset="0"/>
              <a:ea typeface="+mn-ea"/>
            </a:endParaRPr>
          </a:p>
        </p:txBody>
      </p:sp>
      <p:sp>
        <p:nvSpPr>
          <p:cNvPr id="9" name="Content Placeholder 3"/>
          <p:cNvSpPr>
            <a:spLocks noGrp="1"/>
          </p:cNvSpPr>
          <p:nvPr>
            <p:ph sz="half" idx="12"/>
          </p:nvPr>
        </p:nvSpPr>
        <p:spPr>
          <a:xfrm>
            <a:off x="944921" y="1501649"/>
            <a:ext cx="9934099" cy="789371"/>
          </a:xfrm>
          <a:prstGeom prst="parallelogram">
            <a:avLst/>
          </a:prstGeom>
          <a:solidFill>
            <a:schemeClr val="accent1"/>
          </a:solidFill>
          <a:ln w="6350">
            <a:noFill/>
          </a:ln>
        </p:spPr>
        <p:txBody>
          <a:bodyPr lIns="137160" tIns="137160" rIns="137160" bIns="137160" anchor="ctr"/>
          <a:lstStyle>
            <a:lvl1pPr marL="176213" indent="-176213" algn="ctr">
              <a:buNone/>
              <a:defRPr sz="1200" b="1">
                <a:solidFill>
                  <a:schemeClr val="bg1"/>
                </a:solidFill>
              </a:defRPr>
            </a:lvl1pPr>
            <a:lvl2pPr marL="342900" indent="-166688">
              <a:buSzPct val="125000"/>
              <a:defRPr sz="1400"/>
            </a:lvl2pPr>
            <a:lvl3pPr marL="519113" indent="-176213">
              <a:defRPr sz="1400"/>
            </a:lvl3pPr>
            <a:lvl4pPr marL="685800" indent="-166688">
              <a:defRPr sz="1400"/>
            </a:lvl4pPr>
            <a:lvl5pPr marL="914400" indent="-166688">
              <a:defRPr sz="1400"/>
            </a:lvl5pPr>
            <a:lvl6pPr>
              <a:defRPr sz="1600"/>
            </a:lvl6pPr>
            <a:lvl7pPr>
              <a:defRPr sz="1600"/>
            </a:lvl7pPr>
            <a:lvl8pPr>
              <a:defRPr sz="1600"/>
            </a:lvl8pPr>
            <a:lvl9pPr>
              <a:defRPr sz="1600"/>
            </a:lvl9pPr>
          </a:lstStyle>
          <a:p>
            <a:pPr lvl="0"/>
            <a:r>
              <a:rPr lang="en-US"/>
              <a:t>Click to edit Master text styles</a:t>
            </a:r>
          </a:p>
        </p:txBody>
      </p:sp>
      <p:sp>
        <p:nvSpPr>
          <p:cNvPr id="10" name="Content Placeholder 3"/>
          <p:cNvSpPr>
            <a:spLocks noGrp="1"/>
          </p:cNvSpPr>
          <p:nvPr>
            <p:ph sz="half" idx="13"/>
          </p:nvPr>
        </p:nvSpPr>
        <p:spPr>
          <a:xfrm>
            <a:off x="944921" y="5019703"/>
            <a:ext cx="9934099" cy="789371"/>
          </a:xfrm>
          <a:prstGeom prst="parallelogram">
            <a:avLst/>
          </a:prstGeom>
          <a:solidFill>
            <a:schemeClr val="accent1"/>
          </a:solidFill>
          <a:ln w="6350">
            <a:noFill/>
          </a:ln>
        </p:spPr>
        <p:txBody>
          <a:bodyPr lIns="137160" tIns="137160" rIns="137160" bIns="137160" anchor="ctr"/>
          <a:lstStyle>
            <a:lvl1pPr marL="176213" marR="0" indent="-176213" algn="ctr" defTabSz="914400" rtl="0" eaLnBrk="1" fontAlgn="auto" latinLnBrk="0" hangingPunct="1">
              <a:lnSpc>
                <a:spcPct val="100000"/>
              </a:lnSpc>
              <a:spcBef>
                <a:spcPct val="20000"/>
              </a:spcBef>
              <a:spcAft>
                <a:spcPts val="0"/>
              </a:spcAft>
              <a:buClrTx/>
              <a:buSzTx/>
              <a:buFont typeface="Arial" pitchFamily="34" charset="0"/>
              <a:buNone/>
              <a:tabLst/>
              <a:defRPr sz="1200" b="1">
                <a:solidFill>
                  <a:schemeClr val="bg1"/>
                </a:solidFill>
              </a:defRPr>
            </a:lvl1pPr>
            <a:lvl2pPr marL="342900" indent="-166688">
              <a:buSzPct val="125000"/>
              <a:defRPr sz="1400"/>
            </a:lvl2pPr>
            <a:lvl3pPr marL="519113" indent="-176213">
              <a:defRPr sz="1400"/>
            </a:lvl3pPr>
            <a:lvl4pPr marL="685800" indent="-166688">
              <a:defRPr sz="1400"/>
            </a:lvl4pPr>
            <a:lvl5pPr marL="914400" indent="-166688">
              <a:defRPr sz="1400"/>
            </a:lvl5pPr>
            <a:lvl6pPr>
              <a:defRPr sz="1600"/>
            </a:lvl6pPr>
            <a:lvl7pPr>
              <a:defRPr sz="1600"/>
            </a:lvl7pPr>
            <a:lvl8pPr>
              <a:defRPr sz="1600"/>
            </a:lvl8pPr>
            <a:lvl9pPr>
              <a:defRPr sz="1600"/>
            </a:lvl9pPr>
          </a:lstStyle>
          <a:p>
            <a:pPr lvl="0"/>
            <a:r>
              <a:rPr lang="en-US"/>
              <a:t>Click to edit Master text styles</a:t>
            </a:r>
          </a:p>
        </p:txBody>
      </p:sp>
      <p:sp>
        <p:nvSpPr>
          <p:cNvPr id="11" name="Content Placeholder 3"/>
          <p:cNvSpPr>
            <a:spLocks noGrp="1"/>
          </p:cNvSpPr>
          <p:nvPr>
            <p:ph sz="half" idx="14"/>
          </p:nvPr>
        </p:nvSpPr>
        <p:spPr>
          <a:xfrm>
            <a:off x="944921" y="3847016"/>
            <a:ext cx="9934099" cy="789371"/>
          </a:xfrm>
          <a:prstGeom prst="parallelogram">
            <a:avLst/>
          </a:prstGeom>
          <a:solidFill>
            <a:schemeClr val="accent1"/>
          </a:solidFill>
          <a:ln w="6350">
            <a:noFill/>
          </a:ln>
        </p:spPr>
        <p:txBody>
          <a:bodyPr lIns="137160" tIns="137160" rIns="137160" bIns="137160" anchor="ctr"/>
          <a:lstStyle>
            <a:lvl1pPr marL="176213" indent="-176213" algn="ctr">
              <a:buNone/>
              <a:defRPr sz="1200" b="1">
                <a:solidFill>
                  <a:schemeClr val="bg1"/>
                </a:solidFill>
              </a:defRPr>
            </a:lvl1pPr>
            <a:lvl2pPr marL="342900" indent="-166688">
              <a:buSzPct val="125000"/>
              <a:defRPr sz="1400"/>
            </a:lvl2pPr>
            <a:lvl3pPr marL="519113" indent="-176213">
              <a:defRPr sz="1400"/>
            </a:lvl3pPr>
            <a:lvl4pPr marL="685800" indent="-166688">
              <a:defRPr sz="1400"/>
            </a:lvl4pPr>
            <a:lvl5pPr marL="914400" indent="-166688">
              <a:defRPr sz="1400"/>
            </a:lvl5pPr>
            <a:lvl6pPr>
              <a:defRPr sz="1600"/>
            </a:lvl6pPr>
            <a:lvl7pPr>
              <a:defRPr sz="1600"/>
            </a:lvl7pPr>
            <a:lvl8pPr>
              <a:defRPr sz="1600"/>
            </a:lvl8pPr>
            <a:lvl9pPr>
              <a:defRPr sz="1600"/>
            </a:lvl9pPr>
          </a:lstStyle>
          <a:p>
            <a:pPr lvl="0"/>
            <a:r>
              <a:rPr lang="en-US"/>
              <a:t>Click to edit Master text styles</a:t>
            </a:r>
          </a:p>
        </p:txBody>
      </p:sp>
      <p:sp>
        <p:nvSpPr>
          <p:cNvPr id="12" name="Content Placeholder 3"/>
          <p:cNvSpPr>
            <a:spLocks noGrp="1"/>
          </p:cNvSpPr>
          <p:nvPr>
            <p:ph sz="half" idx="15"/>
          </p:nvPr>
        </p:nvSpPr>
        <p:spPr>
          <a:xfrm>
            <a:off x="944921" y="2674335"/>
            <a:ext cx="9934099" cy="789371"/>
          </a:xfrm>
          <a:prstGeom prst="parallelogram">
            <a:avLst/>
          </a:prstGeom>
          <a:solidFill>
            <a:schemeClr val="accent1"/>
          </a:solidFill>
          <a:ln w="6350">
            <a:noFill/>
          </a:ln>
        </p:spPr>
        <p:txBody>
          <a:bodyPr lIns="137160" tIns="137160" rIns="137160" bIns="137160" anchor="ctr"/>
          <a:lstStyle>
            <a:lvl1pPr marL="176213" indent="-176213" algn="ctr">
              <a:buNone/>
              <a:defRPr sz="1200" b="1">
                <a:solidFill>
                  <a:schemeClr val="bg1"/>
                </a:solidFill>
              </a:defRPr>
            </a:lvl1pPr>
            <a:lvl2pPr marL="342900" indent="-166688">
              <a:buSzPct val="125000"/>
              <a:defRPr sz="1400"/>
            </a:lvl2pPr>
            <a:lvl3pPr marL="519113" indent="-176213">
              <a:defRPr sz="1400"/>
            </a:lvl3pPr>
            <a:lvl4pPr marL="685800" indent="-166688">
              <a:defRPr sz="1400"/>
            </a:lvl4pPr>
            <a:lvl5pPr marL="914400" indent="-166688">
              <a:defRPr sz="1400"/>
            </a:lvl5pPr>
            <a:lvl6pPr>
              <a:defRPr sz="1600"/>
            </a:lvl6pPr>
            <a:lvl7pPr>
              <a:defRPr sz="1600"/>
            </a:lvl7pPr>
            <a:lvl8pPr>
              <a:defRPr sz="1600"/>
            </a:lvl8pPr>
            <a:lvl9pPr>
              <a:defRPr sz="1600"/>
            </a:lvl9pPr>
          </a:lstStyle>
          <a:p>
            <a:pPr lvl="0"/>
            <a:r>
              <a:rPr lang="en-US"/>
              <a:t>Click to edit Master text styles</a:t>
            </a:r>
          </a:p>
        </p:txBody>
      </p:sp>
      <p:sp>
        <p:nvSpPr>
          <p:cNvPr id="13"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6" name="Slide Number Placeholder 9"/>
          <p:cNvSpPr>
            <a:spLocks noGrp="1"/>
          </p:cNvSpPr>
          <p:nvPr>
            <p:ph type="sldNum" sz="quarter" idx="16"/>
          </p:nvPr>
        </p:nvSpPr>
        <p:spPr/>
        <p:txBody>
          <a:bodyPr/>
          <a:lstStyle>
            <a:lvl1pPr>
              <a:defRPr/>
            </a:lvl1pPr>
          </a:lstStyle>
          <a:p>
            <a:fld id="{97E92AD8-7AD1-8240-8596-9839AB315E2F}" type="slidenum">
              <a:rPr lang="en-US" altLang="en-US"/>
              <a:pPr/>
              <a:t>‹#›</a:t>
            </a:fld>
            <a:endParaRPr lang="en-US" altLang="en-US"/>
          </a:p>
        </p:txBody>
      </p:sp>
      <p:sp>
        <p:nvSpPr>
          <p:cNvPr id="17" name="Footer Placeholder 14"/>
          <p:cNvSpPr>
            <a:spLocks noGrp="1"/>
          </p:cNvSpPr>
          <p:nvPr>
            <p:ph type="ftr" sz="quarter" idx="17"/>
          </p:nvPr>
        </p:nvSpPr>
        <p:spPr/>
        <p:txBody>
          <a:bodyPr/>
          <a:lstStyle>
            <a:lvl1pPr>
              <a:defRPr smtClean="0"/>
            </a:lvl1pPr>
          </a:lstStyle>
          <a:p>
            <a:pPr>
              <a:defRPr/>
            </a:pPr>
            <a:r>
              <a:rPr lang="en-US"/>
              <a:t>Preferred Stock</a:t>
            </a:r>
          </a:p>
        </p:txBody>
      </p:sp>
    </p:spTree>
    <p:extLst>
      <p:ext uri="{BB962C8B-B14F-4D97-AF65-F5344CB8AC3E}">
        <p14:creationId xmlns:p14="http://schemas.microsoft.com/office/powerpoint/2010/main" val="499582873"/>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Phases and threads with chevrons">
    <p:spTree>
      <p:nvGrpSpPr>
        <p:cNvPr id="1" name=""/>
        <p:cNvGrpSpPr/>
        <p:nvPr/>
      </p:nvGrpSpPr>
      <p:grpSpPr>
        <a:xfrm>
          <a:off x="0" y="0"/>
          <a:ext cx="0" cy="0"/>
          <a:chOff x="0" y="0"/>
          <a:chExt cx="0" cy="0"/>
        </a:xfrm>
      </p:grpSpPr>
      <p:cxnSp>
        <p:nvCxnSpPr>
          <p:cNvPr id="22" name="Straight Connector 8"/>
          <p:cNvCxnSpPr>
            <a:cxnSpLocks noChangeShapeType="1"/>
          </p:cNvCxnSpPr>
          <p:nvPr userDrawn="1"/>
        </p:nvCxnSpPr>
        <p:spPr bwMode="auto">
          <a:xfrm>
            <a:off x="637117" y="3294064"/>
            <a:ext cx="10651067" cy="1587"/>
          </a:xfrm>
          <a:prstGeom prst="line">
            <a:avLst/>
          </a:prstGeom>
          <a:noFill/>
          <a:ln w="12700">
            <a:solidFill>
              <a:srgbClr val="A9A9A9"/>
            </a:solidFill>
            <a:prstDash val="dash"/>
            <a:round/>
            <a:headEnd/>
            <a:tailEnd/>
          </a:ln>
          <a:extLst>
            <a:ext uri="{909E8E84-426E-40DD-AFC4-6F175D3DCCD1}">
              <a14:hiddenFill xmlns:a14="http://schemas.microsoft.com/office/drawing/2010/main">
                <a:noFill/>
              </a14:hiddenFill>
            </a:ext>
          </a:extLst>
        </p:spPr>
      </p:cxnSp>
      <p:cxnSp>
        <p:nvCxnSpPr>
          <p:cNvPr id="23" name="Straight Connector 9"/>
          <p:cNvCxnSpPr>
            <a:cxnSpLocks noChangeShapeType="1"/>
          </p:cNvCxnSpPr>
          <p:nvPr userDrawn="1"/>
        </p:nvCxnSpPr>
        <p:spPr bwMode="auto">
          <a:xfrm>
            <a:off x="637117" y="4670425"/>
            <a:ext cx="10651067" cy="1588"/>
          </a:xfrm>
          <a:prstGeom prst="line">
            <a:avLst/>
          </a:prstGeom>
          <a:noFill/>
          <a:ln w="12700">
            <a:solidFill>
              <a:srgbClr val="A9A9A9"/>
            </a:solidFill>
            <a:prstDash val="dash"/>
            <a:round/>
            <a:headEnd/>
            <a:tailEnd/>
          </a:ln>
          <a:extLst>
            <a:ext uri="{909E8E84-426E-40DD-AFC4-6F175D3DCCD1}">
              <a14:hiddenFill xmlns:a14="http://schemas.microsoft.com/office/drawing/2010/main">
                <a:noFill/>
              </a14:hiddenFill>
            </a:ext>
          </a:extLst>
        </p:spPr>
      </p:cxnSp>
      <p:cxnSp>
        <p:nvCxnSpPr>
          <p:cNvPr id="24" name="Straight Connector 10"/>
          <p:cNvCxnSpPr>
            <a:cxnSpLocks noChangeShapeType="1"/>
          </p:cNvCxnSpPr>
          <p:nvPr userDrawn="1"/>
        </p:nvCxnSpPr>
        <p:spPr bwMode="auto">
          <a:xfrm>
            <a:off x="637117" y="6046789"/>
            <a:ext cx="10651067" cy="1587"/>
          </a:xfrm>
          <a:prstGeom prst="line">
            <a:avLst/>
          </a:prstGeom>
          <a:noFill/>
          <a:ln w="12700">
            <a:solidFill>
              <a:srgbClr val="A9A9A9"/>
            </a:solidFill>
            <a:prstDash val="dash"/>
            <a:round/>
            <a:headEnd/>
            <a:tailEnd/>
          </a:ln>
          <a:extLst>
            <a:ext uri="{909E8E84-426E-40DD-AFC4-6F175D3DCCD1}">
              <a14:hiddenFill xmlns:a14="http://schemas.microsoft.com/office/drawing/2010/main">
                <a:noFill/>
              </a14:hiddenFill>
            </a:ext>
          </a:extLst>
        </p:spPr>
      </p:cxnSp>
      <p:sp>
        <p:nvSpPr>
          <p:cNvPr id="5" name="Text Placeholder 12"/>
          <p:cNvSpPr>
            <a:spLocks noGrp="1"/>
          </p:cNvSpPr>
          <p:nvPr>
            <p:ph type="body" sz="quarter" idx="12"/>
          </p:nvPr>
        </p:nvSpPr>
        <p:spPr>
          <a:xfrm>
            <a:off x="2110661" y="1290643"/>
            <a:ext cx="2494291" cy="600507"/>
          </a:xfrm>
          <a:prstGeom prst="homePlate">
            <a:avLst>
              <a:gd name="adj" fmla="val 31973"/>
            </a:avLst>
          </a:prstGeom>
          <a:solidFill>
            <a:schemeClr val="accent1"/>
          </a:solidFill>
          <a:ln w="6350">
            <a:solidFill>
              <a:srgbClr val="A9A9A9"/>
            </a:solidFill>
          </a:ln>
        </p:spPr>
        <p:txBody>
          <a:bodyPr lIns="91440" tIns="137160" rIns="91440" bIns="137160" anchor="ctr"/>
          <a:lstStyle>
            <a:lvl1pPr marL="0" indent="0" algn="ctr">
              <a:buNone/>
              <a:defRPr sz="1200" b="1">
                <a:solidFill>
                  <a:schemeClr val="bg1"/>
                </a:solidFill>
              </a:defRPr>
            </a:lvl1pPr>
            <a:lvl2pPr marL="341313" indent="-169863">
              <a:defRPr sz="1200"/>
            </a:lvl2pPr>
            <a:lvl3pPr marL="512763" indent="-171450">
              <a:defRPr sz="1200"/>
            </a:lvl3pPr>
            <a:lvl4pPr marL="682625" indent="-169863">
              <a:defRPr sz="1200"/>
            </a:lvl4pPr>
            <a:lvl5pPr marL="854075" indent="-171450">
              <a:defRPr sz="1200"/>
            </a:lvl5pPr>
          </a:lstStyle>
          <a:p>
            <a:pPr lvl="0"/>
            <a:r>
              <a:rPr lang="en-US"/>
              <a:t>Click to edit Master text styles</a:t>
            </a:r>
          </a:p>
        </p:txBody>
      </p:sp>
      <p:sp>
        <p:nvSpPr>
          <p:cNvPr id="6" name="Text Placeholder 12"/>
          <p:cNvSpPr>
            <a:spLocks noGrp="1"/>
          </p:cNvSpPr>
          <p:nvPr>
            <p:ph type="body" sz="quarter" idx="15"/>
          </p:nvPr>
        </p:nvSpPr>
        <p:spPr>
          <a:xfrm>
            <a:off x="9195340" y="1290643"/>
            <a:ext cx="2538493" cy="600507"/>
          </a:xfrm>
          <a:prstGeom prst="chevron">
            <a:avLst>
              <a:gd name="adj" fmla="val 31246"/>
            </a:avLst>
          </a:prstGeom>
          <a:solidFill>
            <a:schemeClr val="accent1"/>
          </a:solidFill>
          <a:ln w="6350">
            <a:solidFill>
              <a:srgbClr val="A9A9A9"/>
            </a:solidFill>
          </a:ln>
        </p:spPr>
        <p:txBody>
          <a:bodyPr lIns="91440" tIns="137160" rIns="91440" bIns="137160" anchor="ctr"/>
          <a:lstStyle>
            <a:lvl1pPr marL="0" indent="0" algn="ctr">
              <a:buNone/>
              <a:defRPr sz="1200" b="1">
                <a:solidFill>
                  <a:schemeClr val="bg1"/>
                </a:solidFill>
              </a:defRPr>
            </a:lvl1pPr>
            <a:lvl2pPr marL="341313" indent="-169863">
              <a:defRPr sz="1200"/>
            </a:lvl2pPr>
            <a:lvl3pPr marL="512763" indent="-171450">
              <a:defRPr sz="1200"/>
            </a:lvl3pPr>
            <a:lvl4pPr marL="682625" indent="-169863">
              <a:defRPr sz="1200"/>
            </a:lvl4pPr>
            <a:lvl5pPr marL="854075" indent="-171450">
              <a:defRPr sz="1200"/>
            </a:lvl5pPr>
          </a:lstStyle>
          <a:p>
            <a:pPr lvl="0"/>
            <a:r>
              <a:rPr lang="en-US"/>
              <a:t>Click to edit Master text styles</a:t>
            </a:r>
          </a:p>
        </p:txBody>
      </p:sp>
      <p:sp>
        <p:nvSpPr>
          <p:cNvPr id="7" name="Text Placeholder 12"/>
          <p:cNvSpPr>
            <a:spLocks noGrp="1"/>
          </p:cNvSpPr>
          <p:nvPr>
            <p:ph type="body" sz="quarter" idx="30"/>
          </p:nvPr>
        </p:nvSpPr>
        <p:spPr>
          <a:xfrm>
            <a:off x="6819046" y="1290643"/>
            <a:ext cx="2538493" cy="600507"/>
          </a:xfrm>
          <a:prstGeom prst="chevron">
            <a:avLst>
              <a:gd name="adj" fmla="val 31246"/>
            </a:avLst>
          </a:prstGeom>
          <a:solidFill>
            <a:schemeClr val="accent1"/>
          </a:solidFill>
          <a:ln w="6350">
            <a:solidFill>
              <a:srgbClr val="A9A9A9"/>
            </a:solidFill>
          </a:ln>
        </p:spPr>
        <p:txBody>
          <a:bodyPr lIns="91440" tIns="137160" rIns="91440" bIns="137160" anchor="ctr"/>
          <a:lstStyle>
            <a:lvl1pPr marL="0" marR="0" indent="0" algn="ctr" defTabSz="914400" rtl="0" eaLnBrk="1" fontAlgn="auto" latinLnBrk="0" hangingPunct="1">
              <a:lnSpc>
                <a:spcPct val="100000"/>
              </a:lnSpc>
              <a:spcBef>
                <a:spcPct val="20000"/>
              </a:spcBef>
              <a:spcAft>
                <a:spcPts val="0"/>
              </a:spcAft>
              <a:buClrTx/>
              <a:buSzTx/>
              <a:buFont typeface="Arial" pitchFamily="34" charset="0"/>
              <a:buNone/>
              <a:tabLst/>
              <a:defRPr sz="1200" b="1">
                <a:solidFill>
                  <a:schemeClr val="bg1"/>
                </a:solidFill>
              </a:defRPr>
            </a:lvl1pPr>
            <a:lvl2pPr marL="341313" indent="-169863">
              <a:defRPr sz="1200"/>
            </a:lvl2pPr>
            <a:lvl3pPr marL="512763" indent="-171450">
              <a:defRPr sz="1200"/>
            </a:lvl3pPr>
            <a:lvl4pPr marL="682625" indent="-169863">
              <a:defRPr sz="1200"/>
            </a:lvl4pPr>
            <a:lvl5pPr marL="854075" indent="-171450">
              <a:defRPr sz="1200"/>
            </a:lvl5pPr>
          </a:lstStyle>
          <a:p>
            <a:pPr lvl="0"/>
            <a:r>
              <a:rPr lang="en-US"/>
              <a:t>Click to edit Master text styles</a:t>
            </a:r>
          </a:p>
        </p:txBody>
      </p:sp>
      <p:sp>
        <p:nvSpPr>
          <p:cNvPr id="8" name="Text Placeholder 12"/>
          <p:cNvSpPr>
            <a:spLocks noGrp="1"/>
          </p:cNvSpPr>
          <p:nvPr>
            <p:ph type="body" sz="quarter" idx="31"/>
          </p:nvPr>
        </p:nvSpPr>
        <p:spPr>
          <a:xfrm>
            <a:off x="4442752" y="1290643"/>
            <a:ext cx="2538493" cy="600507"/>
          </a:xfrm>
          <a:prstGeom prst="chevron">
            <a:avLst>
              <a:gd name="adj" fmla="val 31246"/>
            </a:avLst>
          </a:prstGeom>
          <a:solidFill>
            <a:schemeClr val="accent1"/>
          </a:solidFill>
          <a:ln w="6350">
            <a:solidFill>
              <a:srgbClr val="A9A9A9"/>
            </a:solidFill>
          </a:ln>
        </p:spPr>
        <p:txBody>
          <a:bodyPr lIns="91440" tIns="137160" rIns="91440" bIns="137160" anchor="ctr"/>
          <a:lstStyle>
            <a:lvl1pPr marL="0" indent="0" algn="ctr">
              <a:buNone/>
              <a:defRPr sz="1200" b="1">
                <a:solidFill>
                  <a:schemeClr val="bg1"/>
                </a:solidFill>
              </a:defRPr>
            </a:lvl1pPr>
            <a:lvl2pPr marL="341313" indent="-169863">
              <a:defRPr sz="1200"/>
            </a:lvl2pPr>
            <a:lvl3pPr marL="512763" indent="-171450">
              <a:defRPr sz="1200"/>
            </a:lvl3pPr>
            <a:lvl4pPr marL="682625" indent="-169863">
              <a:defRPr sz="1200"/>
            </a:lvl4pPr>
            <a:lvl5pPr marL="854075" indent="-171450">
              <a:defRPr sz="1200"/>
            </a:lvl5pPr>
          </a:lstStyle>
          <a:p>
            <a:pPr lvl="0"/>
            <a:r>
              <a:rPr lang="en-US"/>
              <a:t>Click to edit Master text styles</a:t>
            </a:r>
          </a:p>
        </p:txBody>
      </p:sp>
      <p:sp>
        <p:nvSpPr>
          <p:cNvPr id="9" name="Text Placeholder 12"/>
          <p:cNvSpPr>
            <a:spLocks noGrp="1"/>
          </p:cNvSpPr>
          <p:nvPr>
            <p:ph type="body" sz="quarter" idx="11"/>
          </p:nvPr>
        </p:nvSpPr>
        <p:spPr>
          <a:xfrm>
            <a:off x="609600" y="2068960"/>
            <a:ext cx="1341120"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200"/>
            </a:lvl5pPr>
          </a:lstStyle>
          <a:p>
            <a:pPr lvl="0"/>
            <a:r>
              <a:rPr lang="en-US"/>
              <a:t>Click to edit Master text styles</a:t>
            </a:r>
          </a:p>
        </p:txBody>
      </p:sp>
      <p:sp>
        <p:nvSpPr>
          <p:cNvPr id="10" name="Text Placeholder 12"/>
          <p:cNvSpPr>
            <a:spLocks noGrp="1"/>
          </p:cNvSpPr>
          <p:nvPr>
            <p:ph type="body" sz="quarter" idx="32"/>
          </p:nvPr>
        </p:nvSpPr>
        <p:spPr>
          <a:xfrm>
            <a:off x="609600" y="3436667"/>
            <a:ext cx="1341120"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11" name="Text Placeholder 12"/>
          <p:cNvSpPr>
            <a:spLocks noGrp="1"/>
          </p:cNvSpPr>
          <p:nvPr>
            <p:ph type="body" sz="quarter" idx="33"/>
          </p:nvPr>
        </p:nvSpPr>
        <p:spPr>
          <a:xfrm>
            <a:off x="609600" y="4802487"/>
            <a:ext cx="1341120"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12" name="Text Placeholder 12"/>
          <p:cNvSpPr>
            <a:spLocks noGrp="1"/>
          </p:cNvSpPr>
          <p:nvPr>
            <p:ph type="body" sz="quarter" idx="34"/>
          </p:nvPr>
        </p:nvSpPr>
        <p:spPr>
          <a:xfrm>
            <a:off x="2110661" y="2068960"/>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13" name="Text Placeholder 12"/>
          <p:cNvSpPr>
            <a:spLocks noGrp="1"/>
          </p:cNvSpPr>
          <p:nvPr>
            <p:ph type="body" sz="quarter" idx="35"/>
          </p:nvPr>
        </p:nvSpPr>
        <p:spPr>
          <a:xfrm>
            <a:off x="2110661" y="3441508"/>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14" name="Text Placeholder 12"/>
          <p:cNvSpPr>
            <a:spLocks noGrp="1"/>
          </p:cNvSpPr>
          <p:nvPr>
            <p:ph type="body" sz="quarter" idx="36"/>
          </p:nvPr>
        </p:nvSpPr>
        <p:spPr>
          <a:xfrm>
            <a:off x="2110661" y="4807328"/>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27"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28" name="Text Placeholder 12"/>
          <p:cNvSpPr>
            <a:spLocks noGrp="1"/>
          </p:cNvSpPr>
          <p:nvPr>
            <p:ph type="body" sz="quarter" idx="37"/>
          </p:nvPr>
        </p:nvSpPr>
        <p:spPr>
          <a:xfrm>
            <a:off x="4442752" y="2066925"/>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29" name="Text Placeholder 12"/>
          <p:cNvSpPr>
            <a:spLocks noGrp="1"/>
          </p:cNvSpPr>
          <p:nvPr>
            <p:ph type="body" sz="quarter" idx="38"/>
          </p:nvPr>
        </p:nvSpPr>
        <p:spPr>
          <a:xfrm>
            <a:off x="4442752" y="3439473"/>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30" name="Text Placeholder 12"/>
          <p:cNvSpPr>
            <a:spLocks noGrp="1"/>
          </p:cNvSpPr>
          <p:nvPr>
            <p:ph type="body" sz="quarter" idx="39"/>
          </p:nvPr>
        </p:nvSpPr>
        <p:spPr>
          <a:xfrm>
            <a:off x="4442752" y="4805293"/>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31" name="Text Placeholder 12"/>
          <p:cNvSpPr>
            <a:spLocks noGrp="1"/>
          </p:cNvSpPr>
          <p:nvPr>
            <p:ph type="body" sz="quarter" idx="40"/>
          </p:nvPr>
        </p:nvSpPr>
        <p:spPr>
          <a:xfrm>
            <a:off x="6819045" y="2066925"/>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32" name="Text Placeholder 12"/>
          <p:cNvSpPr>
            <a:spLocks noGrp="1"/>
          </p:cNvSpPr>
          <p:nvPr>
            <p:ph type="body" sz="quarter" idx="41"/>
          </p:nvPr>
        </p:nvSpPr>
        <p:spPr>
          <a:xfrm>
            <a:off x="6819045" y="3439473"/>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33" name="Text Placeholder 12"/>
          <p:cNvSpPr>
            <a:spLocks noGrp="1"/>
          </p:cNvSpPr>
          <p:nvPr>
            <p:ph type="body" sz="quarter" idx="42"/>
          </p:nvPr>
        </p:nvSpPr>
        <p:spPr>
          <a:xfrm>
            <a:off x="6819045" y="4805293"/>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34" name="Text Placeholder 12"/>
          <p:cNvSpPr>
            <a:spLocks noGrp="1"/>
          </p:cNvSpPr>
          <p:nvPr>
            <p:ph type="body" sz="quarter" idx="43"/>
          </p:nvPr>
        </p:nvSpPr>
        <p:spPr>
          <a:xfrm>
            <a:off x="9195340" y="2066925"/>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35" name="Text Placeholder 12"/>
          <p:cNvSpPr>
            <a:spLocks noGrp="1"/>
          </p:cNvSpPr>
          <p:nvPr>
            <p:ph type="body" sz="quarter" idx="44"/>
          </p:nvPr>
        </p:nvSpPr>
        <p:spPr>
          <a:xfrm>
            <a:off x="9195340" y="3439473"/>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36" name="Text Placeholder 12"/>
          <p:cNvSpPr>
            <a:spLocks noGrp="1"/>
          </p:cNvSpPr>
          <p:nvPr>
            <p:ph type="body" sz="quarter" idx="45"/>
          </p:nvPr>
        </p:nvSpPr>
        <p:spPr>
          <a:xfrm>
            <a:off x="9195340" y="4805293"/>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25" name="Slide Number Placeholder 9"/>
          <p:cNvSpPr>
            <a:spLocks noGrp="1"/>
          </p:cNvSpPr>
          <p:nvPr>
            <p:ph type="sldNum" sz="quarter" idx="46"/>
          </p:nvPr>
        </p:nvSpPr>
        <p:spPr/>
        <p:txBody>
          <a:bodyPr/>
          <a:lstStyle>
            <a:lvl1pPr>
              <a:defRPr/>
            </a:lvl1pPr>
          </a:lstStyle>
          <a:p>
            <a:fld id="{BC9105C1-E9DE-DA45-BFF7-4F496C07EBDE}" type="slidenum">
              <a:rPr lang="en-US" altLang="en-US"/>
              <a:pPr/>
              <a:t>‹#›</a:t>
            </a:fld>
            <a:endParaRPr lang="en-US" altLang="en-US"/>
          </a:p>
        </p:txBody>
      </p:sp>
      <p:sp>
        <p:nvSpPr>
          <p:cNvPr id="26" name="Footer Placeholder 37"/>
          <p:cNvSpPr>
            <a:spLocks noGrp="1"/>
          </p:cNvSpPr>
          <p:nvPr>
            <p:ph type="ftr" sz="quarter" idx="47"/>
          </p:nvPr>
        </p:nvSpPr>
        <p:spPr/>
        <p:txBody>
          <a:bodyPr/>
          <a:lstStyle>
            <a:lvl1pPr>
              <a:defRPr smtClean="0"/>
            </a:lvl1pPr>
          </a:lstStyle>
          <a:p>
            <a:pPr>
              <a:defRPr/>
            </a:pPr>
            <a:r>
              <a:rPr lang="en-US"/>
              <a:t>Preferred Stock</a:t>
            </a:r>
          </a:p>
        </p:txBody>
      </p:sp>
    </p:spTree>
    <p:extLst>
      <p:ext uri="{BB962C8B-B14F-4D97-AF65-F5344CB8AC3E}">
        <p14:creationId xmlns:p14="http://schemas.microsoft.com/office/powerpoint/2010/main" val="233277555"/>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Timetable">
    <p:spTree>
      <p:nvGrpSpPr>
        <p:cNvPr id="1" name=""/>
        <p:cNvGrpSpPr/>
        <p:nvPr/>
      </p:nvGrpSpPr>
      <p:grpSpPr>
        <a:xfrm>
          <a:off x="0" y="0"/>
          <a:ext cx="0" cy="0"/>
          <a:chOff x="0" y="0"/>
          <a:chExt cx="0" cy="0"/>
        </a:xfrm>
      </p:grpSpPr>
      <p:sp>
        <p:nvSpPr>
          <p:cNvPr id="22" name="Pentagon 11"/>
          <p:cNvSpPr>
            <a:spLocks noChangeArrowheads="1"/>
          </p:cNvSpPr>
          <p:nvPr userDrawn="1"/>
        </p:nvSpPr>
        <p:spPr bwMode="auto">
          <a:xfrm>
            <a:off x="2868085" y="1277938"/>
            <a:ext cx="8824383" cy="582612"/>
          </a:xfrm>
          <a:prstGeom prst="homePlate">
            <a:avLst>
              <a:gd name="adj" fmla="val 39286"/>
            </a:avLst>
          </a:prstGeom>
          <a:solidFill>
            <a:schemeClr val="accent1"/>
          </a:solidFill>
          <a:ln w="12700">
            <a:solidFill>
              <a:srgbClr val="A9A9A9"/>
            </a:solidFill>
            <a:miter lim="800000"/>
            <a:headEnd/>
            <a:tailEnd/>
          </a:ln>
        </p:spPr>
        <p:txBody>
          <a:bodyPr lIns="137160" tIns="137160" rIns="228600" bIns="137160" anchor="ct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pPr algn="ctr">
              <a:lnSpc>
                <a:spcPct val="95000"/>
              </a:lnSpc>
              <a:spcBef>
                <a:spcPct val="50000"/>
              </a:spcBef>
              <a:buClr>
                <a:schemeClr val="accent1"/>
              </a:buClr>
              <a:buFont typeface="Wingdings 2" charset="2"/>
              <a:buNone/>
            </a:pPr>
            <a:endParaRPr lang="en-US" altLang="en-US" sz="1800" b="1">
              <a:solidFill>
                <a:schemeClr val="bg1"/>
              </a:solidFill>
              <a:latin typeface="Arial" charset="0"/>
            </a:endParaRPr>
          </a:p>
        </p:txBody>
      </p:sp>
      <p:cxnSp>
        <p:nvCxnSpPr>
          <p:cNvPr id="23" name="Straight Connector 9"/>
          <p:cNvCxnSpPr>
            <a:cxnSpLocks noChangeShapeType="1"/>
          </p:cNvCxnSpPr>
          <p:nvPr userDrawn="1"/>
        </p:nvCxnSpPr>
        <p:spPr bwMode="auto">
          <a:xfrm>
            <a:off x="2880784" y="1568450"/>
            <a:ext cx="8811683" cy="0"/>
          </a:xfrm>
          <a:prstGeom prst="line">
            <a:avLst/>
          </a:prstGeom>
          <a:noFill/>
          <a:ln w="12700">
            <a:solidFill>
              <a:srgbClr val="A9A9A9"/>
            </a:solidFill>
            <a:round/>
            <a:headEnd/>
            <a:tailEnd/>
          </a:ln>
          <a:extLst>
            <a:ext uri="{909E8E84-426E-40DD-AFC4-6F175D3DCCD1}">
              <a14:hiddenFill xmlns:a14="http://schemas.microsoft.com/office/drawing/2010/main">
                <a:noFill/>
              </a14:hiddenFill>
            </a:ext>
          </a:extLst>
        </p:spPr>
      </p:cxnSp>
      <p:cxnSp>
        <p:nvCxnSpPr>
          <p:cNvPr id="24" name="Straight Connector 10"/>
          <p:cNvCxnSpPr>
            <a:cxnSpLocks noChangeShapeType="1"/>
          </p:cNvCxnSpPr>
          <p:nvPr userDrawn="1"/>
        </p:nvCxnSpPr>
        <p:spPr bwMode="auto">
          <a:xfrm rot="16200000" flipH="1">
            <a:off x="554302" y="3602303"/>
            <a:ext cx="4665662" cy="16933"/>
          </a:xfrm>
          <a:prstGeom prst="line">
            <a:avLst/>
          </a:prstGeom>
          <a:noFill/>
          <a:ln w="12700">
            <a:solidFill>
              <a:srgbClr val="A9A9A9"/>
            </a:solidFill>
            <a:round/>
            <a:headEnd/>
            <a:tailEnd/>
          </a:ln>
          <a:extLst>
            <a:ext uri="{909E8E84-426E-40DD-AFC4-6F175D3DCCD1}">
              <a14:hiddenFill xmlns:a14="http://schemas.microsoft.com/office/drawing/2010/main">
                <a:noFill/>
              </a14:hiddenFill>
            </a:ext>
          </a:extLst>
        </p:spPr>
      </p:cxnSp>
      <p:grpSp>
        <p:nvGrpSpPr>
          <p:cNvPr id="25" name="Group 115"/>
          <p:cNvGrpSpPr>
            <a:grpSpLocks/>
          </p:cNvGrpSpPr>
          <p:nvPr userDrawn="1"/>
        </p:nvGrpSpPr>
        <p:grpSpPr bwMode="auto">
          <a:xfrm>
            <a:off x="3445933" y="1576388"/>
            <a:ext cx="7374467" cy="4367212"/>
            <a:chOff x="2585007" y="1576462"/>
            <a:chExt cx="5530617" cy="4041195"/>
          </a:xfrm>
        </p:grpSpPr>
        <p:cxnSp>
          <p:nvCxnSpPr>
            <p:cNvPr id="42" name="Straight Connector 12"/>
            <p:cNvCxnSpPr>
              <a:cxnSpLocks noChangeShapeType="1"/>
            </p:cNvCxnSpPr>
            <p:nvPr userDrawn="1"/>
          </p:nvCxnSpPr>
          <p:spPr bwMode="auto">
            <a:xfrm rot="5400000">
              <a:off x="564416" y="3597053"/>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46" name="Straight Connector 13"/>
            <p:cNvCxnSpPr>
              <a:cxnSpLocks noChangeShapeType="1"/>
            </p:cNvCxnSpPr>
            <p:nvPr userDrawn="1"/>
          </p:nvCxnSpPr>
          <p:spPr bwMode="auto">
            <a:xfrm rot="5400000">
              <a:off x="1415280" y="3597055"/>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48" name="Straight Connector 14"/>
            <p:cNvCxnSpPr>
              <a:cxnSpLocks noChangeShapeType="1"/>
            </p:cNvCxnSpPr>
            <p:nvPr userDrawn="1"/>
          </p:nvCxnSpPr>
          <p:spPr bwMode="auto">
            <a:xfrm rot="5400000">
              <a:off x="989848" y="3597056"/>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49" name="Straight Connector 15"/>
            <p:cNvCxnSpPr>
              <a:cxnSpLocks noChangeShapeType="1"/>
            </p:cNvCxnSpPr>
            <p:nvPr userDrawn="1"/>
          </p:nvCxnSpPr>
          <p:spPr bwMode="auto">
            <a:xfrm rot="5400000">
              <a:off x="2266144" y="3597056"/>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0" name="Straight Connector 16"/>
            <p:cNvCxnSpPr>
              <a:cxnSpLocks noChangeShapeType="1"/>
            </p:cNvCxnSpPr>
            <p:nvPr userDrawn="1"/>
          </p:nvCxnSpPr>
          <p:spPr bwMode="auto">
            <a:xfrm rot="5400000">
              <a:off x="1840712" y="3597058"/>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1" name="Straight Connector 17"/>
            <p:cNvCxnSpPr>
              <a:cxnSpLocks noChangeShapeType="1"/>
            </p:cNvCxnSpPr>
            <p:nvPr userDrawn="1"/>
          </p:nvCxnSpPr>
          <p:spPr bwMode="auto">
            <a:xfrm rot="5400000">
              <a:off x="3117008" y="3597058"/>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2" name="Straight Connector 18"/>
            <p:cNvCxnSpPr>
              <a:cxnSpLocks noChangeShapeType="1"/>
            </p:cNvCxnSpPr>
            <p:nvPr userDrawn="1"/>
          </p:nvCxnSpPr>
          <p:spPr bwMode="auto">
            <a:xfrm rot="5400000">
              <a:off x="2691576" y="3597059"/>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3" name="Straight Connector 19"/>
            <p:cNvCxnSpPr>
              <a:cxnSpLocks noChangeShapeType="1"/>
            </p:cNvCxnSpPr>
            <p:nvPr userDrawn="1"/>
          </p:nvCxnSpPr>
          <p:spPr bwMode="auto">
            <a:xfrm rot="5400000">
              <a:off x="3967872" y="3597059"/>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4" name="Straight Connector 20"/>
            <p:cNvCxnSpPr>
              <a:cxnSpLocks noChangeShapeType="1"/>
            </p:cNvCxnSpPr>
            <p:nvPr userDrawn="1"/>
          </p:nvCxnSpPr>
          <p:spPr bwMode="auto">
            <a:xfrm rot="5400000">
              <a:off x="3542440" y="3597061"/>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5" name="Straight Connector 21"/>
            <p:cNvCxnSpPr>
              <a:cxnSpLocks noChangeShapeType="1"/>
            </p:cNvCxnSpPr>
            <p:nvPr userDrawn="1"/>
          </p:nvCxnSpPr>
          <p:spPr bwMode="auto">
            <a:xfrm rot="5400000">
              <a:off x="4818736" y="3597061"/>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6" name="Straight Connector 22"/>
            <p:cNvCxnSpPr>
              <a:cxnSpLocks noChangeShapeType="1"/>
            </p:cNvCxnSpPr>
            <p:nvPr userDrawn="1"/>
          </p:nvCxnSpPr>
          <p:spPr bwMode="auto">
            <a:xfrm rot="5400000">
              <a:off x="4393304" y="3597062"/>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7" name="Straight Connector 23"/>
            <p:cNvCxnSpPr>
              <a:cxnSpLocks noChangeShapeType="1"/>
            </p:cNvCxnSpPr>
            <p:nvPr userDrawn="1"/>
          </p:nvCxnSpPr>
          <p:spPr bwMode="auto">
            <a:xfrm rot="5400000">
              <a:off x="5669600" y="3597062"/>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8" name="Straight Connector 24"/>
            <p:cNvCxnSpPr>
              <a:cxnSpLocks noChangeShapeType="1"/>
            </p:cNvCxnSpPr>
            <p:nvPr userDrawn="1"/>
          </p:nvCxnSpPr>
          <p:spPr bwMode="auto">
            <a:xfrm rot="5400000">
              <a:off x="5244168" y="3597064"/>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9" name="Straight Connector 25"/>
            <p:cNvCxnSpPr>
              <a:cxnSpLocks noChangeShapeType="1"/>
            </p:cNvCxnSpPr>
            <p:nvPr userDrawn="1"/>
          </p:nvCxnSpPr>
          <p:spPr bwMode="auto">
            <a:xfrm rot="5400000">
              <a:off x="6095032" y="3597065"/>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grpSp>
      <p:sp>
        <p:nvSpPr>
          <p:cNvPr id="60" name="Rectangle 30"/>
          <p:cNvSpPr>
            <a:spLocks noChangeArrowheads="1"/>
          </p:cNvSpPr>
          <p:nvPr userDrawn="1"/>
        </p:nvSpPr>
        <p:spPr bwMode="auto">
          <a:xfrm>
            <a:off x="624417" y="1860550"/>
            <a:ext cx="10759016" cy="4083050"/>
          </a:xfrm>
          <a:prstGeom prst="rect">
            <a:avLst/>
          </a:prstGeom>
          <a:noFill/>
          <a:ln w="12700">
            <a:solidFill>
              <a:srgbClr val="A9A9A9"/>
            </a:solidFill>
            <a:miter lim="800000"/>
            <a:headEnd/>
            <a:tailEnd/>
          </a:ln>
          <a:extLst>
            <a:ext uri="{909E8E84-426E-40DD-AFC4-6F175D3DCCD1}">
              <a14:hiddenFill xmlns:a14="http://schemas.microsoft.com/office/drawing/2010/main">
                <a:solidFill>
                  <a:srgbClr val="FFFFFF"/>
                </a:solidFill>
              </a14:hiddenFill>
            </a:ext>
          </a:extLst>
        </p:spPr>
        <p:txBody>
          <a:bodyPr lIns="137160" tIns="137160" rIns="228600" bIns="137160" anchor="ct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pPr algn="ctr">
              <a:lnSpc>
                <a:spcPct val="95000"/>
              </a:lnSpc>
              <a:spcBef>
                <a:spcPct val="50000"/>
              </a:spcBef>
              <a:buClr>
                <a:schemeClr val="accent1"/>
              </a:buClr>
              <a:buFont typeface="Wingdings 2" charset="2"/>
              <a:buNone/>
            </a:pPr>
            <a:endParaRPr lang="en-US" altLang="en-US" sz="1800" b="1">
              <a:solidFill>
                <a:schemeClr val="bg1"/>
              </a:solidFill>
              <a:latin typeface="Arial" charset="0"/>
            </a:endParaRPr>
          </a:p>
        </p:txBody>
      </p:sp>
      <p:sp>
        <p:nvSpPr>
          <p:cNvPr id="61" name="Rectangle 31"/>
          <p:cNvSpPr>
            <a:spLocks noChangeArrowheads="1"/>
          </p:cNvSpPr>
          <p:nvPr userDrawn="1"/>
        </p:nvSpPr>
        <p:spPr bwMode="auto">
          <a:xfrm>
            <a:off x="624418" y="1277938"/>
            <a:ext cx="2256367" cy="582612"/>
          </a:xfrm>
          <a:prstGeom prst="rect">
            <a:avLst/>
          </a:prstGeom>
          <a:solidFill>
            <a:srgbClr val="4D4D4D"/>
          </a:solidFill>
          <a:ln w="12700">
            <a:solidFill>
              <a:srgbClr val="A9A9A9"/>
            </a:solidFill>
            <a:miter lim="800000"/>
            <a:headEnd/>
            <a:tailEnd/>
          </a:ln>
        </p:spPr>
        <p:txBody>
          <a:bodyPr lIns="137160" tIns="137160" rIns="228600" bIns="137160" anchor="ct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pPr algn="ctr">
              <a:lnSpc>
                <a:spcPct val="95000"/>
              </a:lnSpc>
              <a:spcBef>
                <a:spcPct val="50000"/>
              </a:spcBef>
              <a:buClr>
                <a:schemeClr val="accent1"/>
              </a:buClr>
              <a:buFont typeface="Wingdings 2" charset="2"/>
              <a:buNone/>
            </a:pPr>
            <a:endParaRPr lang="en-US" altLang="en-US" sz="1800" b="1">
              <a:solidFill>
                <a:schemeClr val="bg1"/>
              </a:solidFill>
              <a:latin typeface="Arial" charset="0"/>
            </a:endParaRPr>
          </a:p>
        </p:txBody>
      </p:sp>
      <p:cxnSp>
        <p:nvCxnSpPr>
          <p:cNvPr id="62" name="Straight Connector 28"/>
          <p:cNvCxnSpPr>
            <a:cxnSpLocks noChangeShapeType="1"/>
          </p:cNvCxnSpPr>
          <p:nvPr userDrawn="1"/>
        </p:nvCxnSpPr>
        <p:spPr bwMode="auto">
          <a:xfrm>
            <a:off x="630767" y="1277938"/>
            <a:ext cx="2235200" cy="582612"/>
          </a:xfrm>
          <a:prstGeom prst="line">
            <a:avLst/>
          </a:prstGeom>
          <a:noFill/>
          <a:ln w="12700">
            <a:solidFill>
              <a:srgbClr val="A9A9A9"/>
            </a:solidFill>
            <a:round/>
            <a:headEnd/>
            <a:tailEnd/>
          </a:ln>
          <a:extLst>
            <a:ext uri="{909E8E84-426E-40DD-AFC4-6F175D3DCCD1}">
              <a14:hiddenFill xmlns:a14="http://schemas.microsoft.com/office/drawing/2010/main">
                <a:noFill/>
              </a14:hiddenFill>
            </a:ext>
          </a:extLst>
        </p:spPr>
      </p:cxnSp>
      <p:sp>
        <p:nvSpPr>
          <p:cNvPr id="26" name="Text Placeholder 12"/>
          <p:cNvSpPr>
            <a:spLocks noGrp="1"/>
          </p:cNvSpPr>
          <p:nvPr>
            <p:ph type="body" sz="quarter" idx="28"/>
          </p:nvPr>
        </p:nvSpPr>
        <p:spPr>
          <a:xfrm>
            <a:off x="2879952" y="1282930"/>
            <a:ext cx="8496387" cy="294737"/>
          </a:xfrm>
          <a:prstGeom prst="rect">
            <a:avLst/>
          </a:prstGeom>
          <a:ln w="6350">
            <a:noFill/>
          </a:ln>
        </p:spPr>
        <p:txBody>
          <a:bodyPr anchor="ctr"/>
          <a:lstStyle>
            <a:lvl1pPr marL="0" indent="0">
              <a:lnSpc>
                <a:spcPct val="100000"/>
              </a:lnSpc>
              <a:spcBef>
                <a:spcPts val="0"/>
              </a:spcBef>
              <a:buFontTx/>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27" name="Text Placeholder 12"/>
          <p:cNvSpPr>
            <a:spLocks noGrp="1"/>
          </p:cNvSpPr>
          <p:nvPr>
            <p:ph type="body" sz="quarter" idx="31"/>
          </p:nvPr>
        </p:nvSpPr>
        <p:spPr>
          <a:xfrm>
            <a:off x="4021495"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28" name="Text Placeholder 12"/>
          <p:cNvSpPr>
            <a:spLocks noGrp="1"/>
          </p:cNvSpPr>
          <p:nvPr>
            <p:ph type="body" sz="quarter" idx="32"/>
          </p:nvPr>
        </p:nvSpPr>
        <p:spPr>
          <a:xfrm>
            <a:off x="4588796"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29" name="Text Placeholder 12"/>
          <p:cNvSpPr>
            <a:spLocks noGrp="1"/>
          </p:cNvSpPr>
          <p:nvPr>
            <p:ph type="body" sz="quarter" idx="33"/>
          </p:nvPr>
        </p:nvSpPr>
        <p:spPr>
          <a:xfrm>
            <a:off x="2886892"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0" name="Text Placeholder 12"/>
          <p:cNvSpPr>
            <a:spLocks noGrp="1"/>
          </p:cNvSpPr>
          <p:nvPr>
            <p:ph type="body" sz="quarter" idx="34"/>
          </p:nvPr>
        </p:nvSpPr>
        <p:spPr>
          <a:xfrm>
            <a:off x="3454193"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1" name="Text Placeholder 12"/>
          <p:cNvSpPr>
            <a:spLocks noGrp="1"/>
          </p:cNvSpPr>
          <p:nvPr>
            <p:ph type="body" sz="quarter" idx="35"/>
          </p:nvPr>
        </p:nvSpPr>
        <p:spPr>
          <a:xfrm>
            <a:off x="6290700"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2" name="Text Placeholder 12"/>
          <p:cNvSpPr>
            <a:spLocks noGrp="1"/>
          </p:cNvSpPr>
          <p:nvPr>
            <p:ph type="body" sz="quarter" idx="36"/>
          </p:nvPr>
        </p:nvSpPr>
        <p:spPr>
          <a:xfrm>
            <a:off x="6858001"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3" name="Text Placeholder 12"/>
          <p:cNvSpPr>
            <a:spLocks noGrp="1"/>
          </p:cNvSpPr>
          <p:nvPr>
            <p:ph type="body" sz="quarter" idx="37"/>
          </p:nvPr>
        </p:nvSpPr>
        <p:spPr>
          <a:xfrm>
            <a:off x="5156097"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4" name="Text Placeholder 12"/>
          <p:cNvSpPr>
            <a:spLocks noGrp="1"/>
          </p:cNvSpPr>
          <p:nvPr>
            <p:ph type="body" sz="quarter" idx="38"/>
          </p:nvPr>
        </p:nvSpPr>
        <p:spPr>
          <a:xfrm>
            <a:off x="5723399"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5" name="Text Placeholder 12"/>
          <p:cNvSpPr>
            <a:spLocks noGrp="1"/>
          </p:cNvSpPr>
          <p:nvPr>
            <p:ph type="body" sz="quarter" idx="39"/>
          </p:nvPr>
        </p:nvSpPr>
        <p:spPr>
          <a:xfrm>
            <a:off x="8559905"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6" name="Text Placeholder 12"/>
          <p:cNvSpPr>
            <a:spLocks noGrp="1"/>
          </p:cNvSpPr>
          <p:nvPr>
            <p:ph type="body" sz="quarter" idx="40"/>
          </p:nvPr>
        </p:nvSpPr>
        <p:spPr>
          <a:xfrm>
            <a:off x="9127207"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7" name="Text Placeholder 12"/>
          <p:cNvSpPr>
            <a:spLocks noGrp="1"/>
          </p:cNvSpPr>
          <p:nvPr>
            <p:ph type="body" sz="quarter" idx="41"/>
          </p:nvPr>
        </p:nvSpPr>
        <p:spPr>
          <a:xfrm>
            <a:off x="7425303"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8" name="Text Placeholder 12"/>
          <p:cNvSpPr>
            <a:spLocks noGrp="1"/>
          </p:cNvSpPr>
          <p:nvPr>
            <p:ph type="body" sz="quarter" idx="42"/>
          </p:nvPr>
        </p:nvSpPr>
        <p:spPr>
          <a:xfrm>
            <a:off x="7992604"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9" name="Text Placeholder 12"/>
          <p:cNvSpPr>
            <a:spLocks noGrp="1"/>
          </p:cNvSpPr>
          <p:nvPr>
            <p:ph type="body" sz="quarter" idx="43"/>
          </p:nvPr>
        </p:nvSpPr>
        <p:spPr>
          <a:xfrm>
            <a:off x="9694508"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0" name="Text Placeholder 12"/>
          <p:cNvSpPr>
            <a:spLocks noGrp="1"/>
          </p:cNvSpPr>
          <p:nvPr>
            <p:ph type="body" sz="quarter" idx="44"/>
          </p:nvPr>
        </p:nvSpPr>
        <p:spPr>
          <a:xfrm>
            <a:off x="10261809"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1" name="Text Placeholder 12"/>
          <p:cNvSpPr>
            <a:spLocks noGrp="1"/>
          </p:cNvSpPr>
          <p:nvPr>
            <p:ph type="body" sz="quarter" idx="45"/>
          </p:nvPr>
        </p:nvSpPr>
        <p:spPr>
          <a:xfrm>
            <a:off x="10829111"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3" name="Text Placeholder 12"/>
          <p:cNvSpPr>
            <a:spLocks noGrp="1"/>
          </p:cNvSpPr>
          <p:nvPr>
            <p:ph type="body" sz="quarter" idx="46"/>
          </p:nvPr>
        </p:nvSpPr>
        <p:spPr>
          <a:xfrm>
            <a:off x="730741" y="1548247"/>
            <a:ext cx="860776" cy="280554"/>
          </a:xfrm>
          <a:prstGeom prst="rect">
            <a:avLst/>
          </a:prstGeom>
          <a:ln w="6350">
            <a:noFill/>
          </a:ln>
        </p:spPr>
        <p:txBody>
          <a:bodyPr lIns="0" tIns="0" rIns="0" bIns="0" anchor="ctr"/>
          <a:lstStyle>
            <a:lvl1pPr marL="0" indent="0">
              <a:lnSpc>
                <a:spcPct val="100000"/>
              </a:lnSpc>
              <a:spcBef>
                <a:spcPts val="0"/>
              </a:spcBef>
              <a:buNone/>
              <a:defRPr sz="12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4" name="Text Placeholder 12"/>
          <p:cNvSpPr>
            <a:spLocks noGrp="1"/>
          </p:cNvSpPr>
          <p:nvPr>
            <p:ph type="body" sz="quarter" idx="47"/>
          </p:nvPr>
        </p:nvSpPr>
        <p:spPr>
          <a:xfrm>
            <a:off x="1868569" y="1278088"/>
            <a:ext cx="860776" cy="561107"/>
          </a:xfrm>
          <a:prstGeom prst="rect">
            <a:avLst/>
          </a:prstGeom>
          <a:ln w="6350">
            <a:noFill/>
          </a:ln>
        </p:spPr>
        <p:txBody>
          <a:bodyPr lIns="0" tIns="0" rIns="0" bIns="0" anchor="ctr"/>
          <a:lstStyle>
            <a:lvl1pPr marL="0" marR="0" indent="0" algn="r" defTabSz="914400" rtl="0" eaLnBrk="1" fontAlgn="auto" latinLnBrk="0" hangingPunct="1">
              <a:lnSpc>
                <a:spcPts val="1700"/>
              </a:lnSpc>
              <a:spcBef>
                <a:spcPts val="0"/>
              </a:spcBef>
              <a:spcAft>
                <a:spcPts val="0"/>
              </a:spcAft>
              <a:buClrTx/>
              <a:buSzTx/>
              <a:buFont typeface="Arial" pitchFamily="34" charset="0"/>
              <a:buNone/>
              <a:tabLst/>
              <a:defRPr sz="12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a:p>
            <a:pPr lvl="1"/>
            <a:r>
              <a:rPr lang="en-US"/>
              <a:t>Second level</a:t>
            </a:r>
          </a:p>
        </p:txBody>
      </p:sp>
      <p:sp>
        <p:nvSpPr>
          <p:cNvPr id="47" name="Text Placeholder 12"/>
          <p:cNvSpPr>
            <a:spLocks noGrp="1"/>
          </p:cNvSpPr>
          <p:nvPr>
            <p:ph type="body" sz="quarter" idx="18"/>
          </p:nvPr>
        </p:nvSpPr>
        <p:spPr>
          <a:xfrm>
            <a:off x="711200" y="1905000"/>
            <a:ext cx="2072640" cy="3977640"/>
          </a:xfrm>
          <a:prstGeom prst="rect">
            <a:avLst/>
          </a:prstGeom>
          <a:noFill/>
          <a:ln>
            <a:noFill/>
          </a:ln>
        </p:spPr>
        <p:txBody>
          <a:bodyPr wrap="square" lIns="91440" anchor="t" anchorCtr="0">
            <a:noAutofit/>
          </a:bodyPr>
          <a:lstStyle>
            <a:lvl1pPr marL="173736" indent="-173736" algn="l">
              <a:spcBef>
                <a:spcPts val="200"/>
              </a:spcBef>
              <a:buClr>
                <a:srgbClr val="B01C2E"/>
              </a:buClr>
              <a:buFont typeface="Wingdings" pitchFamily="2" charset="2"/>
              <a:buChar char="§"/>
              <a:defRPr sz="1200" baseline="0"/>
            </a:lvl1pPr>
            <a:lvl2pPr marL="338138" indent="-173038">
              <a:spcBef>
                <a:spcPts val="200"/>
              </a:spcBef>
              <a:buClr>
                <a:srgbClr val="B01C2E"/>
              </a:buClr>
              <a:buFont typeface="Arial" pitchFamily="34" charset="0"/>
              <a:buChar char="•"/>
              <a:tabLst/>
              <a:defRPr sz="1200" baseline="0"/>
            </a:lvl2pPr>
            <a:lvl3pPr marL="502920" indent="-173038">
              <a:spcBef>
                <a:spcPts val="200"/>
              </a:spcBef>
              <a:buClr>
                <a:srgbClr val="B01C2E"/>
              </a:buClr>
              <a:buFont typeface="Arial" pitchFamily="34" charset="0"/>
              <a:buChar char="–"/>
              <a:defRPr sz="1200" baseline="0"/>
            </a:lvl3pPr>
            <a:lvl4pPr marL="685800" indent="-173736">
              <a:spcBef>
                <a:spcPts val="200"/>
              </a:spcBef>
              <a:buClr>
                <a:srgbClr val="B01C2E"/>
              </a:buClr>
              <a:buFont typeface="Arial" pitchFamily="34" charset="0"/>
              <a:buChar char="–"/>
              <a:tabLst/>
              <a:defRPr sz="1200"/>
            </a:lvl4pPr>
            <a:lvl5pPr marL="850392" indent="-173736">
              <a:spcBef>
                <a:spcPts val="200"/>
              </a:spcBef>
              <a:buClr>
                <a:srgbClr val="B01C2E"/>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5"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63" name="Slide Number Placeholder 9"/>
          <p:cNvSpPr>
            <a:spLocks noGrp="1"/>
          </p:cNvSpPr>
          <p:nvPr>
            <p:ph type="sldNum" sz="quarter" idx="48"/>
          </p:nvPr>
        </p:nvSpPr>
        <p:spPr/>
        <p:txBody>
          <a:bodyPr/>
          <a:lstStyle>
            <a:lvl1pPr>
              <a:defRPr/>
            </a:lvl1pPr>
          </a:lstStyle>
          <a:p>
            <a:fld id="{A2AEA599-6C77-BA4A-9F89-7B2425581CA4}" type="slidenum">
              <a:rPr lang="en-US" altLang="en-US"/>
              <a:pPr/>
              <a:t>‹#›</a:t>
            </a:fld>
            <a:endParaRPr lang="en-US" altLang="en-US"/>
          </a:p>
        </p:txBody>
      </p:sp>
      <p:sp>
        <p:nvSpPr>
          <p:cNvPr id="64" name="Footer Placeholder 47"/>
          <p:cNvSpPr>
            <a:spLocks noGrp="1"/>
          </p:cNvSpPr>
          <p:nvPr>
            <p:ph type="ftr" sz="quarter" idx="49"/>
          </p:nvPr>
        </p:nvSpPr>
        <p:spPr/>
        <p:txBody>
          <a:bodyPr/>
          <a:lstStyle>
            <a:lvl1pPr>
              <a:defRPr smtClean="0"/>
            </a:lvl1pPr>
          </a:lstStyle>
          <a:p>
            <a:pPr>
              <a:defRPr/>
            </a:pPr>
            <a:r>
              <a:rPr lang="en-US"/>
              <a:t>Preferred Stock</a:t>
            </a:r>
          </a:p>
        </p:txBody>
      </p:sp>
    </p:spTree>
    <p:extLst>
      <p:ext uri="{BB962C8B-B14F-4D97-AF65-F5344CB8AC3E}">
        <p14:creationId xmlns:p14="http://schemas.microsoft.com/office/powerpoint/2010/main" val="1305983184"/>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Gant chart or Timeline chart">
    <p:spTree>
      <p:nvGrpSpPr>
        <p:cNvPr id="1" name=""/>
        <p:cNvGrpSpPr/>
        <p:nvPr/>
      </p:nvGrpSpPr>
      <p:grpSpPr>
        <a:xfrm>
          <a:off x="0" y="0"/>
          <a:ext cx="0" cy="0"/>
          <a:chOff x="0" y="0"/>
          <a:chExt cx="0" cy="0"/>
        </a:xfrm>
      </p:grpSpPr>
      <p:sp>
        <p:nvSpPr>
          <p:cNvPr id="70" name="Rectangle 11"/>
          <p:cNvSpPr>
            <a:spLocks noChangeArrowheads="1"/>
          </p:cNvSpPr>
          <p:nvPr userDrawn="1"/>
        </p:nvSpPr>
        <p:spPr bwMode="auto">
          <a:xfrm>
            <a:off x="2074333" y="1828801"/>
            <a:ext cx="9508067" cy="379413"/>
          </a:xfrm>
          <a:prstGeom prst="rect">
            <a:avLst/>
          </a:prstGeom>
          <a:solidFill>
            <a:srgbClr val="D9D9D9"/>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endParaRPr lang="en-US" altLang="en-US" sz="1800">
              <a:latin typeface="Arial" charset="0"/>
            </a:endParaRPr>
          </a:p>
        </p:txBody>
      </p:sp>
      <p:sp>
        <p:nvSpPr>
          <p:cNvPr id="71" name="Rectangle 13"/>
          <p:cNvSpPr>
            <a:spLocks noChangeArrowheads="1"/>
          </p:cNvSpPr>
          <p:nvPr userDrawn="1"/>
        </p:nvSpPr>
        <p:spPr bwMode="auto">
          <a:xfrm>
            <a:off x="596900" y="2189163"/>
            <a:ext cx="1464733" cy="3287712"/>
          </a:xfrm>
          <a:prstGeom prst="rect">
            <a:avLst/>
          </a:prstGeom>
          <a:solidFill>
            <a:srgbClr val="D9D9D9"/>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endParaRPr lang="en-US" altLang="en-US" sz="1800">
              <a:latin typeface="Arial" charset="0"/>
            </a:endParaRPr>
          </a:p>
        </p:txBody>
      </p:sp>
      <p:grpSp>
        <p:nvGrpSpPr>
          <p:cNvPr id="72" name="Group 84"/>
          <p:cNvGrpSpPr>
            <a:grpSpLocks/>
          </p:cNvGrpSpPr>
          <p:nvPr userDrawn="1"/>
        </p:nvGrpSpPr>
        <p:grpSpPr bwMode="auto">
          <a:xfrm>
            <a:off x="590551" y="1819275"/>
            <a:ext cx="10979149" cy="3657600"/>
            <a:chOff x="443344" y="1819866"/>
            <a:chExt cx="8234523" cy="3657600"/>
          </a:xfrm>
        </p:grpSpPr>
        <p:grpSp>
          <p:nvGrpSpPr>
            <p:cNvPr id="73" name="Group 83"/>
            <p:cNvGrpSpPr>
              <a:grpSpLocks/>
            </p:cNvGrpSpPr>
            <p:nvPr userDrawn="1"/>
          </p:nvGrpSpPr>
          <p:grpSpPr bwMode="auto">
            <a:xfrm>
              <a:off x="443344" y="2565862"/>
              <a:ext cx="8229600" cy="2556366"/>
              <a:chOff x="443344" y="2565862"/>
              <a:chExt cx="8229600" cy="2556366"/>
            </a:xfrm>
          </p:grpSpPr>
          <p:cxnSp>
            <p:nvCxnSpPr>
              <p:cNvPr id="87" name="Straight Connector 27"/>
              <p:cNvCxnSpPr>
                <a:cxnSpLocks noChangeShapeType="1"/>
              </p:cNvCxnSpPr>
              <p:nvPr userDrawn="1"/>
            </p:nvCxnSpPr>
            <p:spPr bwMode="auto">
              <a:xfrm>
                <a:off x="443344" y="5120640"/>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88" name="Straight Connector 28"/>
              <p:cNvCxnSpPr>
                <a:cxnSpLocks noChangeShapeType="1"/>
              </p:cNvCxnSpPr>
              <p:nvPr userDrawn="1"/>
            </p:nvCxnSpPr>
            <p:spPr bwMode="auto">
              <a:xfrm>
                <a:off x="443344" y="4754880"/>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89" name="Straight Connector 29"/>
              <p:cNvCxnSpPr>
                <a:cxnSpLocks noChangeShapeType="1"/>
              </p:cNvCxnSpPr>
              <p:nvPr userDrawn="1"/>
            </p:nvCxnSpPr>
            <p:spPr bwMode="auto">
              <a:xfrm>
                <a:off x="443344" y="4389120"/>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0" name="Straight Connector 30"/>
              <p:cNvCxnSpPr>
                <a:cxnSpLocks noChangeShapeType="1"/>
              </p:cNvCxnSpPr>
              <p:nvPr userDrawn="1"/>
            </p:nvCxnSpPr>
            <p:spPr bwMode="auto">
              <a:xfrm>
                <a:off x="443344" y="4028902"/>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1" name="Straight Connector 31"/>
              <p:cNvCxnSpPr>
                <a:cxnSpLocks noChangeShapeType="1"/>
              </p:cNvCxnSpPr>
              <p:nvPr userDrawn="1"/>
            </p:nvCxnSpPr>
            <p:spPr bwMode="auto">
              <a:xfrm>
                <a:off x="443344" y="3663142"/>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2" name="Straight Connector 32"/>
              <p:cNvCxnSpPr>
                <a:cxnSpLocks noChangeShapeType="1"/>
              </p:cNvCxnSpPr>
              <p:nvPr userDrawn="1"/>
            </p:nvCxnSpPr>
            <p:spPr bwMode="auto">
              <a:xfrm>
                <a:off x="443344" y="3302924"/>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3" name="Straight Connector 33"/>
              <p:cNvCxnSpPr>
                <a:cxnSpLocks noChangeShapeType="1"/>
              </p:cNvCxnSpPr>
              <p:nvPr userDrawn="1"/>
            </p:nvCxnSpPr>
            <p:spPr bwMode="auto">
              <a:xfrm>
                <a:off x="443344" y="2926080"/>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4" name="Straight Connector 34"/>
              <p:cNvCxnSpPr>
                <a:cxnSpLocks noChangeShapeType="1"/>
              </p:cNvCxnSpPr>
              <p:nvPr userDrawn="1"/>
            </p:nvCxnSpPr>
            <p:spPr bwMode="auto">
              <a:xfrm>
                <a:off x="443344" y="2565862"/>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grpSp>
        <p:grpSp>
          <p:nvGrpSpPr>
            <p:cNvPr id="74" name="Group 82"/>
            <p:cNvGrpSpPr>
              <a:grpSpLocks/>
            </p:cNvGrpSpPr>
            <p:nvPr userDrawn="1"/>
          </p:nvGrpSpPr>
          <p:grpSpPr bwMode="auto">
            <a:xfrm>
              <a:off x="2202964" y="1819866"/>
              <a:ext cx="6474903" cy="3657600"/>
              <a:chOff x="2202964" y="1819866"/>
              <a:chExt cx="6474903" cy="3657600"/>
            </a:xfrm>
          </p:grpSpPr>
          <p:cxnSp>
            <p:nvCxnSpPr>
              <p:cNvPr id="75" name="Straight Connector 16"/>
              <p:cNvCxnSpPr>
                <a:cxnSpLocks noChangeShapeType="1"/>
              </p:cNvCxnSpPr>
              <p:nvPr userDrawn="1"/>
            </p:nvCxnSpPr>
            <p:spPr bwMode="auto">
              <a:xfrm rot="5400000">
                <a:off x="374958"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76" name="Straight Connector 17"/>
              <p:cNvCxnSpPr>
                <a:cxnSpLocks noChangeShapeType="1"/>
              </p:cNvCxnSpPr>
              <p:nvPr userDrawn="1"/>
            </p:nvCxnSpPr>
            <p:spPr bwMode="auto">
              <a:xfrm rot="5400000">
                <a:off x="1022290"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77" name="Straight Connector 18"/>
              <p:cNvCxnSpPr>
                <a:cxnSpLocks noChangeShapeType="1"/>
              </p:cNvCxnSpPr>
              <p:nvPr userDrawn="1"/>
            </p:nvCxnSpPr>
            <p:spPr bwMode="auto">
              <a:xfrm rot="5400000">
                <a:off x="1669622"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79" name="Straight Connector 19"/>
              <p:cNvCxnSpPr>
                <a:cxnSpLocks noChangeShapeType="1"/>
              </p:cNvCxnSpPr>
              <p:nvPr userDrawn="1"/>
            </p:nvCxnSpPr>
            <p:spPr bwMode="auto">
              <a:xfrm rot="5400000">
                <a:off x="2316954"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0" name="Straight Connector 20"/>
              <p:cNvCxnSpPr>
                <a:cxnSpLocks noChangeShapeType="1"/>
              </p:cNvCxnSpPr>
              <p:nvPr userDrawn="1"/>
            </p:nvCxnSpPr>
            <p:spPr bwMode="auto">
              <a:xfrm rot="5400000">
                <a:off x="2964286"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1" name="Straight Connector 21"/>
              <p:cNvCxnSpPr>
                <a:cxnSpLocks noChangeShapeType="1"/>
              </p:cNvCxnSpPr>
              <p:nvPr userDrawn="1"/>
            </p:nvCxnSpPr>
            <p:spPr bwMode="auto">
              <a:xfrm rot="5400000">
                <a:off x="3611618"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2" name="Straight Connector 22"/>
              <p:cNvCxnSpPr>
                <a:cxnSpLocks noChangeShapeType="1"/>
              </p:cNvCxnSpPr>
              <p:nvPr userDrawn="1"/>
            </p:nvCxnSpPr>
            <p:spPr bwMode="auto">
              <a:xfrm rot="5400000">
                <a:off x="4258950"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3" name="Straight Connector 23"/>
              <p:cNvCxnSpPr>
                <a:cxnSpLocks noChangeShapeType="1"/>
              </p:cNvCxnSpPr>
              <p:nvPr userDrawn="1"/>
            </p:nvCxnSpPr>
            <p:spPr bwMode="auto">
              <a:xfrm rot="5400000">
                <a:off x="4906282"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4" name="Straight Connector 24"/>
              <p:cNvCxnSpPr>
                <a:cxnSpLocks noChangeShapeType="1"/>
              </p:cNvCxnSpPr>
              <p:nvPr userDrawn="1"/>
            </p:nvCxnSpPr>
            <p:spPr bwMode="auto">
              <a:xfrm rot="5400000">
                <a:off x="5553614"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5" name="Straight Connector 25"/>
              <p:cNvCxnSpPr>
                <a:cxnSpLocks noChangeShapeType="1"/>
              </p:cNvCxnSpPr>
              <p:nvPr userDrawn="1"/>
            </p:nvCxnSpPr>
            <p:spPr bwMode="auto">
              <a:xfrm rot="5400000">
                <a:off x="6200946"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6" name="Straight Connector 26"/>
              <p:cNvCxnSpPr>
                <a:cxnSpLocks noChangeShapeType="1"/>
              </p:cNvCxnSpPr>
              <p:nvPr userDrawn="1"/>
            </p:nvCxnSpPr>
            <p:spPr bwMode="auto">
              <a:xfrm rot="5400000">
                <a:off x="6848273"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grpSp>
      </p:grpSp>
      <p:sp>
        <p:nvSpPr>
          <p:cNvPr id="95" name="TextBox 36"/>
          <p:cNvSpPr txBox="1">
            <a:spLocks noChangeArrowheads="1"/>
          </p:cNvSpPr>
          <p:nvPr userDrawn="1"/>
        </p:nvSpPr>
        <p:spPr bwMode="auto">
          <a:xfrm>
            <a:off x="683685" y="1566864"/>
            <a:ext cx="1178983" cy="180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lstStyle>
            <a:lvl1pPr>
              <a:defRPr>
                <a:solidFill>
                  <a:schemeClr val="tx1"/>
                </a:solidFill>
                <a:latin typeface="Calibri" pitchFamily="34" charset="0"/>
              </a:defRPr>
            </a:lvl1pPr>
            <a:lvl2pPr marL="742950" indent="-285750">
              <a:defRPr>
                <a:solidFill>
                  <a:schemeClr val="tx1"/>
                </a:solidFill>
                <a:latin typeface="Calibri" pitchFamily="34" charset="0"/>
              </a:defRPr>
            </a:lvl2pPr>
            <a:lvl3pPr marL="1143000" indent="-228600">
              <a:defRPr>
                <a:solidFill>
                  <a:schemeClr val="tx1"/>
                </a:solidFill>
                <a:latin typeface="Calibri" pitchFamily="34" charset="0"/>
              </a:defRPr>
            </a:lvl3pPr>
            <a:lvl4pPr marL="1600200" indent="-228600">
              <a:defRPr>
                <a:solidFill>
                  <a:schemeClr val="tx1"/>
                </a:solidFill>
                <a:latin typeface="Calibri" pitchFamily="34" charset="0"/>
              </a:defRPr>
            </a:lvl4pPr>
            <a:lvl5pPr marL="2057400" indent="-228600">
              <a:defRPr>
                <a:solidFill>
                  <a:schemeClr val="tx1"/>
                </a:solidFill>
                <a:latin typeface="Calibri" pitchFamily="34" charset="0"/>
              </a:defRPr>
            </a:lvl5pPr>
            <a:lvl6pPr marL="2514600" indent="-228600" fontAlgn="base">
              <a:spcBef>
                <a:spcPct val="0"/>
              </a:spcBef>
              <a:spcAft>
                <a:spcPct val="0"/>
              </a:spcAft>
              <a:defRPr>
                <a:solidFill>
                  <a:schemeClr val="tx1"/>
                </a:solidFill>
                <a:latin typeface="Calibri" pitchFamily="34" charset="0"/>
              </a:defRPr>
            </a:lvl6pPr>
            <a:lvl7pPr marL="2971800" indent="-228600" fontAlgn="base">
              <a:spcBef>
                <a:spcPct val="0"/>
              </a:spcBef>
              <a:spcAft>
                <a:spcPct val="0"/>
              </a:spcAft>
              <a:defRPr>
                <a:solidFill>
                  <a:schemeClr val="tx1"/>
                </a:solidFill>
                <a:latin typeface="Calibri" pitchFamily="34" charset="0"/>
              </a:defRPr>
            </a:lvl7pPr>
            <a:lvl8pPr marL="3429000" indent="-228600" fontAlgn="base">
              <a:spcBef>
                <a:spcPct val="0"/>
              </a:spcBef>
              <a:spcAft>
                <a:spcPct val="0"/>
              </a:spcAft>
              <a:defRPr>
                <a:solidFill>
                  <a:schemeClr val="tx1"/>
                </a:solidFill>
                <a:latin typeface="Calibri" pitchFamily="34" charset="0"/>
              </a:defRPr>
            </a:lvl8pPr>
            <a:lvl9pPr marL="3886200" indent="-228600" fontAlgn="base">
              <a:spcBef>
                <a:spcPct val="0"/>
              </a:spcBef>
              <a:spcAft>
                <a:spcPct val="0"/>
              </a:spcAft>
              <a:defRPr>
                <a:solidFill>
                  <a:schemeClr val="tx1"/>
                </a:solidFill>
                <a:latin typeface="Calibri" pitchFamily="34" charset="0"/>
              </a:defRPr>
            </a:lvl9pPr>
          </a:lstStyle>
          <a:p>
            <a:pPr eaLnBrk="0" hangingPunct="0">
              <a:lnSpc>
                <a:spcPts val="1400"/>
              </a:lnSpc>
              <a:spcBef>
                <a:spcPts val="1500"/>
              </a:spcBef>
              <a:buClr>
                <a:schemeClr val="accent1"/>
              </a:buClr>
              <a:buFont typeface="Wingdings 2" pitchFamily="18" charset="2"/>
              <a:buNone/>
              <a:defRPr/>
            </a:pPr>
            <a:r>
              <a:rPr lang="en-US" sz="800" b="1">
                <a:solidFill>
                  <a:srgbClr val="000000"/>
                </a:solidFill>
                <a:latin typeface="Arial" charset="0"/>
                <a:ea typeface="+mn-ea"/>
              </a:rPr>
              <a:t>WEEK NUMBER</a:t>
            </a:r>
          </a:p>
        </p:txBody>
      </p:sp>
      <p:sp>
        <p:nvSpPr>
          <p:cNvPr id="96" name="TextBox 37"/>
          <p:cNvSpPr txBox="1">
            <a:spLocks noChangeArrowheads="1"/>
          </p:cNvSpPr>
          <p:nvPr userDrawn="1"/>
        </p:nvSpPr>
        <p:spPr bwMode="auto">
          <a:xfrm>
            <a:off x="683685" y="1939925"/>
            <a:ext cx="1178983" cy="179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lstStyle>
            <a:lvl1pPr>
              <a:defRPr>
                <a:solidFill>
                  <a:schemeClr val="tx1"/>
                </a:solidFill>
                <a:latin typeface="Calibri" pitchFamily="34" charset="0"/>
              </a:defRPr>
            </a:lvl1pPr>
            <a:lvl2pPr marL="742950" indent="-285750">
              <a:defRPr>
                <a:solidFill>
                  <a:schemeClr val="tx1"/>
                </a:solidFill>
                <a:latin typeface="Calibri" pitchFamily="34" charset="0"/>
              </a:defRPr>
            </a:lvl2pPr>
            <a:lvl3pPr marL="1143000" indent="-228600">
              <a:defRPr>
                <a:solidFill>
                  <a:schemeClr val="tx1"/>
                </a:solidFill>
                <a:latin typeface="Calibri" pitchFamily="34" charset="0"/>
              </a:defRPr>
            </a:lvl3pPr>
            <a:lvl4pPr marL="1600200" indent="-228600">
              <a:defRPr>
                <a:solidFill>
                  <a:schemeClr val="tx1"/>
                </a:solidFill>
                <a:latin typeface="Calibri" pitchFamily="34" charset="0"/>
              </a:defRPr>
            </a:lvl4pPr>
            <a:lvl5pPr marL="2057400" indent="-228600">
              <a:defRPr>
                <a:solidFill>
                  <a:schemeClr val="tx1"/>
                </a:solidFill>
                <a:latin typeface="Calibri" pitchFamily="34" charset="0"/>
              </a:defRPr>
            </a:lvl5pPr>
            <a:lvl6pPr marL="2514600" indent="-228600" fontAlgn="base">
              <a:spcBef>
                <a:spcPct val="0"/>
              </a:spcBef>
              <a:spcAft>
                <a:spcPct val="0"/>
              </a:spcAft>
              <a:defRPr>
                <a:solidFill>
                  <a:schemeClr val="tx1"/>
                </a:solidFill>
                <a:latin typeface="Calibri" pitchFamily="34" charset="0"/>
              </a:defRPr>
            </a:lvl6pPr>
            <a:lvl7pPr marL="2971800" indent="-228600" fontAlgn="base">
              <a:spcBef>
                <a:spcPct val="0"/>
              </a:spcBef>
              <a:spcAft>
                <a:spcPct val="0"/>
              </a:spcAft>
              <a:defRPr>
                <a:solidFill>
                  <a:schemeClr val="tx1"/>
                </a:solidFill>
                <a:latin typeface="Calibri" pitchFamily="34" charset="0"/>
              </a:defRPr>
            </a:lvl7pPr>
            <a:lvl8pPr marL="3429000" indent="-228600" fontAlgn="base">
              <a:spcBef>
                <a:spcPct val="0"/>
              </a:spcBef>
              <a:spcAft>
                <a:spcPct val="0"/>
              </a:spcAft>
              <a:defRPr>
                <a:solidFill>
                  <a:schemeClr val="tx1"/>
                </a:solidFill>
                <a:latin typeface="Calibri" pitchFamily="34" charset="0"/>
              </a:defRPr>
            </a:lvl8pPr>
            <a:lvl9pPr marL="3886200" indent="-228600" fontAlgn="base">
              <a:spcBef>
                <a:spcPct val="0"/>
              </a:spcBef>
              <a:spcAft>
                <a:spcPct val="0"/>
              </a:spcAft>
              <a:defRPr>
                <a:solidFill>
                  <a:schemeClr val="tx1"/>
                </a:solidFill>
                <a:latin typeface="Calibri" pitchFamily="34" charset="0"/>
              </a:defRPr>
            </a:lvl9pPr>
          </a:lstStyle>
          <a:p>
            <a:pPr eaLnBrk="0" hangingPunct="0">
              <a:lnSpc>
                <a:spcPts val="1400"/>
              </a:lnSpc>
              <a:spcBef>
                <a:spcPts val="1500"/>
              </a:spcBef>
              <a:buClr>
                <a:schemeClr val="accent1"/>
              </a:buClr>
              <a:buFont typeface="Wingdings 2" pitchFamily="18" charset="2"/>
              <a:buNone/>
              <a:defRPr/>
            </a:pPr>
            <a:r>
              <a:rPr lang="en-US" sz="800" b="1">
                <a:solidFill>
                  <a:srgbClr val="000000"/>
                </a:solidFill>
                <a:latin typeface="Arial" charset="0"/>
                <a:ea typeface="+mn-ea"/>
              </a:rPr>
              <a:t>STARTS ON</a:t>
            </a:r>
          </a:p>
        </p:txBody>
      </p:sp>
      <p:cxnSp>
        <p:nvCxnSpPr>
          <p:cNvPr id="97" name="Straight Connector 39"/>
          <p:cNvCxnSpPr>
            <a:cxnSpLocks noChangeShapeType="1"/>
          </p:cNvCxnSpPr>
          <p:nvPr userDrawn="1"/>
        </p:nvCxnSpPr>
        <p:spPr bwMode="auto">
          <a:xfrm>
            <a:off x="590551" y="2200275"/>
            <a:ext cx="10972800" cy="1588"/>
          </a:xfrm>
          <a:prstGeom prst="line">
            <a:avLst/>
          </a:prstGeom>
          <a:noFill/>
          <a:ln w="19050">
            <a:solidFill>
              <a:srgbClr val="666666"/>
            </a:solidFill>
            <a:round/>
            <a:headEnd/>
            <a:tailEnd/>
          </a:ln>
          <a:extLst>
            <a:ext uri="{909E8E84-426E-40DD-AFC4-6F175D3DCCD1}">
              <a14:hiddenFill xmlns:a14="http://schemas.microsoft.com/office/drawing/2010/main">
                <a:noFill/>
              </a14:hiddenFill>
            </a:ext>
          </a:extLst>
        </p:spPr>
      </p:cxnSp>
      <p:cxnSp>
        <p:nvCxnSpPr>
          <p:cNvPr id="98" name="Straight Connector 40"/>
          <p:cNvCxnSpPr>
            <a:cxnSpLocks noChangeShapeType="1"/>
          </p:cNvCxnSpPr>
          <p:nvPr userDrawn="1"/>
        </p:nvCxnSpPr>
        <p:spPr bwMode="auto">
          <a:xfrm>
            <a:off x="590551" y="5486400"/>
            <a:ext cx="10972800" cy="1588"/>
          </a:xfrm>
          <a:prstGeom prst="line">
            <a:avLst/>
          </a:prstGeom>
          <a:noFill/>
          <a:ln w="19050">
            <a:solidFill>
              <a:srgbClr val="666666"/>
            </a:solidFill>
            <a:round/>
            <a:headEnd/>
            <a:tailEnd/>
          </a:ln>
          <a:extLst>
            <a:ext uri="{909E8E84-426E-40DD-AFC4-6F175D3DCCD1}">
              <a14:hiddenFill xmlns:a14="http://schemas.microsoft.com/office/drawing/2010/main">
                <a:noFill/>
              </a14:hiddenFill>
            </a:ext>
          </a:extLst>
        </p:spPr>
      </p:cxnSp>
      <p:sp>
        <p:nvSpPr>
          <p:cNvPr id="99" name="Freeform 40"/>
          <p:cNvSpPr>
            <a:spLocks/>
          </p:cNvSpPr>
          <p:nvPr userDrawn="1"/>
        </p:nvSpPr>
        <p:spPr bwMode="auto">
          <a:xfrm>
            <a:off x="2074334" y="1468439"/>
            <a:ext cx="9469967" cy="4027487"/>
          </a:xfrm>
          <a:custGeom>
            <a:avLst/>
            <a:gdLst>
              <a:gd name="T0" fmla="*/ 0 w 7101191"/>
              <a:gd name="T1" fmla="*/ 4028195 h 4027251"/>
              <a:gd name="T2" fmla="*/ 0 w 7101191"/>
              <a:gd name="T3" fmla="*/ 0 h 4027251"/>
              <a:gd name="T4" fmla="*/ 7106328 w 7101191"/>
              <a:gd name="T5" fmla="*/ 0 h 4027251"/>
              <a:gd name="T6" fmla="*/ 0 60000 65536"/>
              <a:gd name="T7" fmla="*/ 0 60000 65536"/>
              <a:gd name="T8" fmla="*/ 0 60000 65536"/>
            </a:gdLst>
            <a:ahLst/>
            <a:cxnLst>
              <a:cxn ang="T6">
                <a:pos x="T0" y="T1"/>
              </a:cxn>
              <a:cxn ang="T7">
                <a:pos x="T2" y="T3"/>
              </a:cxn>
              <a:cxn ang="T8">
                <a:pos x="T4" y="T5"/>
              </a:cxn>
            </a:cxnLst>
            <a:rect l="0" t="0" r="r" b="b"/>
            <a:pathLst>
              <a:path w="7101191" h="4027251">
                <a:moveTo>
                  <a:pt x="0" y="4027251"/>
                </a:moveTo>
                <a:lnTo>
                  <a:pt x="0" y="0"/>
                </a:lnTo>
                <a:lnTo>
                  <a:pt x="7101191" y="0"/>
                </a:lnTo>
              </a:path>
            </a:pathLst>
          </a:custGeom>
          <a:noFill/>
          <a:ln w="19050" cap="flat" cmpd="sng">
            <a:solidFill>
              <a:srgbClr val="666666"/>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endParaRPr lang="en-US" sz="1800"/>
          </a:p>
        </p:txBody>
      </p:sp>
      <p:cxnSp>
        <p:nvCxnSpPr>
          <p:cNvPr id="100" name="Straight Connector 42"/>
          <p:cNvCxnSpPr>
            <a:cxnSpLocks noChangeShapeType="1"/>
          </p:cNvCxnSpPr>
          <p:nvPr userDrawn="1"/>
        </p:nvCxnSpPr>
        <p:spPr bwMode="auto">
          <a:xfrm>
            <a:off x="2061634" y="1828800"/>
            <a:ext cx="865717" cy="228600"/>
          </a:xfrm>
          <a:prstGeom prst="line">
            <a:avLst/>
          </a:prstGeom>
          <a:noFill/>
          <a:ln w="19050">
            <a:solidFill>
              <a:srgbClr val="666666"/>
            </a:solidFill>
            <a:round/>
            <a:headEnd/>
            <a:tailEnd/>
          </a:ln>
          <a:extLst>
            <a:ext uri="{909E8E84-426E-40DD-AFC4-6F175D3DCCD1}">
              <a14:hiddenFill xmlns:a14="http://schemas.microsoft.com/office/drawing/2010/main">
                <a:noFill/>
              </a14:hiddenFill>
            </a:ext>
          </a:extLst>
        </p:spPr>
      </p:cxnSp>
      <p:sp>
        <p:nvSpPr>
          <p:cNvPr id="39" name="Text Placeholder 12"/>
          <p:cNvSpPr>
            <a:spLocks noGrp="1"/>
          </p:cNvSpPr>
          <p:nvPr>
            <p:ph type="body" sz="quarter" idx="33"/>
          </p:nvPr>
        </p:nvSpPr>
        <p:spPr>
          <a:xfrm>
            <a:off x="2061633" y="1835813"/>
            <a:ext cx="861216"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0" name="Text Placeholder 12"/>
          <p:cNvSpPr>
            <a:spLocks noGrp="1"/>
          </p:cNvSpPr>
          <p:nvPr>
            <p:ph type="body" sz="quarter" idx="34"/>
          </p:nvPr>
        </p:nvSpPr>
        <p:spPr>
          <a:xfrm>
            <a:off x="2937751" y="1835813"/>
            <a:ext cx="862519"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1" name="Text Placeholder 12"/>
          <p:cNvSpPr>
            <a:spLocks noGrp="1"/>
          </p:cNvSpPr>
          <p:nvPr>
            <p:ph type="body" sz="quarter" idx="35"/>
          </p:nvPr>
        </p:nvSpPr>
        <p:spPr>
          <a:xfrm>
            <a:off x="3800274" y="1835813"/>
            <a:ext cx="869005"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2" name="Text Placeholder 12"/>
          <p:cNvSpPr>
            <a:spLocks noGrp="1"/>
          </p:cNvSpPr>
          <p:nvPr>
            <p:ph type="body" sz="quarter" idx="36"/>
          </p:nvPr>
        </p:nvSpPr>
        <p:spPr>
          <a:xfrm>
            <a:off x="4662791" y="1835813"/>
            <a:ext cx="856035"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3" name="Text Placeholder 12"/>
          <p:cNvSpPr>
            <a:spLocks noGrp="1"/>
          </p:cNvSpPr>
          <p:nvPr>
            <p:ph type="body" sz="quarter" idx="37"/>
          </p:nvPr>
        </p:nvSpPr>
        <p:spPr>
          <a:xfrm>
            <a:off x="5518824" y="1835813"/>
            <a:ext cx="865632"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4" name="Text Placeholder 12"/>
          <p:cNvSpPr>
            <a:spLocks noGrp="1"/>
          </p:cNvSpPr>
          <p:nvPr>
            <p:ph type="body" sz="quarter" idx="38"/>
          </p:nvPr>
        </p:nvSpPr>
        <p:spPr>
          <a:xfrm>
            <a:off x="6394315" y="1835813"/>
            <a:ext cx="865632"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5" name="Text Placeholder 12"/>
          <p:cNvSpPr>
            <a:spLocks noGrp="1"/>
          </p:cNvSpPr>
          <p:nvPr>
            <p:ph type="body" sz="quarter" idx="39"/>
          </p:nvPr>
        </p:nvSpPr>
        <p:spPr>
          <a:xfrm>
            <a:off x="7250347" y="1835813"/>
            <a:ext cx="865632"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6" name="Text Placeholder 12"/>
          <p:cNvSpPr>
            <a:spLocks noGrp="1"/>
          </p:cNvSpPr>
          <p:nvPr>
            <p:ph type="body" sz="quarter" idx="40"/>
          </p:nvPr>
        </p:nvSpPr>
        <p:spPr>
          <a:xfrm>
            <a:off x="8112867" y="1835813"/>
            <a:ext cx="869005"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7" name="Text Placeholder 12"/>
          <p:cNvSpPr>
            <a:spLocks noGrp="1"/>
          </p:cNvSpPr>
          <p:nvPr>
            <p:ph type="body" sz="quarter" idx="41"/>
          </p:nvPr>
        </p:nvSpPr>
        <p:spPr>
          <a:xfrm>
            <a:off x="8975387" y="1835813"/>
            <a:ext cx="862520"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8" name="Text Placeholder 12"/>
          <p:cNvSpPr>
            <a:spLocks noGrp="1"/>
          </p:cNvSpPr>
          <p:nvPr>
            <p:ph type="body" sz="quarter" idx="42"/>
          </p:nvPr>
        </p:nvSpPr>
        <p:spPr>
          <a:xfrm>
            <a:off x="9844389" y="1835813"/>
            <a:ext cx="865632"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9" name="Text Placeholder 12"/>
          <p:cNvSpPr>
            <a:spLocks noGrp="1"/>
          </p:cNvSpPr>
          <p:nvPr>
            <p:ph type="body" sz="quarter" idx="43"/>
          </p:nvPr>
        </p:nvSpPr>
        <p:spPr>
          <a:xfrm>
            <a:off x="10700427" y="1835813"/>
            <a:ext cx="870892"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0" name="Text Placeholder 12"/>
          <p:cNvSpPr>
            <a:spLocks noGrp="1"/>
          </p:cNvSpPr>
          <p:nvPr>
            <p:ph type="body" sz="quarter" idx="45"/>
          </p:nvPr>
        </p:nvSpPr>
        <p:spPr>
          <a:xfrm>
            <a:off x="625653" y="2230260"/>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1" name="Text Placeholder 12"/>
          <p:cNvSpPr>
            <a:spLocks noGrp="1"/>
          </p:cNvSpPr>
          <p:nvPr>
            <p:ph type="body" sz="quarter" idx="46"/>
          </p:nvPr>
        </p:nvSpPr>
        <p:spPr>
          <a:xfrm>
            <a:off x="625653" y="2595570"/>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2" name="Text Placeholder 12"/>
          <p:cNvSpPr>
            <a:spLocks noGrp="1"/>
          </p:cNvSpPr>
          <p:nvPr>
            <p:ph type="body" sz="quarter" idx="47"/>
          </p:nvPr>
        </p:nvSpPr>
        <p:spPr>
          <a:xfrm>
            <a:off x="625653" y="2960880"/>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3" name="Text Placeholder 12"/>
          <p:cNvSpPr>
            <a:spLocks noGrp="1"/>
          </p:cNvSpPr>
          <p:nvPr>
            <p:ph type="body" sz="quarter" idx="48"/>
          </p:nvPr>
        </p:nvSpPr>
        <p:spPr>
          <a:xfrm>
            <a:off x="625653" y="3326190"/>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4" name="Text Placeholder 12"/>
          <p:cNvSpPr>
            <a:spLocks noGrp="1"/>
          </p:cNvSpPr>
          <p:nvPr>
            <p:ph type="body" sz="quarter" idx="49"/>
          </p:nvPr>
        </p:nvSpPr>
        <p:spPr>
          <a:xfrm>
            <a:off x="625653" y="3691500"/>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5" name="Text Placeholder 12"/>
          <p:cNvSpPr>
            <a:spLocks noGrp="1"/>
          </p:cNvSpPr>
          <p:nvPr>
            <p:ph type="body" sz="quarter" idx="50"/>
          </p:nvPr>
        </p:nvSpPr>
        <p:spPr>
          <a:xfrm>
            <a:off x="625653" y="4056810"/>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6" name="Text Placeholder 12"/>
          <p:cNvSpPr>
            <a:spLocks noGrp="1"/>
          </p:cNvSpPr>
          <p:nvPr>
            <p:ph type="body" sz="quarter" idx="51"/>
          </p:nvPr>
        </p:nvSpPr>
        <p:spPr>
          <a:xfrm>
            <a:off x="625653" y="5152742"/>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7" name="Text Placeholder 12"/>
          <p:cNvSpPr>
            <a:spLocks noGrp="1"/>
          </p:cNvSpPr>
          <p:nvPr>
            <p:ph type="body" sz="quarter" idx="52"/>
          </p:nvPr>
        </p:nvSpPr>
        <p:spPr>
          <a:xfrm>
            <a:off x="625653" y="4422120"/>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8" name="Text Placeholder 12"/>
          <p:cNvSpPr>
            <a:spLocks noGrp="1"/>
          </p:cNvSpPr>
          <p:nvPr>
            <p:ph type="body" sz="quarter" idx="53"/>
          </p:nvPr>
        </p:nvSpPr>
        <p:spPr>
          <a:xfrm>
            <a:off x="625653" y="4787430"/>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9" name="Text Placeholder 12"/>
          <p:cNvSpPr>
            <a:spLocks noGrp="1"/>
          </p:cNvSpPr>
          <p:nvPr>
            <p:ph type="body" sz="quarter" idx="54"/>
          </p:nvPr>
        </p:nvSpPr>
        <p:spPr>
          <a:xfrm>
            <a:off x="2083023"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94301C"/>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0" name="Text Placeholder 12"/>
          <p:cNvSpPr>
            <a:spLocks noGrp="1"/>
          </p:cNvSpPr>
          <p:nvPr>
            <p:ph type="body" sz="quarter" idx="55"/>
          </p:nvPr>
        </p:nvSpPr>
        <p:spPr>
          <a:xfrm>
            <a:off x="2937751"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1" name="Text Placeholder 12"/>
          <p:cNvSpPr>
            <a:spLocks noGrp="1"/>
          </p:cNvSpPr>
          <p:nvPr>
            <p:ph type="body" sz="quarter" idx="56"/>
          </p:nvPr>
        </p:nvSpPr>
        <p:spPr>
          <a:xfrm>
            <a:off x="3800271"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2" name="Text Placeholder 12"/>
          <p:cNvSpPr>
            <a:spLocks noGrp="1"/>
          </p:cNvSpPr>
          <p:nvPr>
            <p:ph type="body" sz="quarter" idx="57"/>
          </p:nvPr>
        </p:nvSpPr>
        <p:spPr>
          <a:xfrm>
            <a:off x="4662791"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3" name="Text Placeholder 12"/>
          <p:cNvSpPr>
            <a:spLocks noGrp="1"/>
          </p:cNvSpPr>
          <p:nvPr>
            <p:ph type="body" sz="quarter" idx="58"/>
          </p:nvPr>
        </p:nvSpPr>
        <p:spPr>
          <a:xfrm>
            <a:off x="5518824"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4" name="Text Placeholder 12"/>
          <p:cNvSpPr>
            <a:spLocks noGrp="1"/>
          </p:cNvSpPr>
          <p:nvPr>
            <p:ph type="body" sz="quarter" idx="59"/>
          </p:nvPr>
        </p:nvSpPr>
        <p:spPr>
          <a:xfrm>
            <a:off x="6394315"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5" name="Text Placeholder 12"/>
          <p:cNvSpPr>
            <a:spLocks noGrp="1"/>
          </p:cNvSpPr>
          <p:nvPr>
            <p:ph type="body" sz="quarter" idx="60"/>
          </p:nvPr>
        </p:nvSpPr>
        <p:spPr>
          <a:xfrm>
            <a:off x="7250347"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6" name="Text Placeholder 12"/>
          <p:cNvSpPr>
            <a:spLocks noGrp="1"/>
          </p:cNvSpPr>
          <p:nvPr>
            <p:ph type="body" sz="quarter" idx="61"/>
          </p:nvPr>
        </p:nvSpPr>
        <p:spPr>
          <a:xfrm>
            <a:off x="8112867"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7" name="Text Placeholder 12"/>
          <p:cNvSpPr>
            <a:spLocks noGrp="1"/>
          </p:cNvSpPr>
          <p:nvPr>
            <p:ph type="body" sz="quarter" idx="62"/>
          </p:nvPr>
        </p:nvSpPr>
        <p:spPr>
          <a:xfrm>
            <a:off x="8975387"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8" name="Text Placeholder 12"/>
          <p:cNvSpPr>
            <a:spLocks noGrp="1"/>
          </p:cNvSpPr>
          <p:nvPr>
            <p:ph type="body" sz="quarter" idx="63"/>
          </p:nvPr>
        </p:nvSpPr>
        <p:spPr>
          <a:xfrm>
            <a:off x="9844389"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9" name="Text Placeholder 12"/>
          <p:cNvSpPr>
            <a:spLocks noGrp="1"/>
          </p:cNvSpPr>
          <p:nvPr>
            <p:ph type="body" sz="quarter" idx="64"/>
          </p:nvPr>
        </p:nvSpPr>
        <p:spPr>
          <a:xfrm>
            <a:off x="10700424"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179" name="Text Placeholder 178"/>
          <p:cNvSpPr>
            <a:spLocks noGrp="1"/>
          </p:cNvSpPr>
          <p:nvPr>
            <p:ph type="body" sz="quarter" idx="65"/>
          </p:nvPr>
        </p:nvSpPr>
        <p:spPr>
          <a:xfrm>
            <a:off x="2061633" y="2321700"/>
            <a:ext cx="12192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0" name="Text Placeholder 178"/>
          <p:cNvSpPr>
            <a:spLocks noGrp="1"/>
          </p:cNvSpPr>
          <p:nvPr>
            <p:ph type="body" sz="quarter" idx="66"/>
          </p:nvPr>
        </p:nvSpPr>
        <p:spPr>
          <a:xfrm>
            <a:off x="2061633" y="2687010"/>
            <a:ext cx="24384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1" name="Text Placeholder 178"/>
          <p:cNvSpPr>
            <a:spLocks noGrp="1"/>
          </p:cNvSpPr>
          <p:nvPr>
            <p:ph type="body" sz="quarter" idx="67"/>
          </p:nvPr>
        </p:nvSpPr>
        <p:spPr>
          <a:xfrm>
            <a:off x="2061633" y="3052320"/>
            <a:ext cx="36576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2" name="Text Placeholder 178"/>
          <p:cNvSpPr>
            <a:spLocks noGrp="1"/>
          </p:cNvSpPr>
          <p:nvPr>
            <p:ph type="body" sz="quarter" idx="68"/>
          </p:nvPr>
        </p:nvSpPr>
        <p:spPr>
          <a:xfrm>
            <a:off x="2061633" y="3417630"/>
            <a:ext cx="48768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3" name="Text Placeholder 178"/>
          <p:cNvSpPr>
            <a:spLocks noGrp="1"/>
          </p:cNvSpPr>
          <p:nvPr>
            <p:ph type="body" sz="quarter" idx="69"/>
          </p:nvPr>
        </p:nvSpPr>
        <p:spPr>
          <a:xfrm>
            <a:off x="2061633" y="3782940"/>
            <a:ext cx="60960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4" name="Text Placeholder 178"/>
          <p:cNvSpPr>
            <a:spLocks noGrp="1"/>
          </p:cNvSpPr>
          <p:nvPr>
            <p:ph type="body" sz="quarter" idx="70"/>
          </p:nvPr>
        </p:nvSpPr>
        <p:spPr>
          <a:xfrm>
            <a:off x="2061633" y="4148250"/>
            <a:ext cx="12192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5" name="Text Placeholder 178"/>
          <p:cNvSpPr>
            <a:spLocks noGrp="1"/>
          </p:cNvSpPr>
          <p:nvPr>
            <p:ph type="body" sz="quarter" idx="71"/>
          </p:nvPr>
        </p:nvSpPr>
        <p:spPr>
          <a:xfrm>
            <a:off x="2061633" y="4513560"/>
            <a:ext cx="24384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6" name="Text Placeholder 178"/>
          <p:cNvSpPr>
            <a:spLocks noGrp="1"/>
          </p:cNvSpPr>
          <p:nvPr>
            <p:ph type="body" sz="quarter" idx="72"/>
          </p:nvPr>
        </p:nvSpPr>
        <p:spPr>
          <a:xfrm>
            <a:off x="2061633" y="4878870"/>
            <a:ext cx="36576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7" name="Text Placeholder 178"/>
          <p:cNvSpPr>
            <a:spLocks noGrp="1"/>
          </p:cNvSpPr>
          <p:nvPr>
            <p:ph type="body" sz="quarter" idx="73"/>
          </p:nvPr>
        </p:nvSpPr>
        <p:spPr>
          <a:xfrm>
            <a:off x="2061633" y="5244182"/>
            <a:ext cx="48768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8" name="Text Placeholder 178"/>
          <p:cNvSpPr>
            <a:spLocks noGrp="1"/>
          </p:cNvSpPr>
          <p:nvPr>
            <p:ph type="body" sz="quarter" idx="74"/>
          </p:nvPr>
        </p:nvSpPr>
        <p:spPr>
          <a:xfrm>
            <a:off x="4582160" y="5562600"/>
            <a:ext cx="182880" cy="137160"/>
          </a:xfrm>
          <a:prstGeom prst="flowChartExtract">
            <a:avLst/>
          </a:prstGeom>
          <a:solidFill>
            <a:srgbClr val="B01C2E"/>
          </a:solidFill>
          <a:ln>
            <a:solidFill>
              <a:srgbClr val="B01C2E"/>
            </a:solidFill>
          </a:ln>
        </p:spPr>
        <p:txBody>
          <a:bodyPr/>
          <a:lstStyle>
            <a:lvl1pPr>
              <a:buNone/>
              <a:defRPr sz="800">
                <a:solidFill>
                  <a:srgbClr val="FFFFFF"/>
                </a:solidFill>
              </a:defRPr>
            </a:lvl1pPr>
          </a:lstStyle>
          <a:p>
            <a:pPr lvl="0"/>
            <a:r>
              <a:rPr lang="en-US"/>
              <a:t>Click to edit Master text styles</a:t>
            </a:r>
          </a:p>
        </p:txBody>
      </p:sp>
      <p:sp>
        <p:nvSpPr>
          <p:cNvPr id="190" name="Text Placeholder 12"/>
          <p:cNvSpPr>
            <a:spLocks noGrp="1"/>
          </p:cNvSpPr>
          <p:nvPr>
            <p:ph type="body" sz="quarter" idx="76"/>
          </p:nvPr>
        </p:nvSpPr>
        <p:spPr>
          <a:xfrm>
            <a:off x="4064000" y="5817472"/>
            <a:ext cx="1219200" cy="228600"/>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191" name="Text Placeholder 178"/>
          <p:cNvSpPr>
            <a:spLocks noGrp="1"/>
          </p:cNvSpPr>
          <p:nvPr>
            <p:ph type="body" sz="quarter" idx="77"/>
          </p:nvPr>
        </p:nvSpPr>
        <p:spPr>
          <a:xfrm>
            <a:off x="7140089" y="5562600"/>
            <a:ext cx="182880" cy="137160"/>
          </a:xfrm>
          <a:prstGeom prst="flowChartExtract">
            <a:avLst/>
          </a:prstGeom>
          <a:solidFill>
            <a:srgbClr val="B01C2E"/>
          </a:solidFill>
          <a:ln>
            <a:solidFill>
              <a:srgbClr val="B01C2E"/>
            </a:solidFill>
          </a:ln>
        </p:spPr>
        <p:txBody>
          <a:bodyPr/>
          <a:lstStyle>
            <a:lvl1pPr>
              <a:buNone/>
              <a:defRPr sz="800">
                <a:solidFill>
                  <a:srgbClr val="FFFFFF"/>
                </a:solidFill>
              </a:defRPr>
            </a:lvl1pPr>
          </a:lstStyle>
          <a:p>
            <a:pPr lvl="0"/>
            <a:r>
              <a:rPr lang="en-US"/>
              <a:t>Click to edit Master text styles</a:t>
            </a:r>
          </a:p>
        </p:txBody>
      </p:sp>
      <p:sp>
        <p:nvSpPr>
          <p:cNvPr id="192" name="Text Placeholder 12"/>
          <p:cNvSpPr>
            <a:spLocks noGrp="1"/>
          </p:cNvSpPr>
          <p:nvPr>
            <p:ph type="body" sz="quarter" idx="78"/>
          </p:nvPr>
        </p:nvSpPr>
        <p:spPr>
          <a:xfrm>
            <a:off x="6621929" y="5817472"/>
            <a:ext cx="1219200" cy="228600"/>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78"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01" name="Slide Number Placeholder 9"/>
          <p:cNvSpPr>
            <a:spLocks noGrp="1"/>
          </p:cNvSpPr>
          <p:nvPr>
            <p:ph type="sldNum" sz="quarter" idx="79"/>
          </p:nvPr>
        </p:nvSpPr>
        <p:spPr/>
        <p:txBody>
          <a:bodyPr/>
          <a:lstStyle>
            <a:lvl1pPr>
              <a:defRPr/>
            </a:lvl1pPr>
          </a:lstStyle>
          <a:p>
            <a:fld id="{D003C6ED-C4A5-154D-A951-DFA096D6467B}" type="slidenum">
              <a:rPr lang="en-US" altLang="en-US"/>
              <a:pPr/>
              <a:t>‹#›</a:t>
            </a:fld>
            <a:endParaRPr lang="en-US" altLang="en-US"/>
          </a:p>
        </p:txBody>
      </p:sp>
      <p:sp>
        <p:nvSpPr>
          <p:cNvPr id="102" name="Footer Placeholder 79"/>
          <p:cNvSpPr>
            <a:spLocks noGrp="1"/>
          </p:cNvSpPr>
          <p:nvPr>
            <p:ph type="ftr" sz="quarter" idx="80"/>
          </p:nvPr>
        </p:nvSpPr>
        <p:spPr/>
        <p:txBody>
          <a:bodyPr/>
          <a:lstStyle>
            <a:lvl1pPr>
              <a:defRPr smtClean="0"/>
            </a:lvl1pPr>
          </a:lstStyle>
          <a:p>
            <a:pPr>
              <a:defRPr/>
            </a:pPr>
            <a:r>
              <a:rPr lang="en-US"/>
              <a:t>Preferred Stock</a:t>
            </a:r>
          </a:p>
        </p:txBody>
      </p:sp>
    </p:spTree>
    <p:extLst>
      <p:ext uri="{BB962C8B-B14F-4D97-AF65-F5344CB8AC3E}">
        <p14:creationId xmlns:p14="http://schemas.microsoft.com/office/powerpoint/2010/main" val="806443883"/>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Picture">
    <p:spTree>
      <p:nvGrpSpPr>
        <p:cNvPr id="1" name=""/>
        <p:cNvGrpSpPr/>
        <p:nvPr/>
      </p:nvGrpSpPr>
      <p:grpSpPr>
        <a:xfrm>
          <a:off x="0" y="0"/>
          <a:ext cx="0" cy="0"/>
          <a:chOff x="0" y="0"/>
          <a:chExt cx="0" cy="0"/>
        </a:xfrm>
      </p:grpSpPr>
      <p:cxnSp>
        <p:nvCxnSpPr>
          <p:cNvPr id="9" name="Straight Connector 7"/>
          <p:cNvCxnSpPr>
            <a:cxnSpLocks noChangeShapeType="1"/>
          </p:cNvCxnSpPr>
          <p:nvPr userDrawn="1"/>
        </p:nvCxnSpPr>
        <p:spPr bwMode="auto">
          <a:xfrm>
            <a:off x="2372785" y="5981700"/>
            <a:ext cx="7327900" cy="1588"/>
          </a:xfrm>
          <a:prstGeom prst="line">
            <a:avLst/>
          </a:prstGeom>
          <a:noFill/>
          <a:ln w="9525">
            <a:solidFill>
              <a:srgbClr val="666666"/>
            </a:solidFill>
            <a:round/>
            <a:headEnd/>
            <a:tailEnd/>
          </a:ln>
          <a:extLst>
            <a:ext uri="{909E8E84-426E-40DD-AFC4-6F175D3DCCD1}">
              <a14:hiddenFill xmlns:a14="http://schemas.microsoft.com/office/drawing/2010/main">
                <a:noFill/>
              </a14:hiddenFill>
            </a:ext>
          </a:extLst>
        </p:spPr>
      </p:cxnSp>
      <p:sp>
        <p:nvSpPr>
          <p:cNvPr id="6" name="Title 1"/>
          <p:cNvSpPr>
            <a:spLocks noGrp="1"/>
          </p:cNvSpPr>
          <p:nvPr>
            <p:ph type="title"/>
          </p:nvPr>
        </p:nvSpPr>
        <p:spPr>
          <a:xfrm>
            <a:off x="2389717" y="5453936"/>
            <a:ext cx="7315200" cy="474325"/>
          </a:xfrm>
          <a:prstGeom prst="rect">
            <a:avLst/>
          </a:prstGeom>
        </p:spPr>
        <p:txBody>
          <a:bodyPr/>
          <a:lstStyle>
            <a:lvl1pPr algn="l">
              <a:defRPr sz="1200" b="1"/>
            </a:lvl1pPr>
          </a:lstStyle>
          <a:p>
            <a:r>
              <a:rPr lang="en-US"/>
              <a:t>Click to edit Master title style</a:t>
            </a:r>
            <a:endParaRPr lang="en-US" dirty="0"/>
          </a:p>
        </p:txBody>
      </p:sp>
      <p:sp>
        <p:nvSpPr>
          <p:cNvPr id="7" name="Picture Placeholder 2"/>
          <p:cNvSpPr>
            <a:spLocks noGrp="1"/>
          </p:cNvSpPr>
          <p:nvPr>
            <p:ph type="pic" idx="1"/>
          </p:nvPr>
        </p:nvSpPr>
        <p:spPr>
          <a:xfrm>
            <a:off x="2389717" y="1166755"/>
            <a:ext cx="7315200" cy="4192689"/>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r>
              <a:rPr lang="en-US" noProof="0"/>
              <a:t>Drag picture to placeholder or click icon to add</a:t>
            </a:r>
          </a:p>
        </p:txBody>
      </p:sp>
      <p:sp>
        <p:nvSpPr>
          <p:cNvPr id="8" name="Text Placeholder 3"/>
          <p:cNvSpPr>
            <a:spLocks noGrp="1"/>
          </p:cNvSpPr>
          <p:nvPr>
            <p:ph type="body" sz="half" idx="2"/>
          </p:nvPr>
        </p:nvSpPr>
        <p:spPr>
          <a:xfrm>
            <a:off x="2389717" y="6042020"/>
            <a:ext cx="7315200" cy="311280"/>
          </a:xfrm>
          <a:prstGeom prst="rect">
            <a:avLst/>
          </a:prstGeom>
        </p:spPr>
        <p:txBody>
          <a:bodyPr/>
          <a:lstStyle>
            <a:lvl1pPr marL="0" indent="0">
              <a:buNone/>
              <a:defRPr sz="1000" i="1">
                <a:solidFill>
                  <a:srgbClr val="4D4D4D"/>
                </a:solidFill>
                <a:latin typeface="Times New Roman" pitchFamily="18" charset="0"/>
                <a:cs typeface="Times New Roman" pitchFamily="18" charset="0"/>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1" name="Text Placeholder 10"/>
          <p:cNvSpPr>
            <a:spLocks noGrp="1"/>
          </p:cNvSpPr>
          <p:nvPr>
            <p:ph type="body" sz="quarter" idx="10"/>
          </p:nvPr>
        </p:nvSpPr>
        <p:spPr>
          <a:xfrm>
            <a:off x="1026004" y="0"/>
            <a:ext cx="10139992" cy="896112"/>
          </a:xfrm>
          <a:prstGeom prst="rect">
            <a:avLst/>
          </a:prstGeom>
        </p:spPr>
        <p:txBody>
          <a:bodyPr anchor="b"/>
          <a:lstStyle>
            <a:lvl1pPr>
              <a:buNone/>
              <a:defRPr sz="2200">
                <a:latin typeface="+mj-lt"/>
              </a:defRPr>
            </a:lvl1pPr>
          </a:lstStyle>
          <a:p>
            <a:pPr lvl="0"/>
            <a:r>
              <a:rPr lang="en-US"/>
              <a:t>Click to edit Master text styles</a:t>
            </a:r>
          </a:p>
        </p:txBody>
      </p:sp>
      <p:sp>
        <p:nvSpPr>
          <p:cNvPr id="10" name="Slide Number Placeholder 9"/>
          <p:cNvSpPr>
            <a:spLocks noGrp="1"/>
          </p:cNvSpPr>
          <p:nvPr>
            <p:ph type="sldNum" sz="quarter" idx="11"/>
          </p:nvPr>
        </p:nvSpPr>
        <p:spPr/>
        <p:txBody>
          <a:bodyPr/>
          <a:lstStyle>
            <a:lvl1pPr>
              <a:defRPr/>
            </a:lvl1pPr>
          </a:lstStyle>
          <a:p>
            <a:fld id="{614CE4E3-D3DE-AB41-A281-30813EB5473F}" type="slidenum">
              <a:rPr lang="en-US" altLang="en-US"/>
              <a:pPr/>
              <a:t>‹#›</a:t>
            </a:fld>
            <a:endParaRPr lang="en-US" altLang="en-US"/>
          </a:p>
        </p:txBody>
      </p:sp>
      <p:sp>
        <p:nvSpPr>
          <p:cNvPr id="12" name="Footer Placeholder 9"/>
          <p:cNvSpPr>
            <a:spLocks noGrp="1"/>
          </p:cNvSpPr>
          <p:nvPr>
            <p:ph type="ftr" sz="quarter" idx="12"/>
          </p:nvPr>
        </p:nvSpPr>
        <p:spPr/>
        <p:txBody>
          <a:bodyPr/>
          <a:lstStyle>
            <a:lvl1pPr>
              <a:defRPr smtClean="0"/>
            </a:lvl1pPr>
          </a:lstStyle>
          <a:p>
            <a:pPr>
              <a:defRPr/>
            </a:pPr>
            <a:r>
              <a:rPr lang="en-US"/>
              <a:t>Preferred Stock</a:t>
            </a:r>
          </a:p>
        </p:txBody>
      </p:sp>
    </p:spTree>
    <p:extLst>
      <p:ext uri="{BB962C8B-B14F-4D97-AF65-F5344CB8AC3E}">
        <p14:creationId xmlns:p14="http://schemas.microsoft.com/office/powerpoint/2010/main" val="1355934799"/>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Map">
    <p:spTree>
      <p:nvGrpSpPr>
        <p:cNvPr id="1" name=""/>
        <p:cNvGrpSpPr/>
        <p:nvPr/>
      </p:nvGrpSpPr>
      <p:grpSpPr>
        <a:xfrm>
          <a:off x="0" y="0"/>
          <a:ext cx="0" cy="0"/>
          <a:chOff x="0" y="0"/>
          <a:chExt cx="0" cy="0"/>
        </a:xfrm>
      </p:grpSpPr>
      <p:sp>
        <p:nvSpPr>
          <p:cNvPr id="5"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8" name="Text Placeholder 11"/>
          <p:cNvSpPr>
            <a:spLocks noGrp="1"/>
          </p:cNvSpPr>
          <p:nvPr>
            <p:ph type="body" sz="quarter" idx="11"/>
          </p:nvPr>
        </p:nvSpPr>
        <p:spPr>
          <a:xfrm>
            <a:off x="603254" y="1447800"/>
            <a:ext cx="2250831" cy="914400"/>
          </a:xfrm>
          <a:prstGeom prst="rect">
            <a:avLst/>
          </a:prstGeom>
        </p:spPr>
        <p:txBody>
          <a:bodyPr/>
          <a:lstStyle>
            <a:lvl1pPr>
              <a:buNone/>
              <a:defRPr sz="1000"/>
            </a:lvl1pPr>
          </a:lstStyle>
          <a:p>
            <a:pPr lvl="0"/>
            <a:r>
              <a:rPr lang="en-US"/>
              <a:t>Click to edit Master text styles</a:t>
            </a:r>
          </a:p>
        </p:txBody>
      </p:sp>
      <p:sp>
        <p:nvSpPr>
          <p:cNvPr id="9" name="Text Placeholder 11"/>
          <p:cNvSpPr>
            <a:spLocks noGrp="1"/>
          </p:cNvSpPr>
          <p:nvPr>
            <p:ph type="body" sz="quarter" idx="12"/>
          </p:nvPr>
        </p:nvSpPr>
        <p:spPr>
          <a:xfrm>
            <a:off x="603254" y="2667000"/>
            <a:ext cx="2250831" cy="914400"/>
          </a:xfrm>
          <a:prstGeom prst="rect">
            <a:avLst/>
          </a:prstGeom>
        </p:spPr>
        <p:txBody>
          <a:bodyPr/>
          <a:lstStyle>
            <a:lvl1pPr>
              <a:buNone/>
              <a:defRPr sz="1000"/>
            </a:lvl1pPr>
          </a:lstStyle>
          <a:p>
            <a:pPr lvl="0"/>
            <a:r>
              <a:rPr lang="en-US"/>
              <a:t>Click to edit Master text styles</a:t>
            </a:r>
          </a:p>
        </p:txBody>
      </p:sp>
      <p:sp>
        <p:nvSpPr>
          <p:cNvPr id="10" name="Text Placeholder 11"/>
          <p:cNvSpPr>
            <a:spLocks noGrp="1"/>
          </p:cNvSpPr>
          <p:nvPr>
            <p:ph type="body" sz="quarter" idx="13"/>
          </p:nvPr>
        </p:nvSpPr>
        <p:spPr>
          <a:xfrm>
            <a:off x="603254" y="5105400"/>
            <a:ext cx="2250831" cy="914400"/>
          </a:xfrm>
          <a:prstGeom prst="rect">
            <a:avLst/>
          </a:prstGeom>
        </p:spPr>
        <p:txBody>
          <a:bodyPr/>
          <a:lstStyle>
            <a:lvl1pPr>
              <a:buNone/>
              <a:defRPr sz="1000"/>
            </a:lvl1pPr>
          </a:lstStyle>
          <a:p>
            <a:pPr lvl="0"/>
            <a:r>
              <a:rPr lang="en-US"/>
              <a:t>Click to edit Master text styles</a:t>
            </a:r>
          </a:p>
        </p:txBody>
      </p:sp>
      <p:sp>
        <p:nvSpPr>
          <p:cNvPr id="11" name="Text Placeholder 11"/>
          <p:cNvSpPr>
            <a:spLocks noGrp="1"/>
          </p:cNvSpPr>
          <p:nvPr>
            <p:ph type="body" sz="quarter" idx="14"/>
          </p:nvPr>
        </p:nvSpPr>
        <p:spPr>
          <a:xfrm>
            <a:off x="9337923" y="1447800"/>
            <a:ext cx="2250831" cy="914400"/>
          </a:xfrm>
          <a:prstGeom prst="rect">
            <a:avLst/>
          </a:prstGeom>
        </p:spPr>
        <p:txBody>
          <a:bodyPr/>
          <a:lstStyle>
            <a:lvl1pPr>
              <a:buNone/>
              <a:defRPr sz="1000"/>
            </a:lvl1pPr>
          </a:lstStyle>
          <a:p>
            <a:pPr lvl="0"/>
            <a:r>
              <a:rPr lang="en-US"/>
              <a:t>Click to edit Master text styles</a:t>
            </a:r>
          </a:p>
        </p:txBody>
      </p:sp>
      <p:sp>
        <p:nvSpPr>
          <p:cNvPr id="12" name="Text Placeholder 11"/>
          <p:cNvSpPr>
            <a:spLocks noGrp="1"/>
          </p:cNvSpPr>
          <p:nvPr>
            <p:ph type="body" sz="quarter" idx="15"/>
          </p:nvPr>
        </p:nvSpPr>
        <p:spPr>
          <a:xfrm>
            <a:off x="9337923" y="2667000"/>
            <a:ext cx="2250831" cy="914400"/>
          </a:xfrm>
          <a:prstGeom prst="rect">
            <a:avLst/>
          </a:prstGeom>
        </p:spPr>
        <p:txBody>
          <a:bodyPr/>
          <a:lstStyle>
            <a:lvl1pPr>
              <a:buNone/>
              <a:defRPr sz="1000"/>
            </a:lvl1pPr>
          </a:lstStyle>
          <a:p>
            <a:pPr lvl="0"/>
            <a:r>
              <a:rPr lang="en-US"/>
              <a:t>Click to edit Master text styles</a:t>
            </a:r>
          </a:p>
        </p:txBody>
      </p:sp>
      <p:sp>
        <p:nvSpPr>
          <p:cNvPr id="13" name="Text Placeholder 11"/>
          <p:cNvSpPr>
            <a:spLocks noGrp="1"/>
          </p:cNvSpPr>
          <p:nvPr>
            <p:ph type="body" sz="quarter" idx="16"/>
          </p:nvPr>
        </p:nvSpPr>
        <p:spPr>
          <a:xfrm>
            <a:off x="9337923" y="3886200"/>
            <a:ext cx="2250831" cy="914400"/>
          </a:xfrm>
          <a:prstGeom prst="rect">
            <a:avLst/>
          </a:prstGeom>
        </p:spPr>
        <p:txBody>
          <a:bodyPr/>
          <a:lstStyle>
            <a:lvl1pPr>
              <a:buNone/>
              <a:defRPr sz="1000"/>
            </a:lvl1pPr>
          </a:lstStyle>
          <a:p>
            <a:pPr lvl="0"/>
            <a:r>
              <a:rPr lang="en-US"/>
              <a:t>Click to edit Master text styles</a:t>
            </a:r>
          </a:p>
        </p:txBody>
      </p:sp>
      <p:sp>
        <p:nvSpPr>
          <p:cNvPr id="14" name="Text Placeholder 11"/>
          <p:cNvSpPr>
            <a:spLocks noGrp="1"/>
          </p:cNvSpPr>
          <p:nvPr>
            <p:ph type="body" sz="quarter" idx="17"/>
          </p:nvPr>
        </p:nvSpPr>
        <p:spPr>
          <a:xfrm>
            <a:off x="9337923" y="5105400"/>
            <a:ext cx="2250831" cy="914400"/>
          </a:xfrm>
          <a:prstGeom prst="rect">
            <a:avLst/>
          </a:prstGeom>
        </p:spPr>
        <p:txBody>
          <a:bodyPr/>
          <a:lstStyle>
            <a:lvl1pPr>
              <a:buNone/>
              <a:defRPr sz="1000"/>
            </a:lvl1pPr>
          </a:lstStyle>
          <a:p>
            <a:pPr lvl="0"/>
            <a:r>
              <a:rPr lang="en-US"/>
              <a:t>Click to edit Master text styles</a:t>
            </a:r>
          </a:p>
        </p:txBody>
      </p:sp>
      <p:sp>
        <p:nvSpPr>
          <p:cNvPr id="15" name="Text Placeholder 11"/>
          <p:cNvSpPr>
            <a:spLocks noGrp="1"/>
          </p:cNvSpPr>
          <p:nvPr>
            <p:ph type="body" sz="quarter" idx="18"/>
          </p:nvPr>
        </p:nvSpPr>
        <p:spPr>
          <a:xfrm>
            <a:off x="603254" y="3886200"/>
            <a:ext cx="2250831" cy="914400"/>
          </a:xfrm>
          <a:prstGeom prst="rect">
            <a:avLst/>
          </a:prstGeom>
        </p:spPr>
        <p:txBody>
          <a:bodyPr/>
          <a:lstStyle>
            <a:lvl1pPr>
              <a:buNone/>
              <a:defRPr sz="1000"/>
            </a:lvl1pPr>
          </a:lstStyle>
          <a:p>
            <a:pPr lvl="0"/>
            <a:r>
              <a:rPr lang="en-US"/>
              <a:t>Click to edit Master text styles</a:t>
            </a:r>
          </a:p>
        </p:txBody>
      </p:sp>
      <p:sp>
        <p:nvSpPr>
          <p:cNvPr id="16" name="Slide Number Placeholder 9"/>
          <p:cNvSpPr>
            <a:spLocks noGrp="1"/>
          </p:cNvSpPr>
          <p:nvPr>
            <p:ph type="sldNum" sz="quarter" idx="19"/>
          </p:nvPr>
        </p:nvSpPr>
        <p:spPr/>
        <p:txBody>
          <a:bodyPr/>
          <a:lstStyle>
            <a:lvl1pPr>
              <a:defRPr/>
            </a:lvl1pPr>
          </a:lstStyle>
          <a:p>
            <a:fld id="{1B28FF10-2575-714D-9D0B-AB6D45C94EAE}" type="slidenum">
              <a:rPr lang="en-US" altLang="en-US"/>
              <a:pPr/>
              <a:t>‹#›</a:t>
            </a:fld>
            <a:endParaRPr lang="en-US" altLang="en-US"/>
          </a:p>
        </p:txBody>
      </p:sp>
      <p:sp>
        <p:nvSpPr>
          <p:cNvPr id="17" name="Footer Placeholder 12"/>
          <p:cNvSpPr>
            <a:spLocks noGrp="1"/>
          </p:cNvSpPr>
          <p:nvPr>
            <p:ph type="ftr" sz="quarter" idx="20"/>
          </p:nvPr>
        </p:nvSpPr>
        <p:spPr/>
        <p:txBody>
          <a:bodyPr/>
          <a:lstStyle>
            <a:lvl1pPr>
              <a:defRPr/>
            </a:lvl1pPr>
          </a:lstStyle>
          <a:p>
            <a:pPr>
              <a:defRPr/>
            </a:pPr>
            <a:r>
              <a:rPr lang="en-US"/>
              <a:t>Preferred Stock</a:t>
            </a:r>
          </a:p>
        </p:txBody>
      </p:sp>
    </p:spTree>
    <p:extLst>
      <p:ext uri="{BB962C8B-B14F-4D97-AF65-F5344CB8AC3E}">
        <p14:creationId xmlns:p14="http://schemas.microsoft.com/office/powerpoint/2010/main" val="701816343"/>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Map with Callout">
    <p:spTree>
      <p:nvGrpSpPr>
        <p:cNvPr id="1" name=""/>
        <p:cNvGrpSpPr/>
        <p:nvPr/>
      </p:nvGrpSpPr>
      <p:grpSpPr>
        <a:xfrm>
          <a:off x="0" y="0"/>
          <a:ext cx="0" cy="0"/>
          <a:chOff x="0" y="0"/>
          <a:chExt cx="0" cy="0"/>
        </a:xfrm>
      </p:grpSpPr>
      <p:sp>
        <p:nvSpPr>
          <p:cNvPr id="5" name="Content Placeholder 2"/>
          <p:cNvSpPr>
            <a:spLocks noGrp="1"/>
          </p:cNvSpPr>
          <p:nvPr>
            <p:ph idx="1"/>
          </p:nvPr>
        </p:nvSpPr>
        <p:spPr>
          <a:xfrm>
            <a:off x="8212506" y="1419225"/>
            <a:ext cx="3376247" cy="4800600"/>
          </a:xfrm>
          <a:prstGeom prst="rect">
            <a:avLst/>
          </a:prstGeom>
        </p:spPr>
        <p:txBody>
          <a:bodyPr/>
          <a:lstStyle>
            <a:lvl1pPr marL="228600" indent="-228600">
              <a:buClr>
                <a:srgbClr val="B01C2E"/>
              </a:buClr>
              <a:buFont typeface="Wingdings 2" pitchFamily="18" charset="2"/>
              <a:buChar char=""/>
              <a:defRPr sz="1100"/>
            </a:lvl1pPr>
            <a:lvl2pPr marL="457200" indent="-228600">
              <a:buClr>
                <a:srgbClr val="B01C2E"/>
              </a:buClr>
              <a:buSzPct val="125000"/>
              <a:buFont typeface="Arial" pitchFamily="34" charset="0"/>
              <a:buChar char="•"/>
              <a:defRPr sz="1100"/>
            </a:lvl2pPr>
            <a:lvl3pPr marL="685800">
              <a:buClr>
                <a:srgbClr val="B01C2E"/>
              </a:buClr>
              <a:buFont typeface="Arial" pitchFamily="34" charset="0"/>
              <a:buChar char="–"/>
              <a:defRPr sz="1100"/>
            </a:lvl3pPr>
            <a:lvl4pPr marL="914400">
              <a:buClr>
                <a:srgbClr val="B01C2E"/>
              </a:buClr>
              <a:buFont typeface="Arial" pitchFamily="34" charset="0"/>
              <a:buChar char="–"/>
              <a:defRPr sz="1100"/>
            </a:lvl4pPr>
            <a:lvl5pPr marL="1143000">
              <a:buClr>
                <a:srgbClr val="B01C2E"/>
              </a:buClr>
              <a:buFont typeface="Arial" pitchFamily="34" charset="0"/>
              <a:buChar char="–"/>
              <a:defRPr sz="11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4" name="Slide Number Placeholder 9"/>
          <p:cNvSpPr>
            <a:spLocks noGrp="1"/>
          </p:cNvSpPr>
          <p:nvPr>
            <p:ph type="sldNum" sz="quarter" idx="10"/>
          </p:nvPr>
        </p:nvSpPr>
        <p:spPr/>
        <p:txBody>
          <a:bodyPr/>
          <a:lstStyle>
            <a:lvl1pPr>
              <a:defRPr/>
            </a:lvl1pPr>
          </a:lstStyle>
          <a:p>
            <a:fld id="{3B598768-D1F4-594C-B51E-99B1ED06033F}" type="slidenum">
              <a:rPr lang="en-US" altLang="en-US"/>
              <a:pPr/>
              <a:t>‹#›</a:t>
            </a:fld>
            <a:endParaRPr lang="en-US" altLang="en-US"/>
          </a:p>
        </p:txBody>
      </p:sp>
      <p:sp>
        <p:nvSpPr>
          <p:cNvPr id="6" name="Footer Placeholder 12"/>
          <p:cNvSpPr>
            <a:spLocks noGrp="1"/>
          </p:cNvSpPr>
          <p:nvPr>
            <p:ph type="ftr" sz="quarter" idx="11"/>
          </p:nvPr>
        </p:nvSpPr>
        <p:spPr/>
        <p:txBody>
          <a:bodyPr/>
          <a:lstStyle>
            <a:lvl1pPr>
              <a:defRPr/>
            </a:lvl1pPr>
          </a:lstStyle>
          <a:p>
            <a:pPr>
              <a:defRPr/>
            </a:pPr>
            <a:r>
              <a:rPr lang="en-US"/>
              <a:t>Preferred Stock</a:t>
            </a:r>
          </a:p>
        </p:txBody>
      </p:sp>
    </p:spTree>
    <p:extLst>
      <p:ext uri="{BB962C8B-B14F-4D97-AF65-F5344CB8AC3E}">
        <p14:creationId xmlns:p14="http://schemas.microsoft.com/office/powerpoint/2010/main" val="946923664"/>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Left Callout">
    <p:spTree>
      <p:nvGrpSpPr>
        <p:cNvPr id="1" name=""/>
        <p:cNvGrpSpPr/>
        <p:nvPr/>
      </p:nvGrpSpPr>
      <p:grpSpPr>
        <a:xfrm>
          <a:off x="0" y="0"/>
          <a:ext cx="0" cy="0"/>
          <a:chOff x="0" y="0"/>
          <a:chExt cx="0" cy="0"/>
        </a:xfrm>
      </p:grpSpPr>
      <p:sp>
        <p:nvSpPr>
          <p:cNvPr id="5" name="Content Placeholder 2"/>
          <p:cNvSpPr>
            <a:spLocks noGrp="1"/>
          </p:cNvSpPr>
          <p:nvPr>
            <p:ph idx="1"/>
          </p:nvPr>
        </p:nvSpPr>
        <p:spPr>
          <a:xfrm>
            <a:off x="4766735" y="1419225"/>
            <a:ext cx="6815667" cy="4706938"/>
          </a:xfrm>
          <a:prstGeom prst="rect">
            <a:avLst/>
          </a:prstGeom>
        </p:spPr>
        <p:txBody>
          <a:bodyPr/>
          <a:lstStyle>
            <a:lvl1pPr marL="228600" indent="-228600">
              <a:buClr>
                <a:srgbClr val="B01C2E"/>
              </a:buClr>
              <a:buFont typeface="Wingdings 2" pitchFamily="18" charset="2"/>
              <a:buChar char=""/>
              <a:defRPr sz="1200"/>
            </a:lvl1pPr>
            <a:lvl2pPr marL="457200" indent="-228600">
              <a:buClr>
                <a:srgbClr val="B01C2E"/>
              </a:buClr>
              <a:buSzPct val="125000"/>
              <a:buFont typeface="Arial" pitchFamily="34" charset="0"/>
              <a:buChar char="•"/>
              <a:defRPr sz="1200"/>
            </a:lvl2pPr>
            <a:lvl3pPr marL="685800">
              <a:buClr>
                <a:srgbClr val="B01C2E"/>
              </a:buClr>
              <a:buFont typeface="Arial" pitchFamily="34" charset="0"/>
              <a:buChar char="–"/>
              <a:defRPr sz="1200"/>
            </a:lvl3pPr>
            <a:lvl4pPr marL="914400">
              <a:buClr>
                <a:srgbClr val="B01C2E"/>
              </a:buClr>
              <a:buFont typeface="Arial" pitchFamily="34" charset="0"/>
              <a:buChar char="–"/>
              <a:defRPr sz="1200"/>
            </a:lvl4pPr>
            <a:lvl5pPr marL="1143000">
              <a:buClr>
                <a:srgbClr val="B01C2E"/>
              </a:buClr>
              <a:buFont typeface="Arial" pitchFamily="34" charset="0"/>
              <a:buChar char="–"/>
              <a:defRPr sz="12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Text Placeholder 3"/>
          <p:cNvSpPr>
            <a:spLocks noGrp="1"/>
          </p:cNvSpPr>
          <p:nvPr>
            <p:ph type="body" sz="half" idx="2"/>
          </p:nvPr>
        </p:nvSpPr>
        <p:spPr>
          <a:xfrm>
            <a:off x="609601" y="1419226"/>
            <a:ext cx="3891064" cy="4706938"/>
          </a:xfrm>
          <a:prstGeom prst="rect">
            <a:avLst/>
          </a:prstGeom>
        </p:spPr>
        <p:txBody>
          <a:bodyPr/>
          <a:lstStyle>
            <a:lvl1pPr marL="0" indent="0">
              <a:buNone/>
              <a:defRPr sz="1200" i="1">
                <a:solidFill>
                  <a:srgbClr val="666666"/>
                </a:solidFill>
                <a:latin typeface="Times New Roman" pitchFamily="18" charset="0"/>
                <a:cs typeface="Times New Roman" pitchFamily="18" charset="0"/>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7"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8" name="Slide Number Placeholder 9"/>
          <p:cNvSpPr>
            <a:spLocks noGrp="1"/>
          </p:cNvSpPr>
          <p:nvPr>
            <p:ph type="sldNum" sz="quarter" idx="10"/>
          </p:nvPr>
        </p:nvSpPr>
        <p:spPr/>
        <p:txBody>
          <a:bodyPr/>
          <a:lstStyle>
            <a:lvl1pPr>
              <a:defRPr/>
            </a:lvl1pPr>
          </a:lstStyle>
          <a:p>
            <a:fld id="{219B113F-1BA8-CA4E-A6B3-92D1D8C0C887}" type="slidenum">
              <a:rPr lang="en-US" altLang="en-US"/>
              <a:pPr/>
              <a:t>‹#›</a:t>
            </a:fld>
            <a:endParaRPr lang="en-US" altLang="en-US"/>
          </a:p>
        </p:txBody>
      </p:sp>
      <p:sp>
        <p:nvSpPr>
          <p:cNvPr id="9" name="Footer Placeholder 12"/>
          <p:cNvSpPr>
            <a:spLocks noGrp="1"/>
          </p:cNvSpPr>
          <p:nvPr>
            <p:ph type="ftr" sz="quarter" idx="11"/>
          </p:nvPr>
        </p:nvSpPr>
        <p:spPr/>
        <p:txBody>
          <a:bodyPr/>
          <a:lstStyle>
            <a:lvl1pPr>
              <a:defRPr/>
            </a:lvl1pPr>
          </a:lstStyle>
          <a:p>
            <a:pPr>
              <a:defRPr/>
            </a:pPr>
            <a:r>
              <a:rPr lang="en-US"/>
              <a:t>Preferred Stock</a:t>
            </a:r>
          </a:p>
        </p:txBody>
      </p:sp>
    </p:spTree>
    <p:extLst>
      <p:ext uri="{BB962C8B-B14F-4D97-AF65-F5344CB8AC3E}">
        <p14:creationId xmlns:p14="http://schemas.microsoft.com/office/powerpoint/2010/main" val="650650468"/>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Right Callout">
    <p:spTree>
      <p:nvGrpSpPr>
        <p:cNvPr id="1" name=""/>
        <p:cNvGrpSpPr/>
        <p:nvPr/>
      </p:nvGrpSpPr>
      <p:grpSpPr>
        <a:xfrm>
          <a:off x="0" y="0"/>
          <a:ext cx="0" cy="0"/>
          <a:chOff x="0" y="0"/>
          <a:chExt cx="0" cy="0"/>
        </a:xfrm>
      </p:grpSpPr>
      <p:sp>
        <p:nvSpPr>
          <p:cNvPr id="5" name="Content Placeholder 2"/>
          <p:cNvSpPr>
            <a:spLocks noGrp="1"/>
          </p:cNvSpPr>
          <p:nvPr>
            <p:ph idx="1"/>
          </p:nvPr>
        </p:nvSpPr>
        <p:spPr>
          <a:xfrm>
            <a:off x="609601" y="1419225"/>
            <a:ext cx="6815667" cy="4706938"/>
          </a:xfrm>
          <a:prstGeom prst="rect">
            <a:avLst/>
          </a:prstGeom>
        </p:spPr>
        <p:txBody>
          <a:bodyPr/>
          <a:lstStyle>
            <a:lvl1pPr marL="228600" indent="-228600">
              <a:buClr>
                <a:srgbClr val="B01C2E"/>
              </a:buClr>
              <a:buFont typeface="Wingdings 2" pitchFamily="18" charset="2"/>
              <a:buChar char=""/>
              <a:defRPr sz="1200"/>
            </a:lvl1pPr>
            <a:lvl2pPr marL="457200" indent="-228600">
              <a:buClr>
                <a:srgbClr val="B01C2E"/>
              </a:buClr>
              <a:buSzPct val="125000"/>
              <a:buFont typeface="Arial" pitchFamily="34" charset="0"/>
              <a:buChar char="•"/>
              <a:defRPr sz="1200"/>
            </a:lvl2pPr>
            <a:lvl3pPr marL="685800">
              <a:buClr>
                <a:srgbClr val="B01C2E"/>
              </a:buClr>
              <a:buFont typeface="Arial" pitchFamily="34" charset="0"/>
              <a:buChar char="–"/>
              <a:defRPr sz="1200"/>
            </a:lvl3pPr>
            <a:lvl4pPr marL="914400">
              <a:buClr>
                <a:srgbClr val="B01C2E"/>
              </a:buClr>
              <a:buFont typeface="Arial" pitchFamily="34" charset="0"/>
              <a:buChar char="–"/>
              <a:defRPr sz="1200"/>
            </a:lvl4pPr>
            <a:lvl5pPr marL="1143000">
              <a:buClr>
                <a:srgbClr val="B01C2E"/>
              </a:buClr>
              <a:buFont typeface="Arial" pitchFamily="34" charset="0"/>
              <a:buChar char="–"/>
              <a:defRPr sz="12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Text Placeholder 3"/>
          <p:cNvSpPr>
            <a:spLocks noGrp="1"/>
          </p:cNvSpPr>
          <p:nvPr>
            <p:ph type="body" sz="half" idx="2"/>
          </p:nvPr>
        </p:nvSpPr>
        <p:spPr>
          <a:xfrm>
            <a:off x="7697687" y="1419226"/>
            <a:ext cx="3891064" cy="4706938"/>
          </a:xfrm>
          <a:prstGeom prst="rect">
            <a:avLst/>
          </a:prstGeom>
        </p:spPr>
        <p:txBody>
          <a:bodyPr/>
          <a:lstStyle>
            <a:lvl1pPr marL="0" indent="0">
              <a:buNone/>
              <a:defRPr sz="1200" i="1">
                <a:solidFill>
                  <a:srgbClr val="666666"/>
                </a:solidFill>
                <a:latin typeface="Times New Roman" pitchFamily="18" charset="0"/>
                <a:cs typeface="Times New Roman" pitchFamily="18" charset="0"/>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7"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8" name="Slide Number Placeholder 9"/>
          <p:cNvSpPr>
            <a:spLocks noGrp="1"/>
          </p:cNvSpPr>
          <p:nvPr>
            <p:ph type="sldNum" sz="quarter" idx="10"/>
          </p:nvPr>
        </p:nvSpPr>
        <p:spPr/>
        <p:txBody>
          <a:bodyPr/>
          <a:lstStyle>
            <a:lvl1pPr>
              <a:defRPr/>
            </a:lvl1pPr>
          </a:lstStyle>
          <a:p>
            <a:fld id="{524011BE-5C53-0E48-93A9-5E9857491FB1}" type="slidenum">
              <a:rPr lang="en-US" altLang="en-US"/>
              <a:pPr/>
              <a:t>‹#›</a:t>
            </a:fld>
            <a:endParaRPr lang="en-US" altLang="en-US"/>
          </a:p>
        </p:txBody>
      </p:sp>
      <p:sp>
        <p:nvSpPr>
          <p:cNvPr id="9" name="Footer Placeholder 12"/>
          <p:cNvSpPr>
            <a:spLocks noGrp="1"/>
          </p:cNvSpPr>
          <p:nvPr>
            <p:ph type="ftr" sz="quarter" idx="11"/>
          </p:nvPr>
        </p:nvSpPr>
        <p:spPr/>
        <p:txBody>
          <a:bodyPr/>
          <a:lstStyle>
            <a:lvl1pPr>
              <a:defRPr/>
            </a:lvl1pPr>
          </a:lstStyle>
          <a:p>
            <a:pPr>
              <a:defRPr/>
            </a:pPr>
            <a:r>
              <a:rPr lang="en-US"/>
              <a:t>Preferred Stock</a:t>
            </a:r>
          </a:p>
        </p:txBody>
      </p:sp>
    </p:spTree>
    <p:extLst>
      <p:ext uri="{BB962C8B-B14F-4D97-AF65-F5344CB8AC3E}">
        <p14:creationId xmlns:p14="http://schemas.microsoft.com/office/powerpoint/2010/main" val="891282951"/>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Attorney Bio">
    <p:spTree>
      <p:nvGrpSpPr>
        <p:cNvPr id="1" name=""/>
        <p:cNvGrpSpPr/>
        <p:nvPr/>
      </p:nvGrpSpPr>
      <p:grpSpPr>
        <a:xfrm>
          <a:off x="0" y="0"/>
          <a:ext cx="0" cy="0"/>
          <a:chOff x="0" y="0"/>
          <a:chExt cx="0" cy="0"/>
        </a:xfrm>
      </p:grpSpPr>
      <p:sp>
        <p:nvSpPr>
          <p:cNvPr id="12" name="Line 22"/>
          <p:cNvSpPr>
            <a:spLocks noChangeShapeType="1"/>
          </p:cNvSpPr>
          <p:nvPr/>
        </p:nvSpPr>
        <p:spPr bwMode="auto">
          <a:xfrm>
            <a:off x="2768600" y="2667000"/>
            <a:ext cx="8839200" cy="0"/>
          </a:xfrm>
          <a:prstGeom prst="line">
            <a:avLst/>
          </a:prstGeom>
          <a:noFill/>
          <a:ln w="6350">
            <a:solidFill>
              <a:schemeClr val="tx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3" name="TextBox 13"/>
          <p:cNvSpPr txBox="1">
            <a:spLocks noChangeArrowheads="1"/>
          </p:cNvSpPr>
          <p:nvPr userDrawn="1"/>
        </p:nvSpPr>
        <p:spPr bwMode="auto">
          <a:xfrm>
            <a:off x="2755900" y="1108076"/>
            <a:ext cx="4267200" cy="2460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a:spAutoFit/>
          </a:bodyPr>
          <a:lstStyle>
            <a:lvl1pPr>
              <a:defRPr>
                <a:solidFill>
                  <a:schemeClr val="tx1"/>
                </a:solidFill>
                <a:latin typeface="Calibri" pitchFamily="34" charset="0"/>
              </a:defRPr>
            </a:lvl1pPr>
            <a:lvl2pPr marL="742950" indent="-285750">
              <a:defRPr>
                <a:solidFill>
                  <a:schemeClr val="tx1"/>
                </a:solidFill>
                <a:latin typeface="Calibri" pitchFamily="34" charset="0"/>
              </a:defRPr>
            </a:lvl2pPr>
            <a:lvl3pPr marL="1143000" indent="-228600">
              <a:defRPr>
                <a:solidFill>
                  <a:schemeClr val="tx1"/>
                </a:solidFill>
                <a:latin typeface="Calibri" pitchFamily="34" charset="0"/>
              </a:defRPr>
            </a:lvl3pPr>
            <a:lvl4pPr marL="1600200" indent="-228600">
              <a:defRPr>
                <a:solidFill>
                  <a:schemeClr val="tx1"/>
                </a:solidFill>
                <a:latin typeface="Calibri" pitchFamily="34" charset="0"/>
              </a:defRPr>
            </a:lvl4pPr>
            <a:lvl5pPr marL="2057400" indent="-228600">
              <a:defRPr>
                <a:solidFill>
                  <a:schemeClr val="tx1"/>
                </a:solidFill>
                <a:latin typeface="Calibri" pitchFamily="34" charset="0"/>
              </a:defRPr>
            </a:lvl5pPr>
            <a:lvl6pPr marL="2514600" indent="-228600" fontAlgn="base">
              <a:spcBef>
                <a:spcPct val="0"/>
              </a:spcBef>
              <a:spcAft>
                <a:spcPct val="0"/>
              </a:spcAft>
              <a:defRPr>
                <a:solidFill>
                  <a:schemeClr val="tx1"/>
                </a:solidFill>
                <a:latin typeface="Calibri" pitchFamily="34" charset="0"/>
              </a:defRPr>
            </a:lvl6pPr>
            <a:lvl7pPr marL="2971800" indent="-228600" fontAlgn="base">
              <a:spcBef>
                <a:spcPct val="0"/>
              </a:spcBef>
              <a:spcAft>
                <a:spcPct val="0"/>
              </a:spcAft>
              <a:defRPr>
                <a:solidFill>
                  <a:schemeClr val="tx1"/>
                </a:solidFill>
                <a:latin typeface="Calibri" pitchFamily="34" charset="0"/>
              </a:defRPr>
            </a:lvl7pPr>
            <a:lvl8pPr marL="3429000" indent="-228600" fontAlgn="base">
              <a:spcBef>
                <a:spcPct val="0"/>
              </a:spcBef>
              <a:spcAft>
                <a:spcPct val="0"/>
              </a:spcAft>
              <a:defRPr>
                <a:solidFill>
                  <a:schemeClr val="tx1"/>
                </a:solidFill>
                <a:latin typeface="Calibri" pitchFamily="34" charset="0"/>
              </a:defRPr>
            </a:lvl8pPr>
            <a:lvl9pPr marL="3886200" indent="-228600" fontAlgn="base">
              <a:spcBef>
                <a:spcPct val="0"/>
              </a:spcBef>
              <a:spcAft>
                <a:spcPct val="0"/>
              </a:spcAft>
              <a:defRPr>
                <a:solidFill>
                  <a:schemeClr val="tx1"/>
                </a:solidFill>
                <a:latin typeface="Calibri" pitchFamily="34" charset="0"/>
              </a:defRPr>
            </a:lvl9pPr>
          </a:lstStyle>
          <a:p>
            <a:pPr>
              <a:defRPr/>
            </a:pPr>
            <a:r>
              <a:rPr lang="en-US" sz="1000" b="1">
                <a:solidFill>
                  <a:srgbClr val="B01C2E"/>
                </a:solidFill>
                <a:latin typeface="Arial" charset="0"/>
                <a:ea typeface="+mn-ea"/>
              </a:rPr>
              <a:t>Specialization</a:t>
            </a:r>
          </a:p>
        </p:txBody>
      </p:sp>
      <p:sp>
        <p:nvSpPr>
          <p:cNvPr id="14" name="TextBox 14"/>
          <p:cNvSpPr txBox="1">
            <a:spLocks noChangeArrowheads="1"/>
          </p:cNvSpPr>
          <p:nvPr userDrawn="1"/>
        </p:nvSpPr>
        <p:spPr bwMode="auto">
          <a:xfrm>
            <a:off x="7340600" y="1108076"/>
            <a:ext cx="4267200" cy="2460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a:spAutoFit/>
          </a:bodyPr>
          <a:lstStyle>
            <a:lvl1pPr>
              <a:defRPr>
                <a:solidFill>
                  <a:schemeClr val="tx1"/>
                </a:solidFill>
                <a:latin typeface="Calibri" pitchFamily="34" charset="0"/>
              </a:defRPr>
            </a:lvl1pPr>
            <a:lvl2pPr marL="742950" indent="-285750">
              <a:defRPr>
                <a:solidFill>
                  <a:schemeClr val="tx1"/>
                </a:solidFill>
                <a:latin typeface="Calibri" pitchFamily="34" charset="0"/>
              </a:defRPr>
            </a:lvl2pPr>
            <a:lvl3pPr marL="1143000" indent="-228600">
              <a:defRPr>
                <a:solidFill>
                  <a:schemeClr val="tx1"/>
                </a:solidFill>
                <a:latin typeface="Calibri" pitchFamily="34" charset="0"/>
              </a:defRPr>
            </a:lvl3pPr>
            <a:lvl4pPr marL="1600200" indent="-228600">
              <a:defRPr>
                <a:solidFill>
                  <a:schemeClr val="tx1"/>
                </a:solidFill>
                <a:latin typeface="Calibri" pitchFamily="34" charset="0"/>
              </a:defRPr>
            </a:lvl4pPr>
            <a:lvl5pPr marL="2057400" indent="-228600">
              <a:defRPr>
                <a:solidFill>
                  <a:schemeClr val="tx1"/>
                </a:solidFill>
                <a:latin typeface="Calibri" pitchFamily="34" charset="0"/>
              </a:defRPr>
            </a:lvl5pPr>
            <a:lvl6pPr marL="2514600" indent="-228600" fontAlgn="base">
              <a:spcBef>
                <a:spcPct val="0"/>
              </a:spcBef>
              <a:spcAft>
                <a:spcPct val="0"/>
              </a:spcAft>
              <a:defRPr>
                <a:solidFill>
                  <a:schemeClr val="tx1"/>
                </a:solidFill>
                <a:latin typeface="Calibri" pitchFamily="34" charset="0"/>
              </a:defRPr>
            </a:lvl6pPr>
            <a:lvl7pPr marL="2971800" indent="-228600" fontAlgn="base">
              <a:spcBef>
                <a:spcPct val="0"/>
              </a:spcBef>
              <a:spcAft>
                <a:spcPct val="0"/>
              </a:spcAft>
              <a:defRPr>
                <a:solidFill>
                  <a:schemeClr val="tx1"/>
                </a:solidFill>
                <a:latin typeface="Calibri" pitchFamily="34" charset="0"/>
              </a:defRPr>
            </a:lvl7pPr>
            <a:lvl8pPr marL="3429000" indent="-228600" fontAlgn="base">
              <a:spcBef>
                <a:spcPct val="0"/>
              </a:spcBef>
              <a:spcAft>
                <a:spcPct val="0"/>
              </a:spcAft>
              <a:defRPr>
                <a:solidFill>
                  <a:schemeClr val="tx1"/>
                </a:solidFill>
                <a:latin typeface="Calibri" pitchFamily="34" charset="0"/>
              </a:defRPr>
            </a:lvl8pPr>
            <a:lvl9pPr marL="3886200" indent="-228600" fontAlgn="base">
              <a:spcBef>
                <a:spcPct val="0"/>
              </a:spcBef>
              <a:spcAft>
                <a:spcPct val="0"/>
              </a:spcAft>
              <a:defRPr>
                <a:solidFill>
                  <a:schemeClr val="tx1"/>
                </a:solidFill>
                <a:latin typeface="Calibri" pitchFamily="34" charset="0"/>
              </a:defRPr>
            </a:lvl9pPr>
          </a:lstStyle>
          <a:p>
            <a:pPr>
              <a:defRPr/>
            </a:pPr>
            <a:r>
              <a:rPr lang="en-US" sz="1000" b="1">
                <a:solidFill>
                  <a:srgbClr val="B01C2E"/>
                </a:solidFill>
                <a:latin typeface="Arial" charset="0"/>
                <a:ea typeface="+mn-ea"/>
              </a:rPr>
              <a:t>Education</a:t>
            </a:r>
          </a:p>
        </p:txBody>
      </p:sp>
      <p:sp>
        <p:nvSpPr>
          <p:cNvPr id="17" name="Text Placeholder 16"/>
          <p:cNvSpPr>
            <a:spLocks noGrp="1"/>
          </p:cNvSpPr>
          <p:nvPr>
            <p:ph type="body" sz="quarter" idx="17"/>
          </p:nvPr>
        </p:nvSpPr>
        <p:spPr>
          <a:xfrm>
            <a:off x="2756408" y="2743200"/>
            <a:ext cx="8851392" cy="3429000"/>
          </a:xfrm>
          <a:prstGeom prst="rect">
            <a:avLst/>
          </a:prstGeom>
          <a:ln>
            <a:noFill/>
          </a:ln>
        </p:spPr>
        <p:txBody>
          <a:bodyPr lIns="27432" anchor="t"/>
          <a:lstStyle>
            <a:lvl1pPr marL="0" indent="0" algn="l">
              <a:lnSpc>
                <a:spcPts val="1200"/>
              </a:lnSpc>
              <a:spcBef>
                <a:spcPts val="0"/>
              </a:spcBef>
              <a:spcAft>
                <a:spcPts val="600"/>
              </a:spcAft>
              <a:buFont typeface="Arial" pitchFamily="34" charset="0"/>
              <a:buChar char=" "/>
              <a:defRPr sz="1000" b="0" baseline="0">
                <a:latin typeface="+mn-lt"/>
              </a:defRPr>
            </a:lvl1pPr>
            <a:lvl2pPr marL="0" indent="0">
              <a:lnSpc>
                <a:spcPts val="1200"/>
              </a:lnSpc>
              <a:spcBef>
                <a:spcPts val="0"/>
              </a:spcBef>
              <a:spcAft>
                <a:spcPts val="1200"/>
              </a:spcAft>
              <a:buFont typeface="Arial" pitchFamily="34" charset="0"/>
              <a:buChar char=" "/>
              <a:defRPr sz="1000" b="1" baseline="0">
                <a:solidFill>
                  <a:srgbClr val="666666"/>
                </a:solidFill>
                <a:latin typeface="Arial" pitchFamily="34" charset="0"/>
              </a:defRPr>
            </a:lvl2pPr>
            <a:lvl3pPr marL="228600" indent="-228600">
              <a:buClr>
                <a:srgbClr val="B01C2E"/>
              </a:buClr>
              <a:buFont typeface="Wingdings 2" pitchFamily="18" charset="2"/>
              <a:buChar char="¡"/>
              <a:defRPr sz="1000" baseline="0">
                <a:latin typeface="Arial" pitchFamily="34" charset="0"/>
              </a:defRPr>
            </a:lvl3pPr>
            <a:lvl4pPr marL="457200" indent="-228600">
              <a:buClr>
                <a:srgbClr val="B01C2E"/>
              </a:buClr>
              <a:buFont typeface="Arial" pitchFamily="34" charset="0"/>
              <a:buChar char="–"/>
              <a:defRPr sz="1000" baseline="0">
                <a:latin typeface="Arial" pitchFamily="34" charset="0"/>
              </a:defRPr>
            </a:lvl4pPr>
            <a:lvl5pPr marL="685800" indent="-228600">
              <a:buClr>
                <a:srgbClr val="B01C2E"/>
              </a:buClr>
              <a:buFont typeface="Arial" pitchFamily="34" charset="0"/>
              <a:buChar char="–"/>
              <a:defRPr sz="1000" baseline="0">
                <a:latin typeface="Arial"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baseline="0"/>
            </a:lvl1pPr>
          </a:lstStyle>
          <a:p>
            <a:pPr lvl="0"/>
            <a:r>
              <a:rPr lang="en-US"/>
              <a:t>Click to edit Master title style</a:t>
            </a:r>
            <a:endParaRPr lang="en-US" dirty="0"/>
          </a:p>
        </p:txBody>
      </p:sp>
      <p:sp>
        <p:nvSpPr>
          <p:cNvPr id="18" name="Picture Placeholder 9"/>
          <p:cNvSpPr>
            <a:spLocks noGrp="1"/>
          </p:cNvSpPr>
          <p:nvPr>
            <p:ph type="pic" sz="quarter" idx="13"/>
          </p:nvPr>
        </p:nvSpPr>
        <p:spPr>
          <a:xfrm>
            <a:off x="607483" y="1108074"/>
            <a:ext cx="1560576" cy="1563624"/>
          </a:xfrm>
          <a:prstGeom prst="rect">
            <a:avLst/>
          </a:prstGeom>
        </p:spPr>
        <p:txBody>
          <a:bodyPr/>
          <a:lstStyle>
            <a:lvl1pPr>
              <a:buFont typeface="Wingdings 2" pitchFamily="18" charset="2"/>
              <a:buChar char=""/>
              <a:defRPr lang="en-US" sz="1600" kern="1200" noProof="0" dirty="0">
                <a:solidFill>
                  <a:schemeClr val="tx1"/>
                </a:solidFill>
                <a:latin typeface="+mn-lt"/>
                <a:ea typeface="+mn-ea"/>
                <a:cs typeface="+mn-cs"/>
              </a:defRPr>
            </a:lvl1pPr>
          </a:lstStyle>
          <a:p>
            <a:pPr lvl="0"/>
            <a:r>
              <a:rPr lang="en-US" noProof="0"/>
              <a:t>Drag picture to placeholder or click icon to add</a:t>
            </a:r>
          </a:p>
        </p:txBody>
      </p:sp>
      <p:sp>
        <p:nvSpPr>
          <p:cNvPr id="22" name="Text Placeholder 7"/>
          <p:cNvSpPr>
            <a:spLocks noGrp="1"/>
          </p:cNvSpPr>
          <p:nvPr>
            <p:ph type="body" sz="quarter" idx="12"/>
          </p:nvPr>
        </p:nvSpPr>
        <p:spPr>
          <a:xfrm>
            <a:off x="607487" y="2722996"/>
            <a:ext cx="2034116" cy="553604"/>
          </a:xfrm>
          <a:prstGeom prst="rect">
            <a:avLst/>
          </a:prstGeom>
        </p:spPr>
        <p:txBody>
          <a:bodyPr lIns="0"/>
          <a:lstStyle>
            <a:lvl1pPr marL="0" indent="0">
              <a:lnSpc>
                <a:spcPts val="1000"/>
              </a:lnSpc>
              <a:buNone/>
              <a:defRPr sz="1000" b="0" baseline="0"/>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p:txBody>
      </p:sp>
      <p:sp>
        <p:nvSpPr>
          <p:cNvPr id="40" name="Text Placeholder 12"/>
          <p:cNvSpPr>
            <a:spLocks noGrp="1"/>
          </p:cNvSpPr>
          <p:nvPr>
            <p:ph type="body" sz="quarter" idx="37"/>
          </p:nvPr>
        </p:nvSpPr>
        <p:spPr>
          <a:xfrm>
            <a:off x="7340600" y="2144554"/>
            <a:ext cx="4267200" cy="246888"/>
          </a:xfrm>
          <a:prstGeom prst="rect">
            <a:avLst/>
          </a:prstGeom>
          <a:ln w="6350">
            <a:noFill/>
          </a:ln>
        </p:spPr>
        <p:txBody>
          <a:bodyPr lIns="27432" tIns="45720" rIns="45720" bIns="45720" anchor="t" anchorCtr="0"/>
          <a:lstStyle>
            <a:lvl1pPr marL="171450" indent="-171450">
              <a:buClr>
                <a:srgbClr val="B01C2E"/>
              </a:buClr>
              <a:buFont typeface="Wingdings 2" pitchFamily="18" charset="2"/>
              <a:buNone/>
              <a:defRPr sz="1000" b="1" baseline="0">
                <a:solidFill>
                  <a:srgbClr val="B01C2E"/>
                </a:solidFill>
              </a:defRPr>
            </a:lvl1pPr>
            <a:lvl2pPr marL="118872" indent="-118872">
              <a:buClr>
                <a:srgbClr val="B01C2E"/>
              </a:buClr>
              <a:buFont typeface="Wingdings 2" pitchFamily="18" charset="2"/>
              <a:buNone/>
              <a:defRPr sz="1000" b="1" baseline="0">
                <a:solidFill>
                  <a:srgbClr val="B01C2E"/>
                </a:solidFill>
              </a:defRPr>
            </a:lvl2pPr>
            <a:lvl3pPr marL="0" indent="-118872" algn="l" defTabSz="914400" rtl="0" eaLnBrk="1" latinLnBrk="0" hangingPunct="1">
              <a:lnSpc>
                <a:spcPct val="95000"/>
              </a:lnSpc>
              <a:spcBef>
                <a:spcPts val="0"/>
              </a:spcBef>
              <a:spcAft>
                <a:spcPts val="240"/>
              </a:spcAft>
              <a:buClr>
                <a:srgbClr val="B01C2E"/>
              </a:buClr>
              <a:buFont typeface="Wingdings 2" pitchFamily="18" charset="2"/>
              <a:buNone/>
              <a:defRPr lang="en-US" sz="1000" b="1" kern="1200" baseline="0" dirty="0" smtClean="0">
                <a:solidFill>
                  <a:srgbClr val="B01C2E"/>
                </a:solidFill>
                <a:latin typeface="+mn-lt"/>
                <a:ea typeface="+mn-ea"/>
                <a:cs typeface="+mn-cs"/>
              </a:defRPr>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42" name="Text Placeholder 12"/>
          <p:cNvSpPr>
            <a:spLocks noGrp="1"/>
          </p:cNvSpPr>
          <p:nvPr>
            <p:ph type="body" sz="quarter" idx="39"/>
          </p:nvPr>
        </p:nvSpPr>
        <p:spPr>
          <a:xfrm>
            <a:off x="2756408" y="2144554"/>
            <a:ext cx="4267200" cy="246888"/>
          </a:xfrm>
          <a:prstGeom prst="rect">
            <a:avLst/>
          </a:prstGeom>
          <a:ln w="6350">
            <a:noFill/>
          </a:ln>
        </p:spPr>
        <p:txBody>
          <a:bodyPr lIns="27432" tIns="45720" rIns="45720" bIns="45720" anchor="t" anchorCtr="0"/>
          <a:lstStyle>
            <a:lvl1pPr marL="171450" indent="-171450">
              <a:buClr>
                <a:srgbClr val="B01C2E"/>
              </a:buClr>
              <a:buFont typeface="Wingdings 2" pitchFamily="18" charset="2"/>
              <a:buNone/>
              <a:defRPr sz="1000" b="1" baseline="0">
                <a:solidFill>
                  <a:srgbClr val="B01C2E"/>
                </a:solidFill>
              </a:defRPr>
            </a:lvl1pPr>
            <a:lvl2pPr marL="118872" indent="-118872">
              <a:buClr>
                <a:srgbClr val="B01C2E"/>
              </a:buClr>
              <a:buFont typeface="Wingdings 2" pitchFamily="18" charset="2"/>
              <a:buNone/>
              <a:defRPr sz="1000" b="1" baseline="0">
                <a:solidFill>
                  <a:srgbClr val="B01C2E"/>
                </a:solidFill>
              </a:defRPr>
            </a:lvl2pPr>
            <a:lvl3pPr marL="0" indent="-118872" algn="l" defTabSz="914400" rtl="0" eaLnBrk="1" latinLnBrk="0" hangingPunct="1">
              <a:lnSpc>
                <a:spcPct val="95000"/>
              </a:lnSpc>
              <a:spcBef>
                <a:spcPts val="0"/>
              </a:spcBef>
              <a:spcAft>
                <a:spcPts val="240"/>
              </a:spcAft>
              <a:buClr>
                <a:srgbClr val="B01C2E"/>
              </a:buClr>
              <a:buFont typeface="Wingdings 2" pitchFamily="18" charset="2"/>
              <a:buNone/>
              <a:defRPr lang="en-US" sz="1000" b="1" kern="1200" baseline="0" dirty="0" smtClean="0">
                <a:solidFill>
                  <a:srgbClr val="B01C2E"/>
                </a:solidFill>
                <a:latin typeface="+mn-lt"/>
                <a:ea typeface="+mn-ea"/>
                <a:cs typeface="+mn-cs"/>
              </a:defRPr>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44" name="Text Placeholder 16"/>
          <p:cNvSpPr>
            <a:spLocks noGrp="1"/>
          </p:cNvSpPr>
          <p:nvPr>
            <p:ph type="body" sz="quarter" idx="41"/>
          </p:nvPr>
        </p:nvSpPr>
        <p:spPr>
          <a:xfrm>
            <a:off x="2756408" y="2308860"/>
            <a:ext cx="4267200" cy="347472"/>
          </a:xfrm>
          <a:prstGeom prst="rect">
            <a:avLst/>
          </a:prstGeom>
          <a:ln>
            <a:noFill/>
          </a:ln>
        </p:spPr>
        <p:txBody>
          <a:bodyPr lIns="27432" anchor="t"/>
          <a:lstStyle>
            <a:lvl1pPr marL="0" indent="0" algn="l">
              <a:lnSpc>
                <a:spcPct val="95000"/>
              </a:lnSpc>
              <a:spcBef>
                <a:spcPts val="0"/>
              </a:spcBef>
              <a:spcAft>
                <a:spcPts val="240"/>
              </a:spcAft>
              <a:buNone/>
              <a:defRPr sz="1000" b="0" baseline="0">
                <a:latin typeface="+mn-lt"/>
              </a:defRPr>
            </a:lvl1pPr>
            <a:lvl2pPr>
              <a:defRPr sz="1200" baseline="0">
                <a:latin typeface="Arial" pitchFamily="34" charset="0"/>
              </a:defRPr>
            </a:lvl2pPr>
            <a:lvl3pPr>
              <a:defRPr sz="1200" baseline="0">
                <a:latin typeface="Arial" pitchFamily="34" charset="0"/>
              </a:defRPr>
            </a:lvl3pPr>
            <a:lvl4pPr>
              <a:defRPr sz="1200" baseline="0">
                <a:latin typeface="Arial" pitchFamily="34" charset="0"/>
              </a:defRPr>
            </a:lvl4pPr>
            <a:lvl5pPr>
              <a:defRPr sz="1200" baseline="0">
                <a:latin typeface="Arial" pitchFamily="34" charset="0"/>
              </a:defRPr>
            </a:lvl5pPr>
          </a:lstStyle>
          <a:p>
            <a:pPr lvl="0"/>
            <a:r>
              <a:rPr lang="en-US"/>
              <a:t>Click to edit Master text styles</a:t>
            </a:r>
          </a:p>
        </p:txBody>
      </p:sp>
      <p:sp>
        <p:nvSpPr>
          <p:cNvPr id="46" name="Text Placeholder 16"/>
          <p:cNvSpPr>
            <a:spLocks noGrp="1"/>
          </p:cNvSpPr>
          <p:nvPr>
            <p:ph type="body" sz="quarter" idx="42"/>
          </p:nvPr>
        </p:nvSpPr>
        <p:spPr>
          <a:xfrm>
            <a:off x="7340600" y="2308860"/>
            <a:ext cx="4267200" cy="347472"/>
          </a:xfrm>
          <a:prstGeom prst="rect">
            <a:avLst/>
          </a:prstGeom>
          <a:ln>
            <a:noFill/>
          </a:ln>
        </p:spPr>
        <p:txBody>
          <a:bodyPr lIns="27432" anchor="t"/>
          <a:lstStyle>
            <a:lvl1pPr marL="0" indent="0" algn="l">
              <a:lnSpc>
                <a:spcPct val="95000"/>
              </a:lnSpc>
              <a:spcBef>
                <a:spcPts val="0"/>
              </a:spcBef>
              <a:spcAft>
                <a:spcPts val="240"/>
              </a:spcAft>
              <a:buNone/>
              <a:defRPr sz="1000" b="0" baseline="0">
                <a:latin typeface="+mn-lt"/>
              </a:defRPr>
            </a:lvl1pPr>
            <a:lvl2pPr>
              <a:defRPr sz="1200" baseline="0">
                <a:latin typeface="Arial" pitchFamily="34" charset="0"/>
              </a:defRPr>
            </a:lvl2pPr>
            <a:lvl3pPr>
              <a:defRPr sz="1200" baseline="0">
                <a:latin typeface="Arial" pitchFamily="34" charset="0"/>
              </a:defRPr>
            </a:lvl3pPr>
            <a:lvl4pPr>
              <a:defRPr sz="1200" baseline="0">
                <a:latin typeface="Arial" pitchFamily="34" charset="0"/>
              </a:defRPr>
            </a:lvl4pPr>
            <a:lvl5pPr>
              <a:defRPr sz="1200" baseline="0">
                <a:latin typeface="Arial" pitchFamily="34" charset="0"/>
              </a:defRPr>
            </a:lvl5pPr>
          </a:lstStyle>
          <a:p>
            <a:pPr lvl="0"/>
            <a:r>
              <a:rPr lang="en-US"/>
              <a:t>Click to edit Master text styles</a:t>
            </a:r>
          </a:p>
        </p:txBody>
      </p:sp>
      <p:sp>
        <p:nvSpPr>
          <p:cNvPr id="47" name="Text Placeholder 19"/>
          <p:cNvSpPr>
            <a:spLocks noGrp="1"/>
          </p:cNvSpPr>
          <p:nvPr>
            <p:ph type="body" sz="quarter" idx="29"/>
          </p:nvPr>
        </p:nvSpPr>
        <p:spPr>
          <a:xfrm>
            <a:off x="2756408" y="1295400"/>
            <a:ext cx="4267200" cy="822960"/>
          </a:xfrm>
          <a:prstGeom prst="rect">
            <a:avLst/>
          </a:prstGeom>
          <a:solidFill>
            <a:srgbClr val="FFFFFF"/>
          </a:solidFill>
          <a:ln>
            <a:noFill/>
          </a:ln>
        </p:spPr>
        <p:txBody>
          <a:bodyPr wrap="square" lIns="27432" tIns="45720" rIns="45720" bIns="45720" anchor="t">
            <a:noAutofit/>
          </a:bodyPr>
          <a:lstStyle>
            <a:lvl1pPr marL="118872" indent="-118872">
              <a:lnSpc>
                <a:spcPct val="95000"/>
              </a:lnSpc>
              <a:spcBef>
                <a:spcPts val="0"/>
              </a:spcBef>
              <a:spcAft>
                <a:spcPts val="200"/>
              </a:spcAft>
              <a:buClr>
                <a:schemeClr val="accent1"/>
              </a:buClr>
              <a:buFont typeface="Wingdings 2" pitchFamily="18" charset="2"/>
              <a:buChar char=""/>
              <a:defRPr sz="1000" baseline="0">
                <a:solidFill>
                  <a:schemeClr val="tx1"/>
                </a:solidFill>
              </a:defRPr>
            </a:lvl1pPr>
            <a:lvl2pPr marL="118872" indent="-118872">
              <a:lnSpc>
                <a:spcPct val="95000"/>
              </a:lnSpc>
              <a:spcBef>
                <a:spcPts val="0"/>
              </a:spcBef>
              <a:spcAft>
                <a:spcPts val="200"/>
              </a:spcAft>
              <a:buClr>
                <a:srgbClr val="B01C2E"/>
              </a:buClr>
              <a:buFont typeface="NSimSun" pitchFamily="49" charset="-122"/>
              <a:buChar char=" "/>
              <a:defRPr sz="1000" baseline="0"/>
            </a:lvl2pPr>
            <a:lvl3pPr marL="118872" indent="-118872">
              <a:lnSpc>
                <a:spcPct val="95000"/>
              </a:lnSpc>
              <a:spcBef>
                <a:spcPts val="0"/>
              </a:spcBef>
              <a:spcAft>
                <a:spcPts val="200"/>
              </a:spcAft>
              <a:buClr>
                <a:srgbClr val="B01C2E"/>
              </a:buClr>
              <a:buFont typeface="Wingdings 2" pitchFamily="18" charset="2"/>
              <a:buChar char="¡"/>
              <a:defRPr sz="1000"/>
            </a:lvl3pPr>
          </a:lstStyle>
          <a:p>
            <a:pPr lvl="0"/>
            <a:r>
              <a:rPr lang="en-US"/>
              <a:t>Click to edit Master text styles</a:t>
            </a:r>
          </a:p>
        </p:txBody>
      </p:sp>
      <p:sp>
        <p:nvSpPr>
          <p:cNvPr id="48" name="Text Placeholder 19"/>
          <p:cNvSpPr>
            <a:spLocks noGrp="1"/>
          </p:cNvSpPr>
          <p:nvPr>
            <p:ph type="body" sz="quarter" idx="43"/>
          </p:nvPr>
        </p:nvSpPr>
        <p:spPr>
          <a:xfrm>
            <a:off x="7340600" y="1295400"/>
            <a:ext cx="4267200" cy="822960"/>
          </a:xfrm>
          <a:prstGeom prst="rect">
            <a:avLst/>
          </a:prstGeom>
          <a:solidFill>
            <a:srgbClr val="FFFFFF"/>
          </a:solidFill>
          <a:ln>
            <a:noFill/>
          </a:ln>
        </p:spPr>
        <p:txBody>
          <a:bodyPr wrap="square" lIns="27432" tIns="45720" rIns="45720" bIns="45720" anchor="t">
            <a:noAutofit/>
          </a:bodyPr>
          <a:lstStyle>
            <a:lvl1pPr marL="118872" indent="-118872">
              <a:lnSpc>
                <a:spcPct val="95000"/>
              </a:lnSpc>
              <a:spcBef>
                <a:spcPts val="0"/>
              </a:spcBef>
              <a:spcAft>
                <a:spcPts val="200"/>
              </a:spcAft>
              <a:buClr>
                <a:schemeClr val="accent1"/>
              </a:buClr>
              <a:buFont typeface="Wingdings 2" pitchFamily="18" charset="2"/>
              <a:buChar char=""/>
              <a:defRPr sz="1000" baseline="0">
                <a:solidFill>
                  <a:schemeClr val="tx1"/>
                </a:solidFill>
              </a:defRPr>
            </a:lvl1pPr>
            <a:lvl2pPr marL="118872" indent="-118872">
              <a:lnSpc>
                <a:spcPct val="95000"/>
              </a:lnSpc>
              <a:spcBef>
                <a:spcPts val="0"/>
              </a:spcBef>
              <a:spcAft>
                <a:spcPts val="200"/>
              </a:spcAft>
              <a:buClr>
                <a:srgbClr val="B01C2E"/>
              </a:buClr>
              <a:buFont typeface="Arial" pitchFamily="34" charset="0"/>
              <a:buChar char=" "/>
              <a:defRPr sz="1000" baseline="0"/>
            </a:lvl2pPr>
            <a:lvl3pPr marL="118872" indent="-118872">
              <a:lnSpc>
                <a:spcPct val="95000"/>
              </a:lnSpc>
              <a:spcBef>
                <a:spcPts val="0"/>
              </a:spcBef>
              <a:spcAft>
                <a:spcPts val="200"/>
              </a:spcAft>
              <a:buClr>
                <a:srgbClr val="B01C2E"/>
              </a:buClr>
              <a:buFont typeface="Wingdings 2" pitchFamily="18" charset="2"/>
              <a:buChar char="¡"/>
              <a:defRPr sz="1000"/>
            </a:lvl3pPr>
          </a:lstStyle>
          <a:p>
            <a:pPr lvl="0"/>
            <a:r>
              <a:rPr lang="en-US"/>
              <a:t>Click to edit Master text styles</a:t>
            </a:r>
          </a:p>
        </p:txBody>
      </p:sp>
      <p:sp>
        <p:nvSpPr>
          <p:cNvPr id="15" name="Slide Number Placeholder 9"/>
          <p:cNvSpPr>
            <a:spLocks noGrp="1"/>
          </p:cNvSpPr>
          <p:nvPr>
            <p:ph type="sldNum" sz="quarter" idx="44"/>
          </p:nvPr>
        </p:nvSpPr>
        <p:spPr/>
        <p:txBody>
          <a:bodyPr/>
          <a:lstStyle>
            <a:lvl1pPr>
              <a:defRPr/>
            </a:lvl1pPr>
          </a:lstStyle>
          <a:p>
            <a:fld id="{3D17329F-BDC0-3444-A6CB-5CFB4AFF00F8}" type="slidenum">
              <a:rPr lang="en-US" altLang="en-US"/>
              <a:pPr/>
              <a:t>‹#›</a:t>
            </a:fld>
            <a:endParaRPr lang="en-US" altLang="en-US"/>
          </a:p>
        </p:txBody>
      </p:sp>
      <p:sp>
        <p:nvSpPr>
          <p:cNvPr id="16" name="Footer Placeholder 15"/>
          <p:cNvSpPr>
            <a:spLocks noGrp="1"/>
          </p:cNvSpPr>
          <p:nvPr>
            <p:ph type="ftr" sz="quarter" idx="45"/>
          </p:nvPr>
        </p:nvSpPr>
        <p:spPr/>
        <p:txBody>
          <a:bodyPr/>
          <a:lstStyle>
            <a:lvl1pPr>
              <a:defRPr smtClean="0"/>
            </a:lvl1pPr>
          </a:lstStyle>
          <a:p>
            <a:pPr>
              <a:defRPr/>
            </a:pPr>
            <a:r>
              <a:rPr lang="en-US"/>
              <a:t>Preferred Stock</a:t>
            </a:r>
          </a:p>
        </p:txBody>
      </p:sp>
    </p:spTree>
    <p:extLst>
      <p:ext uri="{BB962C8B-B14F-4D97-AF65-F5344CB8AC3E}">
        <p14:creationId xmlns:p14="http://schemas.microsoft.com/office/powerpoint/2010/main" val="2113669410"/>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The Team with Pictures">
    <p:spTree>
      <p:nvGrpSpPr>
        <p:cNvPr id="1" name=""/>
        <p:cNvGrpSpPr/>
        <p:nvPr/>
      </p:nvGrpSpPr>
      <p:grpSpPr>
        <a:xfrm>
          <a:off x="0" y="0"/>
          <a:ext cx="0" cy="0"/>
          <a:chOff x="0" y="0"/>
          <a:chExt cx="0" cy="0"/>
        </a:xfrm>
      </p:grpSpPr>
      <p:sp>
        <p:nvSpPr>
          <p:cNvPr id="5" name="Text Placeholder 7"/>
          <p:cNvSpPr>
            <a:spLocks noGrp="1"/>
          </p:cNvSpPr>
          <p:nvPr>
            <p:ph type="body" sz="quarter" idx="12"/>
          </p:nvPr>
        </p:nvSpPr>
        <p:spPr>
          <a:xfrm>
            <a:off x="769315" y="2982769"/>
            <a:ext cx="1904615" cy="934604"/>
          </a:xfrm>
          <a:prstGeom prst="rect">
            <a:avLst/>
          </a:prstGeom>
        </p:spPr>
        <p:txBody>
          <a:bodyPr/>
          <a:lstStyle>
            <a:lvl1pPr marL="0" indent="0">
              <a:lnSpc>
                <a:spcPts val="1000"/>
              </a:lnSpc>
              <a:buNone/>
              <a:defRPr sz="1000" b="1" baseline="0"/>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6" name="Picture Placeholder 9"/>
          <p:cNvSpPr>
            <a:spLocks noGrp="1"/>
          </p:cNvSpPr>
          <p:nvPr>
            <p:ph type="pic" sz="quarter" idx="13"/>
          </p:nvPr>
        </p:nvSpPr>
        <p:spPr>
          <a:xfrm>
            <a:off x="769313" y="1589234"/>
            <a:ext cx="1426633" cy="1330325"/>
          </a:xfrm>
          <a:prstGeom prst="rect">
            <a:avLst/>
          </a:prstGeom>
        </p:spPr>
        <p:txBody>
          <a:bodyPr/>
          <a:lstStyle>
            <a:lvl1pPr>
              <a:buFont typeface="Wingdings 2" pitchFamily="18" charset="2"/>
              <a:buChar char=""/>
              <a:defRPr lang="en-US" sz="1600" kern="1200" noProof="0" dirty="0">
                <a:solidFill>
                  <a:schemeClr val="tx1"/>
                </a:solidFill>
                <a:latin typeface="+mn-lt"/>
                <a:ea typeface="+mn-ea"/>
                <a:cs typeface="+mn-cs"/>
              </a:defRPr>
            </a:lvl1pPr>
          </a:lstStyle>
          <a:p>
            <a:pPr lvl="0"/>
            <a:r>
              <a:rPr lang="en-US" noProof="0"/>
              <a:t>Drag picture to placeholder or click icon to add</a:t>
            </a:r>
          </a:p>
        </p:txBody>
      </p:sp>
      <p:sp>
        <p:nvSpPr>
          <p:cNvPr id="7" name="Text Placeholder 11"/>
          <p:cNvSpPr>
            <a:spLocks noGrp="1"/>
          </p:cNvSpPr>
          <p:nvPr>
            <p:ph type="body" sz="quarter" idx="14"/>
          </p:nvPr>
        </p:nvSpPr>
        <p:spPr>
          <a:xfrm>
            <a:off x="623842" y="1246188"/>
            <a:ext cx="10917767" cy="228600"/>
          </a:xfrm>
          <a:prstGeom prst="rect">
            <a:avLst/>
          </a:prstGeom>
        </p:spPr>
        <p:txBody>
          <a:bodyPr/>
          <a:lstStyle>
            <a:lvl1pPr>
              <a:buFontTx/>
              <a:buNone/>
              <a:defRPr sz="1200" b="1" cap="all" baseline="0">
                <a:solidFill>
                  <a:srgbClr val="C00000"/>
                </a:solidFill>
              </a:defRPr>
            </a:lvl1pPr>
          </a:lstStyle>
          <a:p>
            <a:pPr lvl="0"/>
            <a:r>
              <a:rPr lang="en-US"/>
              <a:t>Click to edit Master text styles</a:t>
            </a:r>
          </a:p>
        </p:txBody>
      </p:sp>
      <p:sp>
        <p:nvSpPr>
          <p:cNvPr id="8" name="Text Placeholder 7"/>
          <p:cNvSpPr>
            <a:spLocks noGrp="1"/>
          </p:cNvSpPr>
          <p:nvPr>
            <p:ph type="body" sz="quarter" idx="15"/>
          </p:nvPr>
        </p:nvSpPr>
        <p:spPr>
          <a:xfrm>
            <a:off x="2930625" y="2982769"/>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spcBef>
                <a:spcPts val="0"/>
              </a:spcBef>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9" name="Picture Placeholder 9"/>
          <p:cNvSpPr>
            <a:spLocks noGrp="1"/>
          </p:cNvSpPr>
          <p:nvPr>
            <p:ph type="pic" sz="quarter" idx="16"/>
          </p:nvPr>
        </p:nvSpPr>
        <p:spPr>
          <a:xfrm>
            <a:off x="2930622" y="1589234"/>
            <a:ext cx="1426633" cy="1330325"/>
          </a:xfrm>
          <a:prstGeom prst="rect">
            <a:avLst/>
          </a:prstGeom>
        </p:spPr>
        <p:txBody>
          <a:bodyPr/>
          <a:lstStyle>
            <a:lvl1pPr>
              <a:buFont typeface="Wingdings 2" pitchFamily="18" charset="2"/>
              <a:buChar char=""/>
              <a:defRPr lang="en-US" sz="1600" kern="1200" noProof="0">
                <a:solidFill>
                  <a:schemeClr val="tx1"/>
                </a:solidFill>
                <a:latin typeface="+mn-lt"/>
                <a:ea typeface="+mn-ea"/>
                <a:cs typeface="+mn-cs"/>
              </a:defRPr>
            </a:lvl1pPr>
          </a:lstStyle>
          <a:p>
            <a:pPr lvl="0"/>
            <a:r>
              <a:rPr lang="en-US" noProof="0"/>
              <a:t>Drag picture to placeholder or click icon to add</a:t>
            </a:r>
          </a:p>
        </p:txBody>
      </p:sp>
      <p:sp>
        <p:nvSpPr>
          <p:cNvPr id="10" name="Text Placeholder 7"/>
          <p:cNvSpPr>
            <a:spLocks noGrp="1"/>
          </p:cNvSpPr>
          <p:nvPr>
            <p:ph type="body" sz="quarter" idx="17"/>
          </p:nvPr>
        </p:nvSpPr>
        <p:spPr>
          <a:xfrm>
            <a:off x="5133498" y="2982769"/>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1" name="Picture Placeholder 9"/>
          <p:cNvSpPr>
            <a:spLocks noGrp="1"/>
          </p:cNvSpPr>
          <p:nvPr>
            <p:ph type="pic" sz="quarter" idx="18"/>
          </p:nvPr>
        </p:nvSpPr>
        <p:spPr>
          <a:xfrm>
            <a:off x="5133498" y="1589234"/>
            <a:ext cx="1426633" cy="1330325"/>
          </a:xfrm>
          <a:prstGeom prst="rect">
            <a:avLst/>
          </a:prstGeom>
        </p:spPr>
        <p:txBody>
          <a:bodyPr/>
          <a:lstStyle>
            <a:lvl1pPr>
              <a:buFont typeface="Wingdings 2" pitchFamily="18" charset="2"/>
              <a:buChar char=""/>
              <a:defRPr lang="en-US" sz="1600" kern="1200" noProof="0" dirty="0">
                <a:solidFill>
                  <a:schemeClr val="tx1"/>
                </a:solidFill>
                <a:latin typeface="+mn-lt"/>
                <a:ea typeface="+mn-ea"/>
                <a:cs typeface="+mn-cs"/>
              </a:defRPr>
            </a:lvl1pPr>
          </a:lstStyle>
          <a:p>
            <a:pPr lvl="0"/>
            <a:r>
              <a:rPr lang="en-US" noProof="0"/>
              <a:t>Drag picture to placeholder or click icon to add</a:t>
            </a:r>
          </a:p>
        </p:txBody>
      </p:sp>
      <p:sp>
        <p:nvSpPr>
          <p:cNvPr id="12" name="Text Placeholder 7"/>
          <p:cNvSpPr>
            <a:spLocks noGrp="1"/>
          </p:cNvSpPr>
          <p:nvPr>
            <p:ph type="body" sz="quarter" idx="19"/>
          </p:nvPr>
        </p:nvSpPr>
        <p:spPr>
          <a:xfrm>
            <a:off x="7322517" y="2982769"/>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3" name="Picture Placeholder 9"/>
          <p:cNvSpPr>
            <a:spLocks noGrp="1"/>
          </p:cNvSpPr>
          <p:nvPr>
            <p:ph type="pic" sz="quarter" idx="21"/>
          </p:nvPr>
        </p:nvSpPr>
        <p:spPr>
          <a:xfrm>
            <a:off x="7322514" y="1589234"/>
            <a:ext cx="1426633" cy="1330325"/>
          </a:xfrm>
          <a:prstGeom prst="rect">
            <a:avLst/>
          </a:prstGeom>
        </p:spPr>
        <p:txBody>
          <a:bodyPr/>
          <a:lstStyle>
            <a:lvl1pPr>
              <a:defRPr lang="en-US" sz="1600" kern="1200" noProof="0" dirty="0">
                <a:solidFill>
                  <a:schemeClr val="tx1"/>
                </a:solidFill>
                <a:latin typeface="+mn-lt"/>
                <a:ea typeface="+mn-ea"/>
                <a:cs typeface="+mn-cs"/>
              </a:defRPr>
            </a:lvl1pPr>
          </a:lstStyle>
          <a:p>
            <a:pPr lvl="0"/>
            <a:r>
              <a:rPr lang="en-US" noProof="0"/>
              <a:t>Drag picture to placeholder or click icon to add</a:t>
            </a:r>
          </a:p>
        </p:txBody>
      </p:sp>
      <p:sp>
        <p:nvSpPr>
          <p:cNvPr id="14" name="Text Placeholder 7"/>
          <p:cNvSpPr>
            <a:spLocks noGrp="1"/>
          </p:cNvSpPr>
          <p:nvPr>
            <p:ph type="body" sz="quarter" idx="22"/>
          </p:nvPr>
        </p:nvSpPr>
        <p:spPr>
          <a:xfrm>
            <a:off x="9525389" y="2982769"/>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5" name="Picture Placeholder 9"/>
          <p:cNvSpPr>
            <a:spLocks noGrp="1"/>
          </p:cNvSpPr>
          <p:nvPr>
            <p:ph type="pic" sz="quarter" idx="23"/>
          </p:nvPr>
        </p:nvSpPr>
        <p:spPr>
          <a:xfrm>
            <a:off x="9525389" y="1589234"/>
            <a:ext cx="1426633" cy="1330325"/>
          </a:xfrm>
          <a:prstGeom prst="rect">
            <a:avLst/>
          </a:prstGeom>
        </p:spPr>
        <p:txBody>
          <a:bodyPr/>
          <a:lstStyle>
            <a:lvl1pPr>
              <a:defRPr lang="en-US" sz="1600" kern="1200" noProof="0" dirty="0">
                <a:solidFill>
                  <a:schemeClr val="tx1"/>
                </a:solidFill>
                <a:latin typeface="+mn-lt"/>
                <a:ea typeface="+mn-ea"/>
                <a:cs typeface="+mn-cs"/>
              </a:defRPr>
            </a:lvl1pPr>
          </a:lstStyle>
          <a:p>
            <a:pPr lvl="0"/>
            <a:r>
              <a:rPr lang="en-US" noProof="0"/>
              <a:t>Drag picture to placeholder or click icon to add</a:t>
            </a:r>
          </a:p>
        </p:txBody>
      </p:sp>
      <p:sp>
        <p:nvSpPr>
          <p:cNvPr id="16" name="Text Placeholder 7"/>
          <p:cNvSpPr>
            <a:spLocks noGrp="1"/>
          </p:cNvSpPr>
          <p:nvPr>
            <p:ph type="body" sz="quarter" idx="24"/>
          </p:nvPr>
        </p:nvSpPr>
        <p:spPr>
          <a:xfrm>
            <a:off x="769315" y="5320723"/>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7" name="Picture Placeholder 9"/>
          <p:cNvSpPr>
            <a:spLocks noGrp="1"/>
          </p:cNvSpPr>
          <p:nvPr>
            <p:ph type="pic" sz="quarter" idx="25"/>
          </p:nvPr>
        </p:nvSpPr>
        <p:spPr>
          <a:xfrm>
            <a:off x="769313" y="3927187"/>
            <a:ext cx="1426633" cy="1330325"/>
          </a:xfrm>
          <a:prstGeom prst="rect">
            <a:avLst/>
          </a:prstGeom>
        </p:spPr>
        <p:txBody>
          <a:bodyPr/>
          <a:lstStyle>
            <a:lvl1pPr>
              <a:defRPr lang="en-US" sz="1600" kern="1200" noProof="0" dirty="0">
                <a:solidFill>
                  <a:schemeClr val="tx1"/>
                </a:solidFill>
                <a:latin typeface="+mn-lt"/>
                <a:ea typeface="+mn-ea"/>
                <a:cs typeface="+mn-cs"/>
              </a:defRPr>
            </a:lvl1pPr>
          </a:lstStyle>
          <a:p>
            <a:pPr lvl="0"/>
            <a:r>
              <a:rPr lang="en-US" noProof="0"/>
              <a:t>Drag picture to placeholder or click icon to add</a:t>
            </a:r>
          </a:p>
        </p:txBody>
      </p:sp>
      <p:sp>
        <p:nvSpPr>
          <p:cNvPr id="18" name="Text Placeholder 7"/>
          <p:cNvSpPr>
            <a:spLocks noGrp="1"/>
          </p:cNvSpPr>
          <p:nvPr>
            <p:ph type="body" sz="quarter" idx="26"/>
          </p:nvPr>
        </p:nvSpPr>
        <p:spPr>
          <a:xfrm>
            <a:off x="2930625" y="5320723"/>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spcBef>
                <a:spcPts val="0"/>
              </a:spcBef>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9" name="Picture Placeholder 9"/>
          <p:cNvSpPr>
            <a:spLocks noGrp="1"/>
          </p:cNvSpPr>
          <p:nvPr>
            <p:ph type="pic" sz="quarter" idx="27"/>
          </p:nvPr>
        </p:nvSpPr>
        <p:spPr>
          <a:xfrm>
            <a:off x="2930622" y="3927187"/>
            <a:ext cx="1426633" cy="1330325"/>
          </a:xfrm>
          <a:prstGeom prst="rect">
            <a:avLst/>
          </a:prstGeom>
        </p:spPr>
        <p:txBody>
          <a:bodyPr/>
          <a:lstStyle>
            <a:lvl1pPr>
              <a:defRPr lang="en-US" sz="1600" kern="1200" noProof="0" dirty="0">
                <a:solidFill>
                  <a:schemeClr val="tx1"/>
                </a:solidFill>
                <a:latin typeface="+mn-lt"/>
                <a:ea typeface="+mn-ea"/>
                <a:cs typeface="+mn-cs"/>
              </a:defRPr>
            </a:lvl1pPr>
          </a:lstStyle>
          <a:p>
            <a:pPr lvl="0"/>
            <a:r>
              <a:rPr lang="en-US" noProof="0"/>
              <a:t>Drag picture to placeholder or click icon to add</a:t>
            </a:r>
          </a:p>
        </p:txBody>
      </p:sp>
      <p:sp>
        <p:nvSpPr>
          <p:cNvPr id="20" name="Text Placeholder 7"/>
          <p:cNvSpPr>
            <a:spLocks noGrp="1"/>
          </p:cNvSpPr>
          <p:nvPr>
            <p:ph type="body" sz="quarter" idx="28"/>
          </p:nvPr>
        </p:nvSpPr>
        <p:spPr>
          <a:xfrm>
            <a:off x="5133498" y="5320723"/>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21" name="Picture Placeholder 9"/>
          <p:cNvSpPr>
            <a:spLocks noGrp="1"/>
          </p:cNvSpPr>
          <p:nvPr>
            <p:ph type="pic" sz="quarter" idx="29"/>
          </p:nvPr>
        </p:nvSpPr>
        <p:spPr>
          <a:xfrm>
            <a:off x="5133498" y="3927187"/>
            <a:ext cx="1426633" cy="1330325"/>
          </a:xfrm>
          <a:prstGeom prst="rect">
            <a:avLst/>
          </a:prstGeom>
        </p:spPr>
        <p:txBody>
          <a:bodyPr/>
          <a:lstStyle>
            <a:lvl1pPr>
              <a:defRPr lang="en-US" sz="1600" kern="1200" noProof="0" dirty="0">
                <a:solidFill>
                  <a:schemeClr val="tx1"/>
                </a:solidFill>
                <a:latin typeface="+mn-lt"/>
                <a:ea typeface="+mn-ea"/>
                <a:cs typeface="+mn-cs"/>
              </a:defRPr>
            </a:lvl1pPr>
          </a:lstStyle>
          <a:p>
            <a:pPr lvl="0"/>
            <a:r>
              <a:rPr lang="en-US" noProof="0"/>
              <a:t>Drag picture to placeholder or click icon to add</a:t>
            </a:r>
          </a:p>
        </p:txBody>
      </p:sp>
      <p:sp>
        <p:nvSpPr>
          <p:cNvPr id="22" name="Text Placeholder 7"/>
          <p:cNvSpPr>
            <a:spLocks noGrp="1"/>
          </p:cNvSpPr>
          <p:nvPr>
            <p:ph type="body" sz="quarter" idx="30"/>
          </p:nvPr>
        </p:nvSpPr>
        <p:spPr>
          <a:xfrm>
            <a:off x="7322517" y="5320723"/>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23" name="Picture Placeholder 9"/>
          <p:cNvSpPr>
            <a:spLocks noGrp="1"/>
          </p:cNvSpPr>
          <p:nvPr>
            <p:ph type="pic" sz="quarter" idx="31"/>
          </p:nvPr>
        </p:nvSpPr>
        <p:spPr>
          <a:xfrm>
            <a:off x="7322514" y="3927187"/>
            <a:ext cx="1426633" cy="1330325"/>
          </a:xfrm>
          <a:prstGeom prst="rect">
            <a:avLst/>
          </a:prstGeom>
        </p:spPr>
        <p:txBody>
          <a:bodyPr/>
          <a:lstStyle>
            <a:lvl1pPr>
              <a:defRPr lang="en-US" sz="1600" kern="1200" noProof="0" dirty="0">
                <a:solidFill>
                  <a:schemeClr val="tx1"/>
                </a:solidFill>
                <a:latin typeface="+mn-lt"/>
                <a:ea typeface="+mn-ea"/>
                <a:cs typeface="+mn-cs"/>
              </a:defRPr>
            </a:lvl1pPr>
          </a:lstStyle>
          <a:p>
            <a:pPr lvl="0"/>
            <a:r>
              <a:rPr lang="en-US" noProof="0"/>
              <a:t>Drag picture to placeholder or click icon to add</a:t>
            </a:r>
          </a:p>
        </p:txBody>
      </p:sp>
      <p:sp>
        <p:nvSpPr>
          <p:cNvPr id="24" name="Text Placeholder 7"/>
          <p:cNvSpPr>
            <a:spLocks noGrp="1"/>
          </p:cNvSpPr>
          <p:nvPr>
            <p:ph type="body" sz="quarter" idx="32"/>
          </p:nvPr>
        </p:nvSpPr>
        <p:spPr>
          <a:xfrm>
            <a:off x="9525389" y="5320723"/>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25" name="Picture Placeholder 9"/>
          <p:cNvSpPr>
            <a:spLocks noGrp="1"/>
          </p:cNvSpPr>
          <p:nvPr>
            <p:ph type="pic" sz="quarter" idx="33"/>
          </p:nvPr>
        </p:nvSpPr>
        <p:spPr>
          <a:xfrm>
            <a:off x="9525389" y="3962401"/>
            <a:ext cx="1426633" cy="1330325"/>
          </a:xfrm>
          <a:prstGeom prst="rect">
            <a:avLst/>
          </a:prstGeom>
        </p:spPr>
        <p:txBody>
          <a:bodyPr/>
          <a:lstStyle>
            <a:lvl1pPr>
              <a:defRPr lang="en-US" sz="1600" kern="1200" noProof="0" dirty="0">
                <a:solidFill>
                  <a:schemeClr val="tx1"/>
                </a:solidFill>
                <a:latin typeface="+mn-lt"/>
                <a:ea typeface="+mn-ea"/>
                <a:cs typeface="+mn-cs"/>
              </a:defRPr>
            </a:lvl1pPr>
            <a:lvl2pPr>
              <a:defRPr lang="en-US" sz="1600" kern="1200" noProof="0" dirty="0">
                <a:solidFill>
                  <a:schemeClr val="tx1"/>
                </a:solidFill>
                <a:latin typeface="+mn-lt"/>
                <a:ea typeface="+mn-ea"/>
                <a:cs typeface="+mn-cs"/>
              </a:defRPr>
            </a:lvl2pPr>
          </a:lstStyle>
          <a:p>
            <a:pPr lvl="0"/>
            <a:r>
              <a:rPr lang="en-US" noProof="0"/>
              <a:t>Drag picture to placeholder or click icon to add</a:t>
            </a:r>
          </a:p>
        </p:txBody>
      </p:sp>
      <p:sp>
        <p:nvSpPr>
          <p:cNvPr id="26"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27" name="Slide Number Placeholder 9"/>
          <p:cNvSpPr>
            <a:spLocks noGrp="1"/>
          </p:cNvSpPr>
          <p:nvPr>
            <p:ph type="sldNum" sz="quarter" idx="34"/>
          </p:nvPr>
        </p:nvSpPr>
        <p:spPr/>
        <p:txBody>
          <a:bodyPr/>
          <a:lstStyle>
            <a:lvl1pPr>
              <a:defRPr/>
            </a:lvl1pPr>
          </a:lstStyle>
          <a:p>
            <a:fld id="{516D5A61-1BB2-3C40-A809-0A00CE29D5F0}" type="slidenum">
              <a:rPr lang="en-US" altLang="en-US"/>
              <a:pPr/>
              <a:t>‹#›</a:t>
            </a:fld>
            <a:endParaRPr lang="en-US" altLang="en-US"/>
          </a:p>
        </p:txBody>
      </p:sp>
      <p:sp>
        <p:nvSpPr>
          <p:cNvPr id="28" name="Footer Placeholder 12"/>
          <p:cNvSpPr>
            <a:spLocks noGrp="1"/>
          </p:cNvSpPr>
          <p:nvPr>
            <p:ph type="ftr" sz="quarter" idx="35"/>
          </p:nvPr>
        </p:nvSpPr>
        <p:spPr/>
        <p:txBody>
          <a:bodyPr/>
          <a:lstStyle>
            <a:lvl1pPr>
              <a:defRPr/>
            </a:lvl1pPr>
          </a:lstStyle>
          <a:p>
            <a:pPr>
              <a:defRPr/>
            </a:pPr>
            <a:r>
              <a:rPr lang="en-US"/>
              <a:t>Preferred Stock</a:t>
            </a:r>
          </a:p>
        </p:txBody>
      </p:sp>
    </p:spTree>
    <p:extLst>
      <p:ext uri="{BB962C8B-B14F-4D97-AF65-F5344CB8AC3E}">
        <p14:creationId xmlns:p14="http://schemas.microsoft.com/office/powerpoint/2010/main" val="122988937"/>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The Team - Full Page">
    <p:spTree>
      <p:nvGrpSpPr>
        <p:cNvPr id="1" name=""/>
        <p:cNvGrpSpPr/>
        <p:nvPr/>
      </p:nvGrpSpPr>
      <p:grpSpPr>
        <a:xfrm>
          <a:off x="0" y="0"/>
          <a:ext cx="0" cy="0"/>
          <a:chOff x="0" y="0"/>
          <a:chExt cx="0" cy="0"/>
        </a:xfrm>
      </p:grpSpPr>
      <p:sp>
        <p:nvSpPr>
          <p:cNvPr id="10" name="Text Box 12"/>
          <p:cNvSpPr txBox="1">
            <a:spLocks noChangeArrowheads="1"/>
          </p:cNvSpPr>
          <p:nvPr/>
        </p:nvSpPr>
        <p:spPr bwMode="auto">
          <a:xfrm>
            <a:off x="588433" y="1439863"/>
            <a:ext cx="11133667" cy="381000"/>
          </a:xfrm>
          <a:prstGeom prst="rect">
            <a:avLst/>
          </a:prstGeom>
          <a:noFill/>
          <a:ln w="9525">
            <a:noFill/>
            <a:miter lim="800000"/>
            <a:headEnd/>
            <a:tailEnd/>
          </a:ln>
          <a:effectLst/>
        </p:spPr>
        <p:txBody>
          <a:bodyPr wrap="none" lIns="0" tIns="0" rIns="0" bIns="0" anchor="b"/>
          <a:lstStyle/>
          <a:p>
            <a:pPr fontAlgn="auto">
              <a:spcBef>
                <a:spcPts val="0"/>
              </a:spcBef>
              <a:spcAft>
                <a:spcPts val="0"/>
              </a:spcAft>
              <a:defRPr/>
            </a:pPr>
            <a:r>
              <a:rPr lang="en-US" sz="1050" b="1">
                <a:solidFill>
                  <a:srgbClr val="C00000"/>
                </a:solidFill>
                <a:latin typeface="Arial" charset="0"/>
                <a:ea typeface="+mn-ea"/>
                <a:cs typeface="+mn-cs"/>
              </a:rPr>
              <a:t>PARTNERS</a:t>
            </a:r>
          </a:p>
        </p:txBody>
      </p:sp>
      <p:sp>
        <p:nvSpPr>
          <p:cNvPr id="11" name="Line 22"/>
          <p:cNvSpPr>
            <a:spLocks noChangeShapeType="1"/>
          </p:cNvSpPr>
          <p:nvPr/>
        </p:nvSpPr>
        <p:spPr bwMode="auto">
          <a:xfrm>
            <a:off x="584201" y="1897063"/>
            <a:ext cx="11137900" cy="0"/>
          </a:xfrm>
          <a:prstGeom prst="line">
            <a:avLst/>
          </a:prstGeom>
          <a:noFill/>
          <a:ln w="6350">
            <a:solidFill>
              <a:schemeClr val="tx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2" name="Text Box 23"/>
          <p:cNvSpPr txBox="1">
            <a:spLocks noChangeArrowheads="1"/>
          </p:cNvSpPr>
          <p:nvPr/>
        </p:nvSpPr>
        <p:spPr bwMode="auto">
          <a:xfrm>
            <a:off x="588433" y="3268663"/>
            <a:ext cx="11133667" cy="381000"/>
          </a:xfrm>
          <a:prstGeom prst="rect">
            <a:avLst/>
          </a:prstGeom>
          <a:noFill/>
          <a:ln w="9525">
            <a:noFill/>
            <a:miter lim="800000"/>
            <a:headEnd/>
            <a:tailEnd/>
          </a:ln>
          <a:effectLst/>
        </p:spPr>
        <p:txBody>
          <a:bodyPr wrap="none" lIns="0" tIns="0" rIns="0" bIns="0" anchor="b"/>
          <a:lstStyle/>
          <a:p>
            <a:pPr fontAlgn="auto">
              <a:spcBef>
                <a:spcPts val="0"/>
              </a:spcBef>
              <a:spcAft>
                <a:spcPts val="0"/>
              </a:spcAft>
              <a:defRPr/>
            </a:pPr>
            <a:r>
              <a:rPr lang="en-US" sz="1050" b="1">
                <a:solidFill>
                  <a:srgbClr val="C00000"/>
                </a:solidFill>
                <a:latin typeface="Arial" charset="0"/>
                <a:ea typeface="+mn-ea"/>
                <a:cs typeface="+mn-cs"/>
              </a:rPr>
              <a:t>ASSOCIATES</a:t>
            </a:r>
          </a:p>
        </p:txBody>
      </p:sp>
      <p:sp>
        <p:nvSpPr>
          <p:cNvPr id="13" name="Line 24"/>
          <p:cNvSpPr>
            <a:spLocks noChangeShapeType="1"/>
          </p:cNvSpPr>
          <p:nvPr/>
        </p:nvSpPr>
        <p:spPr bwMode="auto">
          <a:xfrm>
            <a:off x="584201" y="3725863"/>
            <a:ext cx="11137900" cy="0"/>
          </a:xfrm>
          <a:prstGeom prst="line">
            <a:avLst/>
          </a:prstGeom>
          <a:noFill/>
          <a:ln w="6350">
            <a:solidFill>
              <a:schemeClr val="tx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28" name="Text Placeholder 27"/>
          <p:cNvSpPr>
            <a:spLocks noGrp="1"/>
          </p:cNvSpPr>
          <p:nvPr>
            <p:ph type="body" sz="quarter" idx="10"/>
          </p:nvPr>
        </p:nvSpPr>
        <p:spPr>
          <a:xfrm>
            <a:off x="3478108" y="2019300"/>
            <a:ext cx="2438400" cy="731520"/>
          </a:xfrm>
          <a:prstGeom prst="rect">
            <a:avLst/>
          </a:prstGeom>
          <a:ln>
            <a:solidFill>
              <a:srgbClr val="666666"/>
            </a:solidFill>
          </a:ln>
        </p:spPr>
        <p:txBody>
          <a:bodyPr anchor="ctr"/>
          <a:lstStyle>
            <a:lvl1pPr marL="0" indent="0" algn="ctr">
              <a:buNone/>
              <a:defRPr sz="1200" b="1"/>
            </a:lvl1pPr>
          </a:lstStyle>
          <a:p>
            <a:pPr lvl="0"/>
            <a:r>
              <a:rPr lang="en-US"/>
              <a:t>Click to edit Master text styles</a:t>
            </a:r>
          </a:p>
        </p:txBody>
      </p:sp>
      <p:sp>
        <p:nvSpPr>
          <p:cNvPr id="32" name="Text Placeholder 31"/>
          <p:cNvSpPr>
            <a:spLocks noGrp="1"/>
          </p:cNvSpPr>
          <p:nvPr>
            <p:ph type="body" sz="quarter" idx="11"/>
          </p:nvPr>
        </p:nvSpPr>
        <p:spPr>
          <a:xfrm>
            <a:off x="6372015" y="2019300"/>
            <a:ext cx="2438400" cy="731520"/>
          </a:xfrm>
          <a:prstGeom prst="rect">
            <a:avLst/>
          </a:prstGeom>
          <a:ln>
            <a:solidFill>
              <a:srgbClr val="666666"/>
            </a:solidFill>
          </a:ln>
        </p:spPr>
        <p:txBody>
          <a:bodyPr anchor="ctr"/>
          <a:lstStyle>
            <a:lvl1pPr marL="0" indent="0" algn="ctr">
              <a:buNone/>
              <a:defRPr sz="1200" b="1"/>
            </a:lvl1pPr>
          </a:lstStyle>
          <a:p>
            <a:pPr lvl="0"/>
            <a:r>
              <a:rPr lang="en-US"/>
              <a:t>Click to edit Master text styles</a:t>
            </a:r>
          </a:p>
        </p:txBody>
      </p:sp>
      <p:sp>
        <p:nvSpPr>
          <p:cNvPr id="34" name="Text Placeholder 33"/>
          <p:cNvSpPr>
            <a:spLocks noGrp="1"/>
          </p:cNvSpPr>
          <p:nvPr>
            <p:ph type="body" sz="quarter" idx="12"/>
          </p:nvPr>
        </p:nvSpPr>
        <p:spPr>
          <a:xfrm>
            <a:off x="9265920" y="2019300"/>
            <a:ext cx="2438400" cy="731520"/>
          </a:xfrm>
          <a:prstGeom prst="rect">
            <a:avLst/>
          </a:prstGeom>
          <a:ln>
            <a:solidFill>
              <a:srgbClr val="666666"/>
            </a:solidFill>
          </a:ln>
        </p:spPr>
        <p:txBody>
          <a:bodyPr anchor="ctr"/>
          <a:lstStyle>
            <a:lvl1pPr marL="0" indent="0" algn="ctr">
              <a:buNone/>
              <a:defRPr sz="1200" b="1"/>
            </a:lvl1pPr>
          </a:lstStyle>
          <a:p>
            <a:pPr lvl="0"/>
            <a:r>
              <a:rPr lang="en-US"/>
              <a:t>Click to edit Master text styles</a:t>
            </a:r>
          </a:p>
        </p:txBody>
      </p:sp>
      <p:sp>
        <p:nvSpPr>
          <p:cNvPr id="17" name="Text Placeholder 16"/>
          <p:cNvSpPr>
            <a:spLocks noGrp="1"/>
          </p:cNvSpPr>
          <p:nvPr>
            <p:ph type="body" sz="quarter" idx="17"/>
          </p:nvPr>
        </p:nvSpPr>
        <p:spPr>
          <a:xfrm>
            <a:off x="1975104" y="3886200"/>
            <a:ext cx="3962400" cy="731520"/>
          </a:xfrm>
          <a:prstGeom prst="rect">
            <a:avLst/>
          </a:prstGeom>
          <a:ln>
            <a:solidFill>
              <a:srgbClr val="666666"/>
            </a:solidFill>
          </a:ln>
        </p:spPr>
        <p:txBody>
          <a:bodyPr anchor="ctr"/>
          <a:lstStyle>
            <a:lvl1pPr marL="0" indent="0" algn="ctr">
              <a:buNone/>
              <a:defRPr sz="1200" b="1" baseline="0">
                <a:latin typeface="+mn-lt"/>
              </a:defRPr>
            </a:lvl1pPr>
            <a:lvl2pPr>
              <a:defRPr sz="1200" baseline="0">
                <a:latin typeface="Arial" pitchFamily="34" charset="0"/>
              </a:defRPr>
            </a:lvl2pPr>
            <a:lvl3pPr>
              <a:defRPr sz="1200" baseline="0">
                <a:latin typeface="Arial" pitchFamily="34" charset="0"/>
              </a:defRPr>
            </a:lvl3pPr>
            <a:lvl4pPr>
              <a:defRPr sz="1200" baseline="0">
                <a:latin typeface="Arial" pitchFamily="34" charset="0"/>
              </a:defRPr>
            </a:lvl4pPr>
            <a:lvl5pPr>
              <a:defRPr sz="1200" baseline="0">
                <a:latin typeface="Arial" pitchFamily="34" charset="0"/>
              </a:defRPr>
            </a:lvl5pPr>
          </a:lstStyle>
          <a:p>
            <a:pPr lvl="0"/>
            <a:r>
              <a:rPr lang="en-US"/>
              <a:t>Click to edit Master text styles</a:t>
            </a:r>
          </a:p>
        </p:txBody>
      </p:sp>
      <p:sp>
        <p:nvSpPr>
          <p:cNvPr id="15" name="Text Placeholder 14"/>
          <p:cNvSpPr>
            <a:spLocks noGrp="1"/>
          </p:cNvSpPr>
          <p:nvPr>
            <p:ph type="body" sz="quarter" idx="18"/>
          </p:nvPr>
        </p:nvSpPr>
        <p:spPr>
          <a:xfrm>
            <a:off x="6299200" y="3886200"/>
            <a:ext cx="3962400" cy="731520"/>
          </a:xfrm>
          <a:prstGeom prst="rect">
            <a:avLst/>
          </a:prstGeom>
          <a:ln>
            <a:solidFill>
              <a:srgbClr val="666666"/>
            </a:solidFill>
          </a:ln>
        </p:spPr>
        <p:txBody>
          <a:bodyPr anchor="ctr"/>
          <a:lstStyle>
            <a:lvl1pPr marL="0" indent="0" algn="ctr">
              <a:buNone/>
              <a:defRPr sz="1200" b="1" baseline="0">
                <a:latin typeface="+mn-lt"/>
              </a:defRPr>
            </a:lvl1pPr>
            <a:lvl2pPr>
              <a:defRPr sz="1200" baseline="0">
                <a:latin typeface="Arial" pitchFamily="34" charset="0"/>
              </a:defRPr>
            </a:lvl2pPr>
            <a:lvl3pPr>
              <a:defRPr sz="1200" baseline="0">
                <a:latin typeface="Arial" pitchFamily="34" charset="0"/>
              </a:defRPr>
            </a:lvl3pPr>
            <a:lvl4pPr>
              <a:defRPr sz="1200" baseline="0">
                <a:latin typeface="Arial" pitchFamily="34" charset="0"/>
              </a:defRPr>
            </a:lvl4pPr>
            <a:lvl5pPr>
              <a:defRPr sz="1200" baseline="0">
                <a:latin typeface="Arial" pitchFamily="34" charset="0"/>
              </a:defRPr>
            </a:lvl5pPr>
          </a:lstStyle>
          <a:p>
            <a:pPr lvl="0"/>
            <a:r>
              <a:rPr lang="en-US"/>
              <a:t>Click to edit Master text styles</a:t>
            </a:r>
          </a:p>
        </p:txBody>
      </p:sp>
      <p:sp>
        <p:nvSpPr>
          <p:cNvPr id="19"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20" name="Text Placeholder 14"/>
          <p:cNvSpPr>
            <a:spLocks noGrp="1"/>
          </p:cNvSpPr>
          <p:nvPr>
            <p:ph type="body" sz="quarter" idx="19"/>
          </p:nvPr>
        </p:nvSpPr>
        <p:spPr>
          <a:xfrm>
            <a:off x="1975104" y="4800600"/>
            <a:ext cx="8290560" cy="548640"/>
          </a:xfrm>
          <a:prstGeom prst="rect">
            <a:avLst/>
          </a:prstGeom>
          <a:ln>
            <a:solidFill>
              <a:srgbClr val="666666"/>
            </a:solidFill>
          </a:ln>
        </p:spPr>
        <p:txBody>
          <a:bodyPr anchor="ctr"/>
          <a:lstStyle>
            <a:lvl1pPr marL="0" indent="0" algn="ctr">
              <a:buNone/>
              <a:defRPr sz="1200" b="1" baseline="0">
                <a:latin typeface="+mn-lt"/>
              </a:defRPr>
            </a:lvl1pPr>
            <a:lvl2pPr>
              <a:defRPr sz="1200" baseline="0">
                <a:latin typeface="Arial" pitchFamily="34" charset="0"/>
              </a:defRPr>
            </a:lvl2pPr>
            <a:lvl3pPr>
              <a:defRPr sz="1200" baseline="0">
                <a:latin typeface="Arial" pitchFamily="34" charset="0"/>
              </a:defRPr>
            </a:lvl3pPr>
            <a:lvl4pPr>
              <a:defRPr sz="1200" baseline="0">
                <a:latin typeface="Arial" pitchFamily="34" charset="0"/>
              </a:defRPr>
            </a:lvl4pPr>
            <a:lvl5pPr>
              <a:defRPr sz="1200" baseline="0">
                <a:latin typeface="Arial" pitchFamily="34" charset="0"/>
              </a:defRPr>
            </a:lvl5pPr>
          </a:lstStyle>
          <a:p>
            <a:pPr lvl="0"/>
            <a:r>
              <a:rPr lang="en-US"/>
              <a:t>Click to edit Master text styles</a:t>
            </a:r>
          </a:p>
        </p:txBody>
      </p:sp>
      <p:sp>
        <p:nvSpPr>
          <p:cNvPr id="21" name="Text Placeholder 27"/>
          <p:cNvSpPr>
            <a:spLocks noGrp="1"/>
          </p:cNvSpPr>
          <p:nvPr>
            <p:ph type="body" sz="quarter" idx="20"/>
          </p:nvPr>
        </p:nvSpPr>
        <p:spPr>
          <a:xfrm>
            <a:off x="584201" y="2019300"/>
            <a:ext cx="2438400" cy="731520"/>
          </a:xfrm>
          <a:prstGeom prst="rect">
            <a:avLst/>
          </a:prstGeom>
          <a:ln>
            <a:solidFill>
              <a:srgbClr val="666666"/>
            </a:solidFill>
          </a:ln>
        </p:spPr>
        <p:txBody>
          <a:bodyPr anchor="ctr"/>
          <a:lstStyle>
            <a:lvl1pPr marL="0" indent="0" algn="ctr">
              <a:buNone/>
              <a:defRPr sz="1200" b="1"/>
            </a:lvl1pPr>
          </a:lstStyle>
          <a:p>
            <a:pPr lvl="0"/>
            <a:r>
              <a:rPr lang="en-US"/>
              <a:t>Click to edit Master text styles</a:t>
            </a:r>
          </a:p>
        </p:txBody>
      </p:sp>
      <p:sp>
        <p:nvSpPr>
          <p:cNvPr id="14" name="Slide Number Placeholder 9"/>
          <p:cNvSpPr>
            <a:spLocks noGrp="1"/>
          </p:cNvSpPr>
          <p:nvPr>
            <p:ph type="sldNum" sz="quarter" idx="21"/>
          </p:nvPr>
        </p:nvSpPr>
        <p:spPr/>
        <p:txBody>
          <a:bodyPr/>
          <a:lstStyle>
            <a:lvl1pPr>
              <a:defRPr/>
            </a:lvl1pPr>
          </a:lstStyle>
          <a:p>
            <a:fld id="{B0AC1651-679E-F444-9932-326657929C56}" type="slidenum">
              <a:rPr lang="en-US" altLang="en-US"/>
              <a:pPr/>
              <a:t>‹#›</a:t>
            </a:fld>
            <a:endParaRPr lang="en-US" altLang="en-US"/>
          </a:p>
        </p:txBody>
      </p:sp>
      <p:sp>
        <p:nvSpPr>
          <p:cNvPr id="16" name="Footer Placeholder 15"/>
          <p:cNvSpPr>
            <a:spLocks noGrp="1"/>
          </p:cNvSpPr>
          <p:nvPr>
            <p:ph type="ftr" sz="quarter" idx="22"/>
          </p:nvPr>
        </p:nvSpPr>
        <p:spPr/>
        <p:txBody>
          <a:bodyPr/>
          <a:lstStyle>
            <a:lvl1pPr>
              <a:defRPr smtClean="0"/>
            </a:lvl1pPr>
          </a:lstStyle>
          <a:p>
            <a:pPr>
              <a:defRPr/>
            </a:pPr>
            <a:r>
              <a:rPr lang="en-US"/>
              <a:t>Preferred Stock</a:t>
            </a:r>
          </a:p>
        </p:txBody>
      </p:sp>
    </p:spTree>
    <p:extLst>
      <p:ext uri="{BB962C8B-B14F-4D97-AF65-F5344CB8AC3E}">
        <p14:creationId xmlns:p14="http://schemas.microsoft.com/office/powerpoint/2010/main" val="1587117589"/>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Tombstone - HIGHLIGHTS V1">
    <p:spTree>
      <p:nvGrpSpPr>
        <p:cNvPr id="1" name=""/>
        <p:cNvGrpSpPr/>
        <p:nvPr/>
      </p:nvGrpSpPr>
      <p:grpSpPr>
        <a:xfrm>
          <a:off x="0" y="0"/>
          <a:ext cx="0" cy="0"/>
          <a:chOff x="0" y="0"/>
          <a:chExt cx="0" cy="0"/>
        </a:xfrm>
      </p:grpSpPr>
      <p:sp>
        <p:nvSpPr>
          <p:cNvPr id="6" name="Text Placeholder 36"/>
          <p:cNvSpPr>
            <a:spLocks noGrp="1"/>
          </p:cNvSpPr>
          <p:nvPr>
            <p:ph type="body" sz="quarter" idx="102"/>
          </p:nvPr>
        </p:nvSpPr>
        <p:spPr>
          <a:xfrm>
            <a:off x="601133"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36"/>
          <p:cNvSpPr>
            <a:spLocks noGrp="1"/>
          </p:cNvSpPr>
          <p:nvPr>
            <p:ph type="body" sz="quarter" idx="103"/>
          </p:nvPr>
        </p:nvSpPr>
        <p:spPr>
          <a:xfrm>
            <a:off x="601133"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8" name="Text Placeholder 36"/>
          <p:cNvSpPr>
            <a:spLocks noGrp="1"/>
          </p:cNvSpPr>
          <p:nvPr>
            <p:ph type="body" sz="quarter" idx="104"/>
          </p:nvPr>
        </p:nvSpPr>
        <p:spPr>
          <a:xfrm>
            <a:off x="2815275"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36"/>
          <p:cNvSpPr>
            <a:spLocks noGrp="1"/>
          </p:cNvSpPr>
          <p:nvPr>
            <p:ph type="body" sz="quarter" idx="105"/>
          </p:nvPr>
        </p:nvSpPr>
        <p:spPr>
          <a:xfrm>
            <a:off x="2815275"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0" name="Text Placeholder 36"/>
          <p:cNvSpPr>
            <a:spLocks noGrp="1"/>
          </p:cNvSpPr>
          <p:nvPr>
            <p:ph type="body" sz="quarter" idx="106"/>
          </p:nvPr>
        </p:nvSpPr>
        <p:spPr>
          <a:xfrm>
            <a:off x="5029416"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36"/>
          <p:cNvSpPr>
            <a:spLocks noGrp="1"/>
          </p:cNvSpPr>
          <p:nvPr>
            <p:ph type="body" sz="quarter" idx="107"/>
          </p:nvPr>
        </p:nvSpPr>
        <p:spPr>
          <a:xfrm>
            <a:off x="5029416"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2" name="Text Placeholder 36"/>
          <p:cNvSpPr>
            <a:spLocks noGrp="1"/>
          </p:cNvSpPr>
          <p:nvPr>
            <p:ph type="body" sz="quarter" idx="108"/>
          </p:nvPr>
        </p:nvSpPr>
        <p:spPr>
          <a:xfrm>
            <a:off x="7243557"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ext Placeholder 36"/>
          <p:cNvSpPr>
            <a:spLocks noGrp="1"/>
          </p:cNvSpPr>
          <p:nvPr>
            <p:ph type="body" sz="quarter" idx="109"/>
          </p:nvPr>
        </p:nvSpPr>
        <p:spPr>
          <a:xfrm>
            <a:off x="7243557"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4" name="Text Placeholder 36"/>
          <p:cNvSpPr>
            <a:spLocks noGrp="1"/>
          </p:cNvSpPr>
          <p:nvPr>
            <p:ph type="body" sz="quarter" idx="110"/>
          </p:nvPr>
        </p:nvSpPr>
        <p:spPr>
          <a:xfrm>
            <a:off x="9474200"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ext Placeholder 36"/>
          <p:cNvSpPr>
            <a:spLocks noGrp="1"/>
          </p:cNvSpPr>
          <p:nvPr>
            <p:ph type="body" sz="quarter" idx="111"/>
          </p:nvPr>
        </p:nvSpPr>
        <p:spPr>
          <a:xfrm>
            <a:off x="9474200"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0" name="Text Placeholder 36"/>
          <p:cNvSpPr>
            <a:spLocks noGrp="1"/>
          </p:cNvSpPr>
          <p:nvPr>
            <p:ph type="body" sz="quarter" idx="112"/>
          </p:nvPr>
        </p:nvSpPr>
        <p:spPr>
          <a:xfrm>
            <a:off x="601133"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1" name="Text Placeholder 36"/>
          <p:cNvSpPr>
            <a:spLocks noGrp="1"/>
          </p:cNvSpPr>
          <p:nvPr>
            <p:ph type="body" sz="quarter" idx="113"/>
          </p:nvPr>
        </p:nvSpPr>
        <p:spPr>
          <a:xfrm>
            <a:off x="601133"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2" name="Text Placeholder 36"/>
          <p:cNvSpPr>
            <a:spLocks noGrp="1"/>
          </p:cNvSpPr>
          <p:nvPr>
            <p:ph type="body" sz="quarter" idx="114"/>
          </p:nvPr>
        </p:nvSpPr>
        <p:spPr>
          <a:xfrm>
            <a:off x="2815275"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3" name="Text Placeholder 36"/>
          <p:cNvSpPr>
            <a:spLocks noGrp="1"/>
          </p:cNvSpPr>
          <p:nvPr>
            <p:ph type="body" sz="quarter" idx="115"/>
          </p:nvPr>
        </p:nvSpPr>
        <p:spPr>
          <a:xfrm>
            <a:off x="2815275"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4" name="Text Placeholder 36"/>
          <p:cNvSpPr>
            <a:spLocks noGrp="1"/>
          </p:cNvSpPr>
          <p:nvPr>
            <p:ph type="body" sz="quarter" idx="116"/>
          </p:nvPr>
        </p:nvSpPr>
        <p:spPr>
          <a:xfrm>
            <a:off x="5029416"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5" name="Text Placeholder 36"/>
          <p:cNvSpPr>
            <a:spLocks noGrp="1"/>
          </p:cNvSpPr>
          <p:nvPr>
            <p:ph type="body" sz="quarter" idx="117"/>
          </p:nvPr>
        </p:nvSpPr>
        <p:spPr>
          <a:xfrm>
            <a:off x="5029416"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6" name="Text Placeholder 36"/>
          <p:cNvSpPr>
            <a:spLocks noGrp="1"/>
          </p:cNvSpPr>
          <p:nvPr>
            <p:ph type="body" sz="quarter" idx="118"/>
          </p:nvPr>
        </p:nvSpPr>
        <p:spPr>
          <a:xfrm>
            <a:off x="7243557"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7" name="Text Placeholder 36"/>
          <p:cNvSpPr>
            <a:spLocks noGrp="1"/>
          </p:cNvSpPr>
          <p:nvPr>
            <p:ph type="body" sz="quarter" idx="119"/>
          </p:nvPr>
        </p:nvSpPr>
        <p:spPr>
          <a:xfrm>
            <a:off x="7243557"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8" name="Text Placeholder 36"/>
          <p:cNvSpPr>
            <a:spLocks noGrp="1"/>
          </p:cNvSpPr>
          <p:nvPr>
            <p:ph type="body" sz="quarter" idx="120"/>
          </p:nvPr>
        </p:nvSpPr>
        <p:spPr>
          <a:xfrm>
            <a:off x="9474200"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9" name="Text Placeholder 36"/>
          <p:cNvSpPr>
            <a:spLocks noGrp="1"/>
          </p:cNvSpPr>
          <p:nvPr>
            <p:ph type="body" sz="quarter" idx="121"/>
          </p:nvPr>
        </p:nvSpPr>
        <p:spPr>
          <a:xfrm>
            <a:off x="9474200"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0" name="Text Placeholder 36"/>
          <p:cNvSpPr>
            <a:spLocks noGrp="1"/>
          </p:cNvSpPr>
          <p:nvPr>
            <p:ph type="body" sz="quarter" idx="122"/>
          </p:nvPr>
        </p:nvSpPr>
        <p:spPr>
          <a:xfrm>
            <a:off x="601133"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1" name="Text Placeholder 36"/>
          <p:cNvSpPr>
            <a:spLocks noGrp="1"/>
          </p:cNvSpPr>
          <p:nvPr>
            <p:ph type="body" sz="quarter" idx="123"/>
          </p:nvPr>
        </p:nvSpPr>
        <p:spPr>
          <a:xfrm>
            <a:off x="601133"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2" name="Text Placeholder 36"/>
          <p:cNvSpPr>
            <a:spLocks noGrp="1"/>
          </p:cNvSpPr>
          <p:nvPr>
            <p:ph type="body" sz="quarter" idx="124"/>
          </p:nvPr>
        </p:nvSpPr>
        <p:spPr>
          <a:xfrm>
            <a:off x="2815275"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3" name="Text Placeholder 36"/>
          <p:cNvSpPr>
            <a:spLocks noGrp="1"/>
          </p:cNvSpPr>
          <p:nvPr>
            <p:ph type="body" sz="quarter" idx="125"/>
          </p:nvPr>
        </p:nvSpPr>
        <p:spPr>
          <a:xfrm>
            <a:off x="2815275"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4" name="Text Placeholder 36"/>
          <p:cNvSpPr>
            <a:spLocks noGrp="1"/>
          </p:cNvSpPr>
          <p:nvPr>
            <p:ph type="body" sz="quarter" idx="126"/>
          </p:nvPr>
        </p:nvSpPr>
        <p:spPr>
          <a:xfrm>
            <a:off x="5029416"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5" name="Text Placeholder 36"/>
          <p:cNvSpPr>
            <a:spLocks noGrp="1"/>
          </p:cNvSpPr>
          <p:nvPr>
            <p:ph type="body" sz="quarter" idx="127"/>
          </p:nvPr>
        </p:nvSpPr>
        <p:spPr>
          <a:xfrm>
            <a:off x="5029416"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6" name="Text Placeholder 36"/>
          <p:cNvSpPr>
            <a:spLocks noGrp="1"/>
          </p:cNvSpPr>
          <p:nvPr>
            <p:ph type="body" sz="quarter" idx="128"/>
          </p:nvPr>
        </p:nvSpPr>
        <p:spPr>
          <a:xfrm>
            <a:off x="7243557"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7" name="Text Placeholder 36"/>
          <p:cNvSpPr>
            <a:spLocks noGrp="1"/>
          </p:cNvSpPr>
          <p:nvPr>
            <p:ph type="body" sz="quarter" idx="129"/>
          </p:nvPr>
        </p:nvSpPr>
        <p:spPr>
          <a:xfrm>
            <a:off x="7243557"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8" name="Text Placeholder 36"/>
          <p:cNvSpPr>
            <a:spLocks noGrp="1"/>
          </p:cNvSpPr>
          <p:nvPr>
            <p:ph type="body" sz="quarter" idx="130"/>
          </p:nvPr>
        </p:nvSpPr>
        <p:spPr>
          <a:xfrm>
            <a:off x="9474200"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9" name="Text Placeholder 36"/>
          <p:cNvSpPr>
            <a:spLocks noGrp="1"/>
          </p:cNvSpPr>
          <p:nvPr>
            <p:ph type="body" sz="quarter" idx="131"/>
          </p:nvPr>
        </p:nvSpPr>
        <p:spPr>
          <a:xfrm>
            <a:off x="9474200"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7" name="Rectangle 2"/>
          <p:cNvSpPr>
            <a:spLocks noGrp="1" noChangeArrowheads="1"/>
          </p:cNvSpPr>
          <p:nvPr>
            <p:ph type="title"/>
          </p:nvPr>
        </p:nvSpPr>
        <p:spPr bwMode="gray">
          <a:xfrm>
            <a:off x="596901"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33" name="Slide Number Placeholder 9"/>
          <p:cNvSpPr>
            <a:spLocks noGrp="1"/>
          </p:cNvSpPr>
          <p:nvPr>
            <p:ph type="sldNum" sz="quarter" idx="132"/>
          </p:nvPr>
        </p:nvSpPr>
        <p:spPr/>
        <p:txBody>
          <a:bodyPr/>
          <a:lstStyle>
            <a:lvl1pPr>
              <a:defRPr/>
            </a:lvl1pPr>
          </a:lstStyle>
          <a:p>
            <a:fld id="{77461BCF-BBA5-5E4A-ABD5-3E5D9382F9DD}" type="slidenum">
              <a:rPr lang="en-US" altLang="en-US"/>
              <a:pPr/>
              <a:t>‹#›</a:t>
            </a:fld>
            <a:endParaRPr lang="en-US" altLang="en-US"/>
          </a:p>
        </p:txBody>
      </p:sp>
      <p:sp>
        <p:nvSpPr>
          <p:cNvPr id="34" name="Footer Placeholder 12"/>
          <p:cNvSpPr>
            <a:spLocks noGrp="1"/>
          </p:cNvSpPr>
          <p:nvPr>
            <p:ph type="ftr" sz="quarter" idx="133"/>
          </p:nvPr>
        </p:nvSpPr>
        <p:spPr/>
        <p:txBody>
          <a:bodyPr/>
          <a:lstStyle>
            <a:lvl1pPr>
              <a:defRPr/>
            </a:lvl1pPr>
          </a:lstStyle>
          <a:p>
            <a:pPr>
              <a:defRPr/>
            </a:pPr>
            <a:r>
              <a:rPr lang="en-US"/>
              <a:t>Preferred Stock</a:t>
            </a:r>
          </a:p>
        </p:txBody>
      </p:sp>
    </p:spTree>
    <p:extLst>
      <p:ext uri="{BB962C8B-B14F-4D97-AF65-F5344CB8AC3E}">
        <p14:creationId xmlns:p14="http://schemas.microsoft.com/office/powerpoint/2010/main" val="386922422"/>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Tombstone - HIGHLIGHTS V2">
    <p:spTree>
      <p:nvGrpSpPr>
        <p:cNvPr id="1" name=""/>
        <p:cNvGrpSpPr/>
        <p:nvPr/>
      </p:nvGrpSpPr>
      <p:grpSpPr>
        <a:xfrm>
          <a:off x="0" y="0"/>
          <a:ext cx="0" cy="0"/>
          <a:chOff x="0" y="0"/>
          <a:chExt cx="0" cy="0"/>
        </a:xfrm>
      </p:grpSpPr>
      <p:sp>
        <p:nvSpPr>
          <p:cNvPr id="6" name="Text Placeholder 36"/>
          <p:cNvSpPr>
            <a:spLocks noGrp="1"/>
          </p:cNvSpPr>
          <p:nvPr>
            <p:ph type="body" sz="quarter" idx="102"/>
          </p:nvPr>
        </p:nvSpPr>
        <p:spPr>
          <a:xfrm>
            <a:off x="601133"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914400" rtl="0" eaLnBrk="1" latinLnBrk="0" hangingPunct="1">
              <a:lnSpc>
                <a:spcPct val="100000"/>
              </a:lnSpc>
              <a:spcBef>
                <a:spcPts val="4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36"/>
          <p:cNvSpPr>
            <a:spLocks noGrp="1"/>
          </p:cNvSpPr>
          <p:nvPr>
            <p:ph type="body" sz="quarter" idx="103"/>
          </p:nvPr>
        </p:nvSpPr>
        <p:spPr>
          <a:xfrm>
            <a:off x="601133"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8" name="Text Placeholder 36"/>
          <p:cNvSpPr>
            <a:spLocks noGrp="1"/>
          </p:cNvSpPr>
          <p:nvPr>
            <p:ph type="body" sz="quarter" idx="104"/>
          </p:nvPr>
        </p:nvSpPr>
        <p:spPr>
          <a:xfrm>
            <a:off x="2815275"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914400" rtl="0" eaLnBrk="1" latinLnBrk="0" hangingPunct="1">
              <a:lnSpc>
                <a:spcPct val="100000"/>
              </a:lnSpc>
              <a:spcBef>
                <a:spcPts val="4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36"/>
          <p:cNvSpPr>
            <a:spLocks noGrp="1"/>
          </p:cNvSpPr>
          <p:nvPr>
            <p:ph type="body" sz="quarter" idx="105"/>
          </p:nvPr>
        </p:nvSpPr>
        <p:spPr>
          <a:xfrm>
            <a:off x="2815275"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0" name="Text Placeholder 36"/>
          <p:cNvSpPr>
            <a:spLocks noGrp="1"/>
          </p:cNvSpPr>
          <p:nvPr>
            <p:ph type="body" sz="quarter" idx="106"/>
          </p:nvPr>
        </p:nvSpPr>
        <p:spPr>
          <a:xfrm>
            <a:off x="5029416"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914400" rtl="0" eaLnBrk="1" latinLnBrk="0" hangingPunct="1">
              <a:lnSpc>
                <a:spcPct val="100000"/>
              </a:lnSpc>
              <a:spcBef>
                <a:spcPts val="4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36"/>
          <p:cNvSpPr>
            <a:spLocks noGrp="1"/>
          </p:cNvSpPr>
          <p:nvPr>
            <p:ph type="body" sz="quarter" idx="107"/>
          </p:nvPr>
        </p:nvSpPr>
        <p:spPr>
          <a:xfrm>
            <a:off x="5029416"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2" name="Text Placeholder 36"/>
          <p:cNvSpPr>
            <a:spLocks noGrp="1"/>
          </p:cNvSpPr>
          <p:nvPr>
            <p:ph type="body" sz="quarter" idx="108"/>
          </p:nvPr>
        </p:nvSpPr>
        <p:spPr>
          <a:xfrm>
            <a:off x="7243557"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914400" rtl="0" eaLnBrk="1" latinLnBrk="0" hangingPunct="1">
              <a:lnSpc>
                <a:spcPct val="100000"/>
              </a:lnSpc>
              <a:spcBef>
                <a:spcPts val="4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ext Placeholder 36"/>
          <p:cNvSpPr>
            <a:spLocks noGrp="1"/>
          </p:cNvSpPr>
          <p:nvPr>
            <p:ph type="body" sz="quarter" idx="109"/>
          </p:nvPr>
        </p:nvSpPr>
        <p:spPr>
          <a:xfrm>
            <a:off x="7243557"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4" name="Text Placeholder 36"/>
          <p:cNvSpPr>
            <a:spLocks noGrp="1"/>
          </p:cNvSpPr>
          <p:nvPr>
            <p:ph type="body" sz="quarter" idx="110"/>
          </p:nvPr>
        </p:nvSpPr>
        <p:spPr>
          <a:xfrm>
            <a:off x="9474200"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914400" rtl="0" eaLnBrk="1" latinLnBrk="0" hangingPunct="1">
              <a:lnSpc>
                <a:spcPct val="100000"/>
              </a:lnSpc>
              <a:spcBef>
                <a:spcPts val="4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ext Placeholder 36"/>
          <p:cNvSpPr>
            <a:spLocks noGrp="1"/>
          </p:cNvSpPr>
          <p:nvPr>
            <p:ph type="body" sz="quarter" idx="111"/>
          </p:nvPr>
        </p:nvSpPr>
        <p:spPr>
          <a:xfrm>
            <a:off x="9474200"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6" name="Text Placeholder 36"/>
          <p:cNvSpPr>
            <a:spLocks noGrp="1"/>
          </p:cNvSpPr>
          <p:nvPr>
            <p:ph type="body" sz="quarter" idx="112"/>
          </p:nvPr>
        </p:nvSpPr>
        <p:spPr>
          <a:xfrm>
            <a:off x="601133"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7" name="Text Placeholder 36"/>
          <p:cNvSpPr>
            <a:spLocks noGrp="1"/>
          </p:cNvSpPr>
          <p:nvPr>
            <p:ph type="body" sz="quarter" idx="113"/>
          </p:nvPr>
        </p:nvSpPr>
        <p:spPr>
          <a:xfrm>
            <a:off x="601133"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8" name="Text Placeholder 36"/>
          <p:cNvSpPr>
            <a:spLocks noGrp="1"/>
          </p:cNvSpPr>
          <p:nvPr>
            <p:ph type="body" sz="quarter" idx="114"/>
          </p:nvPr>
        </p:nvSpPr>
        <p:spPr>
          <a:xfrm>
            <a:off x="601133"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Text Placeholder 36"/>
          <p:cNvSpPr>
            <a:spLocks noGrp="1"/>
          </p:cNvSpPr>
          <p:nvPr>
            <p:ph type="body" sz="quarter" idx="115"/>
          </p:nvPr>
        </p:nvSpPr>
        <p:spPr>
          <a:xfrm>
            <a:off x="601133"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0" name="Text Placeholder 36"/>
          <p:cNvSpPr>
            <a:spLocks noGrp="1"/>
          </p:cNvSpPr>
          <p:nvPr>
            <p:ph type="body" sz="quarter" idx="116"/>
          </p:nvPr>
        </p:nvSpPr>
        <p:spPr>
          <a:xfrm>
            <a:off x="2815275"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1" name="Text Placeholder 36"/>
          <p:cNvSpPr>
            <a:spLocks noGrp="1"/>
          </p:cNvSpPr>
          <p:nvPr>
            <p:ph type="body" sz="quarter" idx="117"/>
          </p:nvPr>
        </p:nvSpPr>
        <p:spPr>
          <a:xfrm>
            <a:off x="2815275"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2" name="Text Placeholder 36"/>
          <p:cNvSpPr>
            <a:spLocks noGrp="1"/>
          </p:cNvSpPr>
          <p:nvPr>
            <p:ph type="body" sz="quarter" idx="118"/>
          </p:nvPr>
        </p:nvSpPr>
        <p:spPr>
          <a:xfrm>
            <a:off x="2815275"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3" name="Text Placeholder 36"/>
          <p:cNvSpPr>
            <a:spLocks noGrp="1"/>
          </p:cNvSpPr>
          <p:nvPr>
            <p:ph type="body" sz="quarter" idx="119"/>
          </p:nvPr>
        </p:nvSpPr>
        <p:spPr>
          <a:xfrm>
            <a:off x="2815275"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4" name="Text Placeholder 36"/>
          <p:cNvSpPr>
            <a:spLocks noGrp="1"/>
          </p:cNvSpPr>
          <p:nvPr>
            <p:ph type="body" sz="quarter" idx="120"/>
          </p:nvPr>
        </p:nvSpPr>
        <p:spPr>
          <a:xfrm>
            <a:off x="5029416"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5" name="Text Placeholder 36"/>
          <p:cNvSpPr>
            <a:spLocks noGrp="1"/>
          </p:cNvSpPr>
          <p:nvPr>
            <p:ph type="body" sz="quarter" idx="121"/>
          </p:nvPr>
        </p:nvSpPr>
        <p:spPr>
          <a:xfrm>
            <a:off x="5029416"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6" name="Text Placeholder 36"/>
          <p:cNvSpPr>
            <a:spLocks noGrp="1"/>
          </p:cNvSpPr>
          <p:nvPr>
            <p:ph type="body" sz="quarter" idx="122"/>
          </p:nvPr>
        </p:nvSpPr>
        <p:spPr>
          <a:xfrm>
            <a:off x="5029416"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7" name="Text Placeholder 36"/>
          <p:cNvSpPr>
            <a:spLocks noGrp="1"/>
          </p:cNvSpPr>
          <p:nvPr>
            <p:ph type="body" sz="quarter" idx="123"/>
          </p:nvPr>
        </p:nvSpPr>
        <p:spPr>
          <a:xfrm>
            <a:off x="5029416"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8" name="Text Placeholder 36"/>
          <p:cNvSpPr>
            <a:spLocks noGrp="1"/>
          </p:cNvSpPr>
          <p:nvPr>
            <p:ph type="body" sz="quarter" idx="124"/>
          </p:nvPr>
        </p:nvSpPr>
        <p:spPr>
          <a:xfrm>
            <a:off x="7243557"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9" name="Text Placeholder 36"/>
          <p:cNvSpPr>
            <a:spLocks noGrp="1"/>
          </p:cNvSpPr>
          <p:nvPr>
            <p:ph type="body" sz="quarter" idx="125"/>
          </p:nvPr>
        </p:nvSpPr>
        <p:spPr>
          <a:xfrm>
            <a:off x="7243557"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0" name="Text Placeholder 36"/>
          <p:cNvSpPr>
            <a:spLocks noGrp="1"/>
          </p:cNvSpPr>
          <p:nvPr>
            <p:ph type="body" sz="quarter" idx="126"/>
          </p:nvPr>
        </p:nvSpPr>
        <p:spPr>
          <a:xfrm>
            <a:off x="7243557"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1" name="Text Placeholder 36"/>
          <p:cNvSpPr>
            <a:spLocks noGrp="1"/>
          </p:cNvSpPr>
          <p:nvPr>
            <p:ph type="body" sz="quarter" idx="127"/>
          </p:nvPr>
        </p:nvSpPr>
        <p:spPr>
          <a:xfrm>
            <a:off x="7243557"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2" name="Text Placeholder 36"/>
          <p:cNvSpPr>
            <a:spLocks noGrp="1"/>
          </p:cNvSpPr>
          <p:nvPr>
            <p:ph type="body" sz="quarter" idx="128"/>
          </p:nvPr>
        </p:nvSpPr>
        <p:spPr>
          <a:xfrm>
            <a:off x="9474200"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3" name="Text Placeholder 36"/>
          <p:cNvSpPr>
            <a:spLocks noGrp="1"/>
          </p:cNvSpPr>
          <p:nvPr>
            <p:ph type="body" sz="quarter" idx="129"/>
          </p:nvPr>
        </p:nvSpPr>
        <p:spPr>
          <a:xfrm>
            <a:off x="9474200"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4" name="Text Placeholder 36"/>
          <p:cNvSpPr>
            <a:spLocks noGrp="1"/>
          </p:cNvSpPr>
          <p:nvPr>
            <p:ph type="body" sz="quarter" idx="130"/>
          </p:nvPr>
        </p:nvSpPr>
        <p:spPr>
          <a:xfrm>
            <a:off x="9474200"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5" name="Text Placeholder 36"/>
          <p:cNvSpPr>
            <a:spLocks noGrp="1"/>
          </p:cNvSpPr>
          <p:nvPr>
            <p:ph type="body" sz="quarter" idx="131"/>
          </p:nvPr>
        </p:nvSpPr>
        <p:spPr>
          <a:xfrm>
            <a:off x="9474200"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7" name="Rectangle 2"/>
          <p:cNvSpPr>
            <a:spLocks noGrp="1" noChangeArrowheads="1"/>
          </p:cNvSpPr>
          <p:nvPr>
            <p:ph type="title"/>
          </p:nvPr>
        </p:nvSpPr>
        <p:spPr bwMode="gray">
          <a:xfrm>
            <a:off x="596901"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36" name="Slide Number Placeholder 9"/>
          <p:cNvSpPr>
            <a:spLocks noGrp="1"/>
          </p:cNvSpPr>
          <p:nvPr>
            <p:ph type="sldNum" sz="quarter" idx="132"/>
          </p:nvPr>
        </p:nvSpPr>
        <p:spPr/>
        <p:txBody>
          <a:bodyPr/>
          <a:lstStyle>
            <a:lvl1pPr>
              <a:defRPr/>
            </a:lvl1pPr>
          </a:lstStyle>
          <a:p>
            <a:fld id="{31BEBA66-216E-7243-B012-B44CAA5F986C}" type="slidenum">
              <a:rPr lang="en-US" altLang="en-US"/>
              <a:pPr/>
              <a:t>‹#›</a:t>
            </a:fld>
            <a:endParaRPr lang="en-US" altLang="en-US"/>
          </a:p>
        </p:txBody>
      </p:sp>
      <p:sp>
        <p:nvSpPr>
          <p:cNvPr id="38" name="Footer Placeholder 12"/>
          <p:cNvSpPr>
            <a:spLocks noGrp="1"/>
          </p:cNvSpPr>
          <p:nvPr>
            <p:ph type="ftr" sz="quarter" idx="133"/>
          </p:nvPr>
        </p:nvSpPr>
        <p:spPr/>
        <p:txBody>
          <a:bodyPr/>
          <a:lstStyle>
            <a:lvl1pPr>
              <a:defRPr/>
            </a:lvl1pPr>
          </a:lstStyle>
          <a:p>
            <a:pPr>
              <a:defRPr/>
            </a:pPr>
            <a:r>
              <a:rPr lang="en-US"/>
              <a:t>Preferred Stock</a:t>
            </a:r>
          </a:p>
        </p:txBody>
      </p:sp>
    </p:spTree>
    <p:extLst>
      <p:ext uri="{BB962C8B-B14F-4D97-AF65-F5344CB8AC3E}">
        <p14:creationId xmlns:p14="http://schemas.microsoft.com/office/powerpoint/2010/main" val="1230243485"/>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Tombstone - Awards V1">
    <p:spTree>
      <p:nvGrpSpPr>
        <p:cNvPr id="1" name=""/>
        <p:cNvGrpSpPr/>
        <p:nvPr/>
      </p:nvGrpSpPr>
      <p:grpSpPr>
        <a:xfrm>
          <a:off x="0" y="0"/>
          <a:ext cx="0" cy="0"/>
          <a:chOff x="0" y="0"/>
          <a:chExt cx="0" cy="0"/>
        </a:xfrm>
      </p:grpSpPr>
      <p:sp>
        <p:nvSpPr>
          <p:cNvPr id="37" name="Text Placeholder 21"/>
          <p:cNvSpPr>
            <a:spLocks noGrp="1"/>
          </p:cNvSpPr>
          <p:nvPr>
            <p:ph type="body" sz="quarter" idx="106"/>
          </p:nvPr>
        </p:nvSpPr>
        <p:spPr>
          <a:xfrm>
            <a:off x="601133" y="291465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8" name="Text Placeholder 21"/>
          <p:cNvSpPr>
            <a:spLocks noGrp="1"/>
          </p:cNvSpPr>
          <p:nvPr>
            <p:ph type="body" sz="quarter" idx="107"/>
          </p:nvPr>
        </p:nvSpPr>
        <p:spPr>
          <a:xfrm>
            <a:off x="601133" y="462280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9" name="Text Placeholder 21"/>
          <p:cNvSpPr>
            <a:spLocks noGrp="1"/>
          </p:cNvSpPr>
          <p:nvPr>
            <p:ph type="body" sz="quarter" idx="101"/>
          </p:nvPr>
        </p:nvSpPr>
        <p:spPr>
          <a:xfrm>
            <a:off x="601133" y="121920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gn="l" defTabSz="914400" rtl="0" eaLnBrk="1" latinLnBrk="0" hangingPunct="1">
              <a:lnSpc>
                <a:spcPct val="100000"/>
              </a:lnSpc>
              <a:spcBef>
                <a:spcPts val="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2pPr>
            <a:lvl3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3pPr>
            <a:lvl4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4pPr>
            <a:lvl5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a:ln>
                  <a:noFill/>
                </a:ln>
                <a:solidFill>
                  <a:srgbClr val="80808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0" name="Text Placeholder 21"/>
          <p:cNvSpPr>
            <a:spLocks noGrp="1"/>
          </p:cNvSpPr>
          <p:nvPr>
            <p:ph type="body" sz="quarter" idx="102"/>
          </p:nvPr>
        </p:nvSpPr>
        <p:spPr>
          <a:xfrm>
            <a:off x="2818451" y="121920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1" name="Text Placeholder 21"/>
          <p:cNvSpPr>
            <a:spLocks noGrp="1"/>
          </p:cNvSpPr>
          <p:nvPr>
            <p:ph type="body" sz="quarter" idx="103"/>
          </p:nvPr>
        </p:nvSpPr>
        <p:spPr>
          <a:xfrm>
            <a:off x="5035768" y="121920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2" name="Text Placeholder 21"/>
          <p:cNvSpPr>
            <a:spLocks noGrp="1"/>
          </p:cNvSpPr>
          <p:nvPr>
            <p:ph type="body" sz="quarter" idx="104"/>
          </p:nvPr>
        </p:nvSpPr>
        <p:spPr>
          <a:xfrm>
            <a:off x="7253085" y="121920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3" name="Text Placeholder 21"/>
          <p:cNvSpPr>
            <a:spLocks noGrp="1"/>
          </p:cNvSpPr>
          <p:nvPr>
            <p:ph type="body" sz="quarter" idx="105"/>
          </p:nvPr>
        </p:nvSpPr>
        <p:spPr>
          <a:xfrm>
            <a:off x="9470400" y="121920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4" name="Text Placeholder 21"/>
          <p:cNvSpPr>
            <a:spLocks noGrp="1"/>
          </p:cNvSpPr>
          <p:nvPr>
            <p:ph type="body" sz="quarter" idx="108"/>
          </p:nvPr>
        </p:nvSpPr>
        <p:spPr>
          <a:xfrm>
            <a:off x="2818451" y="291465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5" name="Text Placeholder 21"/>
          <p:cNvSpPr>
            <a:spLocks noGrp="1"/>
          </p:cNvSpPr>
          <p:nvPr>
            <p:ph type="body" sz="quarter" idx="109"/>
          </p:nvPr>
        </p:nvSpPr>
        <p:spPr>
          <a:xfrm>
            <a:off x="2818451" y="4626864"/>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u="none"/>
            </a:lvl1pPr>
            <a:lvl2pPr marL="0" indent="0">
              <a:lnSpc>
                <a:spcPct val="100000"/>
              </a:lnSpc>
              <a:spcBef>
                <a:spcPts val="0"/>
              </a:spcBef>
              <a:buNone/>
              <a:defRPr sz="700" b="0" i="0" u="none">
                <a:solidFill>
                  <a:srgbClr val="808080"/>
                </a:solidFill>
              </a:defRPr>
            </a:lvl2pPr>
            <a:lvl3pPr marL="0" indent="0">
              <a:lnSpc>
                <a:spcPct val="100000"/>
              </a:lnSpc>
              <a:spcBef>
                <a:spcPts val="100"/>
              </a:spcBef>
              <a:buNone/>
              <a:defRPr sz="700" b="0" i="0" u="none">
                <a:solidFill>
                  <a:srgbClr val="808080"/>
                </a:solidFill>
              </a:defRPr>
            </a:lvl3pPr>
            <a:lvl4pPr marL="0" indent="0">
              <a:lnSpc>
                <a:spcPct val="100000"/>
              </a:lnSpc>
              <a:spcBef>
                <a:spcPts val="100"/>
              </a:spcBef>
              <a:buNone/>
              <a:defRPr sz="700" b="0" i="0" u="none">
                <a:solidFill>
                  <a:srgbClr val="808080"/>
                </a:solidFill>
              </a:defRPr>
            </a:lvl4pPr>
            <a:lvl5pPr marL="0" indent="0">
              <a:lnSpc>
                <a:spcPct val="100000"/>
              </a:lnSpc>
              <a:spcBef>
                <a:spcPts val="100"/>
              </a:spcBef>
              <a:buNone/>
              <a:defRPr sz="700" b="0" i="0" u="none">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6" name="Text Placeholder 21"/>
          <p:cNvSpPr>
            <a:spLocks noGrp="1"/>
          </p:cNvSpPr>
          <p:nvPr>
            <p:ph type="body" sz="quarter" idx="110"/>
          </p:nvPr>
        </p:nvSpPr>
        <p:spPr>
          <a:xfrm>
            <a:off x="5035768" y="291465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7" name="Text Placeholder 21"/>
          <p:cNvSpPr>
            <a:spLocks noGrp="1"/>
          </p:cNvSpPr>
          <p:nvPr>
            <p:ph type="body" sz="quarter" idx="111"/>
          </p:nvPr>
        </p:nvSpPr>
        <p:spPr>
          <a:xfrm>
            <a:off x="5035768" y="4626864"/>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8" name="Text Placeholder 21"/>
          <p:cNvSpPr>
            <a:spLocks noGrp="1"/>
          </p:cNvSpPr>
          <p:nvPr>
            <p:ph type="body" sz="quarter" idx="112"/>
          </p:nvPr>
        </p:nvSpPr>
        <p:spPr>
          <a:xfrm>
            <a:off x="7253085" y="291465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9" name="Text Placeholder 21"/>
          <p:cNvSpPr>
            <a:spLocks noGrp="1"/>
          </p:cNvSpPr>
          <p:nvPr>
            <p:ph type="body" sz="quarter" idx="113"/>
          </p:nvPr>
        </p:nvSpPr>
        <p:spPr>
          <a:xfrm>
            <a:off x="7253085" y="4626864"/>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0" name="Text Placeholder 21"/>
          <p:cNvSpPr>
            <a:spLocks noGrp="1"/>
          </p:cNvSpPr>
          <p:nvPr>
            <p:ph type="body" sz="quarter" idx="114"/>
          </p:nvPr>
        </p:nvSpPr>
        <p:spPr>
          <a:xfrm>
            <a:off x="9470400" y="291465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1" name="Text Placeholder 21"/>
          <p:cNvSpPr>
            <a:spLocks noGrp="1"/>
          </p:cNvSpPr>
          <p:nvPr>
            <p:ph type="body" sz="quarter" idx="115"/>
          </p:nvPr>
        </p:nvSpPr>
        <p:spPr>
          <a:xfrm>
            <a:off x="9470400" y="4626864"/>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8" name="Text Placeholder 21"/>
          <p:cNvSpPr>
            <a:spLocks noGrp="1"/>
          </p:cNvSpPr>
          <p:nvPr>
            <p:ph type="body" sz="quarter" idx="116"/>
          </p:nvPr>
        </p:nvSpPr>
        <p:spPr>
          <a:xfrm>
            <a:off x="601133" y="431368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69" name="Text Placeholder 21"/>
          <p:cNvSpPr>
            <a:spLocks noGrp="1"/>
          </p:cNvSpPr>
          <p:nvPr>
            <p:ph type="body" sz="quarter" idx="117"/>
          </p:nvPr>
        </p:nvSpPr>
        <p:spPr>
          <a:xfrm>
            <a:off x="601133" y="6020181"/>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0" name="Text Placeholder 21"/>
          <p:cNvSpPr>
            <a:spLocks noGrp="1"/>
          </p:cNvSpPr>
          <p:nvPr>
            <p:ph type="body" sz="quarter" idx="118"/>
          </p:nvPr>
        </p:nvSpPr>
        <p:spPr>
          <a:xfrm>
            <a:off x="601133" y="261823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700" b="1" i="1"/>
            </a:lvl1pPr>
            <a:lvl2pPr marL="0" indent="0" algn="l" defTabSz="914400" rtl="0" eaLnBrk="1" latinLnBrk="0" hangingPunct="1">
              <a:lnSpc>
                <a:spcPct val="100000"/>
              </a:lnSpc>
              <a:spcBef>
                <a:spcPts val="0"/>
              </a:spcBef>
              <a:buClr>
                <a:srgbClr val="9E3039"/>
              </a:buClr>
              <a:buFont typeface="Arial" pitchFamily="34" charset="0"/>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2pPr>
            <a:lvl3pPr marL="0" indent="0" algn="l" defTabSz="914400" rtl="0" eaLnBrk="1" latinLnBrk="0" hangingPunct="1">
              <a:lnSpc>
                <a:spcPct val="100000"/>
              </a:lnSpc>
              <a:spcBef>
                <a:spcPts val="100"/>
              </a:spcBef>
              <a:buClr>
                <a:srgbClr val="9E3039"/>
              </a:buClr>
              <a:buFont typeface="Arial" pitchFamily="34" charset="0"/>
              <a:buNone/>
              <a:defRPr kumimoji="0" lang="en-US" sz="700" b="0" i="1" u="none" strike="noStrike" kern="1200" cap="none" spc="0" normalizeH="0" baseline="0" noProof="0" dirty="0" smtClean="0">
                <a:ln>
                  <a:noFill/>
                </a:ln>
                <a:solidFill>
                  <a:srgbClr val="808080"/>
                </a:solidFill>
                <a:effectLst/>
                <a:uLnTx/>
                <a:uFillTx/>
                <a:latin typeface="+mn-lt"/>
                <a:ea typeface="+mn-ea"/>
                <a:cs typeface="+mn-cs"/>
              </a:defRPr>
            </a:lvl3pPr>
            <a:lvl4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4pPr>
            <a:lvl5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a:ln>
                  <a:noFill/>
                </a:ln>
                <a:solidFill>
                  <a:srgbClr val="808080"/>
                </a:solidFill>
                <a:effectLst/>
                <a:uLnTx/>
                <a:uFillTx/>
                <a:latin typeface="+mn-lt"/>
                <a:ea typeface="+mn-ea"/>
                <a:cs typeface="+mn-cs"/>
              </a:defRPr>
            </a:lvl5pPr>
          </a:lstStyle>
          <a:p>
            <a:pPr lvl="0"/>
            <a:r>
              <a:rPr lang="en-US"/>
              <a:t>Click to edit Master text styles</a:t>
            </a:r>
          </a:p>
        </p:txBody>
      </p:sp>
      <p:sp>
        <p:nvSpPr>
          <p:cNvPr id="71" name="Text Placeholder 21"/>
          <p:cNvSpPr>
            <a:spLocks noGrp="1"/>
          </p:cNvSpPr>
          <p:nvPr>
            <p:ph type="body" sz="quarter" idx="119"/>
          </p:nvPr>
        </p:nvSpPr>
        <p:spPr>
          <a:xfrm>
            <a:off x="2818451" y="261823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700" b="1" i="1"/>
            </a:lvl1pPr>
            <a:lvl2pPr marL="0" indent="0">
              <a:lnSpc>
                <a:spcPct val="100000"/>
              </a:lnSpc>
              <a:spcBef>
                <a:spcPts val="0"/>
              </a:spcBef>
              <a:buNone/>
              <a:defRPr sz="700" b="0">
                <a:solidFill>
                  <a:schemeClr val="tx1"/>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2" name="Text Placeholder 21"/>
          <p:cNvSpPr>
            <a:spLocks noGrp="1"/>
          </p:cNvSpPr>
          <p:nvPr>
            <p:ph type="body" sz="quarter" idx="120"/>
          </p:nvPr>
        </p:nvSpPr>
        <p:spPr>
          <a:xfrm>
            <a:off x="5035768" y="261823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3" name="Text Placeholder 21"/>
          <p:cNvSpPr>
            <a:spLocks noGrp="1"/>
          </p:cNvSpPr>
          <p:nvPr>
            <p:ph type="body" sz="quarter" idx="121"/>
          </p:nvPr>
        </p:nvSpPr>
        <p:spPr>
          <a:xfrm>
            <a:off x="7253085" y="261823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4" name="Text Placeholder 21"/>
          <p:cNvSpPr>
            <a:spLocks noGrp="1"/>
          </p:cNvSpPr>
          <p:nvPr>
            <p:ph type="body" sz="quarter" idx="122"/>
          </p:nvPr>
        </p:nvSpPr>
        <p:spPr>
          <a:xfrm>
            <a:off x="9470400" y="261823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5" name="Text Placeholder 21"/>
          <p:cNvSpPr>
            <a:spLocks noGrp="1"/>
          </p:cNvSpPr>
          <p:nvPr>
            <p:ph type="body" sz="quarter" idx="123"/>
          </p:nvPr>
        </p:nvSpPr>
        <p:spPr>
          <a:xfrm>
            <a:off x="2818451" y="431368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6" name="Text Placeholder 21"/>
          <p:cNvSpPr>
            <a:spLocks noGrp="1"/>
          </p:cNvSpPr>
          <p:nvPr>
            <p:ph type="body" sz="quarter" idx="124"/>
          </p:nvPr>
        </p:nvSpPr>
        <p:spPr>
          <a:xfrm>
            <a:off x="2818451" y="6024245"/>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7" name="Text Placeholder 21"/>
          <p:cNvSpPr>
            <a:spLocks noGrp="1"/>
          </p:cNvSpPr>
          <p:nvPr>
            <p:ph type="body" sz="quarter" idx="125"/>
          </p:nvPr>
        </p:nvSpPr>
        <p:spPr>
          <a:xfrm>
            <a:off x="5035768" y="431368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8" name="Text Placeholder 21"/>
          <p:cNvSpPr>
            <a:spLocks noGrp="1"/>
          </p:cNvSpPr>
          <p:nvPr>
            <p:ph type="body" sz="quarter" idx="126"/>
          </p:nvPr>
        </p:nvSpPr>
        <p:spPr>
          <a:xfrm>
            <a:off x="5035768" y="6024245"/>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9" name="Text Placeholder 21"/>
          <p:cNvSpPr>
            <a:spLocks noGrp="1"/>
          </p:cNvSpPr>
          <p:nvPr>
            <p:ph type="body" sz="quarter" idx="127"/>
          </p:nvPr>
        </p:nvSpPr>
        <p:spPr>
          <a:xfrm>
            <a:off x="7253085" y="431368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80" name="Text Placeholder 21"/>
          <p:cNvSpPr>
            <a:spLocks noGrp="1"/>
          </p:cNvSpPr>
          <p:nvPr>
            <p:ph type="body" sz="quarter" idx="128"/>
          </p:nvPr>
        </p:nvSpPr>
        <p:spPr>
          <a:xfrm>
            <a:off x="7253085" y="6024245"/>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81" name="Text Placeholder 21"/>
          <p:cNvSpPr>
            <a:spLocks noGrp="1"/>
          </p:cNvSpPr>
          <p:nvPr>
            <p:ph type="body" sz="quarter" idx="129"/>
          </p:nvPr>
        </p:nvSpPr>
        <p:spPr>
          <a:xfrm>
            <a:off x="9470400" y="431368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82" name="Text Placeholder 21"/>
          <p:cNvSpPr>
            <a:spLocks noGrp="1"/>
          </p:cNvSpPr>
          <p:nvPr>
            <p:ph type="body" sz="quarter" idx="130"/>
          </p:nvPr>
        </p:nvSpPr>
        <p:spPr>
          <a:xfrm>
            <a:off x="9470400" y="6024245"/>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36" name="Rectangle 2"/>
          <p:cNvSpPr>
            <a:spLocks noGrp="1" noChangeArrowheads="1"/>
          </p:cNvSpPr>
          <p:nvPr>
            <p:ph type="title"/>
          </p:nvPr>
        </p:nvSpPr>
        <p:spPr bwMode="gray">
          <a:xfrm>
            <a:off x="596901"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33" name="Slide Number Placeholder 9"/>
          <p:cNvSpPr>
            <a:spLocks noGrp="1"/>
          </p:cNvSpPr>
          <p:nvPr>
            <p:ph type="sldNum" sz="quarter" idx="131"/>
          </p:nvPr>
        </p:nvSpPr>
        <p:spPr/>
        <p:txBody>
          <a:bodyPr/>
          <a:lstStyle>
            <a:lvl1pPr>
              <a:defRPr/>
            </a:lvl1pPr>
          </a:lstStyle>
          <a:p>
            <a:fld id="{44A3DAED-98CA-ED44-BD8D-010557C4E8AD}" type="slidenum">
              <a:rPr lang="en-US" altLang="en-US"/>
              <a:pPr/>
              <a:t>‹#›</a:t>
            </a:fld>
            <a:endParaRPr lang="en-US" altLang="en-US"/>
          </a:p>
        </p:txBody>
      </p:sp>
      <p:sp>
        <p:nvSpPr>
          <p:cNvPr id="34" name="Footer Placeholder 12"/>
          <p:cNvSpPr>
            <a:spLocks noGrp="1"/>
          </p:cNvSpPr>
          <p:nvPr>
            <p:ph type="ftr" sz="quarter" idx="132"/>
          </p:nvPr>
        </p:nvSpPr>
        <p:spPr/>
        <p:txBody>
          <a:bodyPr/>
          <a:lstStyle>
            <a:lvl1pPr>
              <a:defRPr/>
            </a:lvl1pPr>
          </a:lstStyle>
          <a:p>
            <a:pPr>
              <a:defRPr/>
            </a:pPr>
            <a:r>
              <a:rPr lang="en-US"/>
              <a:t>Preferred Stock</a:t>
            </a:r>
          </a:p>
        </p:txBody>
      </p:sp>
    </p:spTree>
    <p:extLst>
      <p:ext uri="{BB962C8B-B14F-4D97-AF65-F5344CB8AC3E}">
        <p14:creationId xmlns:p14="http://schemas.microsoft.com/office/powerpoint/2010/main" val="1920796383"/>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Tombstone - AWARDS V2">
    <p:spTree>
      <p:nvGrpSpPr>
        <p:cNvPr id="1" name=""/>
        <p:cNvGrpSpPr/>
        <p:nvPr/>
      </p:nvGrpSpPr>
      <p:grpSpPr>
        <a:xfrm>
          <a:off x="0" y="0"/>
          <a:ext cx="0" cy="0"/>
          <a:chOff x="0" y="0"/>
          <a:chExt cx="0" cy="0"/>
        </a:xfrm>
      </p:grpSpPr>
      <p:sp>
        <p:nvSpPr>
          <p:cNvPr id="6" name="Text Placeholder 21"/>
          <p:cNvSpPr>
            <a:spLocks noGrp="1"/>
          </p:cNvSpPr>
          <p:nvPr>
            <p:ph type="body" sz="quarter" idx="106"/>
          </p:nvPr>
        </p:nvSpPr>
        <p:spPr>
          <a:xfrm>
            <a:off x="601133" y="2914650"/>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21"/>
          <p:cNvSpPr>
            <a:spLocks noGrp="1"/>
          </p:cNvSpPr>
          <p:nvPr>
            <p:ph type="body" sz="quarter" idx="107"/>
          </p:nvPr>
        </p:nvSpPr>
        <p:spPr>
          <a:xfrm>
            <a:off x="601133" y="4622800"/>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Text Placeholder 21"/>
          <p:cNvSpPr>
            <a:spLocks noGrp="1"/>
          </p:cNvSpPr>
          <p:nvPr>
            <p:ph type="body" sz="quarter" idx="101"/>
          </p:nvPr>
        </p:nvSpPr>
        <p:spPr>
          <a:xfrm>
            <a:off x="601133" y="1219200"/>
            <a:ext cx="2112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2pPr>
            <a:lvl3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3pPr>
            <a:lvl4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4pPr>
            <a:lvl5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a:ln>
                  <a:noFill/>
                </a:ln>
                <a:solidFill>
                  <a:srgbClr val="80808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21"/>
          <p:cNvSpPr>
            <a:spLocks noGrp="1"/>
          </p:cNvSpPr>
          <p:nvPr>
            <p:ph type="body" sz="quarter" idx="102"/>
          </p:nvPr>
        </p:nvSpPr>
        <p:spPr>
          <a:xfrm>
            <a:off x="2818451" y="1219200"/>
            <a:ext cx="2112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Text Placeholder 21"/>
          <p:cNvSpPr>
            <a:spLocks noGrp="1"/>
          </p:cNvSpPr>
          <p:nvPr>
            <p:ph type="body" sz="quarter" idx="103"/>
          </p:nvPr>
        </p:nvSpPr>
        <p:spPr>
          <a:xfrm>
            <a:off x="5035768" y="1219200"/>
            <a:ext cx="2112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21"/>
          <p:cNvSpPr>
            <a:spLocks noGrp="1"/>
          </p:cNvSpPr>
          <p:nvPr>
            <p:ph type="body" sz="quarter" idx="104"/>
          </p:nvPr>
        </p:nvSpPr>
        <p:spPr>
          <a:xfrm>
            <a:off x="7253085" y="1219200"/>
            <a:ext cx="2112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Text Placeholder 21"/>
          <p:cNvSpPr>
            <a:spLocks noGrp="1"/>
          </p:cNvSpPr>
          <p:nvPr>
            <p:ph type="body" sz="quarter" idx="105"/>
          </p:nvPr>
        </p:nvSpPr>
        <p:spPr>
          <a:xfrm>
            <a:off x="9470400" y="1219200"/>
            <a:ext cx="2112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ext Placeholder 21"/>
          <p:cNvSpPr>
            <a:spLocks noGrp="1"/>
          </p:cNvSpPr>
          <p:nvPr>
            <p:ph type="body" sz="quarter" idx="108"/>
          </p:nvPr>
        </p:nvSpPr>
        <p:spPr>
          <a:xfrm>
            <a:off x="2818451" y="2914650"/>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Text Placeholder 21"/>
          <p:cNvSpPr>
            <a:spLocks noGrp="1"/>
          </p:cNvSpPr>
          <p:nvPr>
            <p:ph type="body" sz="quarter" idx="109"/>
          </p:nvPr>
        </p:nvSpPr>
        <p:spPr>
          <a:xfrm>
            <a:off x="2818451" y="4626864"/>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ext Placeholder 21"/>
          <p:cNvSpPr>
            <a:spLocks noGrp="1"/>
          </p:cNvSpPr>
          <p:nvPr>
            <p:ph type="body" sz="quarter" idx="110"/>
          </p:nvPr>
        </p:nvSpPr>
        <p:spPr>
          <a:xfrm>
            <a:off x="5035768" y="2914650"/>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ext Placeholder 21"/>
          <p:cNvSpPr>
            <a:spLocks noGrp="1"/>
          </p:cNvSpPr>
          <p:nvPr>
            <p:ph type="body" sz="quarter" idx="111"/>
          </p:nvPr>
        </p:nvSpPr>
        <p:spPr>
          <a:xfrm>
            <a:off x="5035768" y="4626864"/>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7" name="Text Placeholder 21"/>
          <p:cNvSpPr>
            <a:spLocks noGrp="1"/>
          </p:cNvSpPr>
          <p:nvPr>
            <p:ph type="body" sz="quarter" idx="112"/>
          </p:nvPr>
        </p:nvSpPr>
        <p:spPr>
          <a:xfrm>
            <a:off x="7253085" y="2914650"/>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8" name="Text Placeholder 21"/>
          <p:cNvSpPr>
            <a:spLocks noGrp="1"/>
          </p:cNvSpPr>
          <p:nvPr>
            <p:ph type="body" sz="quarter" idx="113"/>
          </p:nvPr>
        </p:nvSpPr>
        <p:spPr>
          <a:xfrm>
            <a:off x="7253085" y="4626864"/>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Text Placeholder 21"/>
          <p:cNvSpPr>
            <a:spLocks noGrp="1"/>
          </p:cNvSpPr>
          <p:nvPr>
            <p:ph type="body" sz="quarter" idx="114"/>
          </p:nvPr>
        </p:nvSpPr>
        <p:spPr>
          <a:xfrm>
            <a:off x="9470400" y="2914650"/>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0" name="Text Placeholder 21"/>
          <p:cNvSpPr>
            <a:spLocks noGrp="1"/>
          </p:cNvSpPr>
          <p:nvPr>
            <p:ph type="body" sz="quarter" idx="115"/>
          </p:nvPr>
        </p:nvSpPr>
        <p:spPr>
          <a:xfrm>
            <a:off x="9470400" y="4626864"/>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1" name="Text Placeholder 21"/>
          <p:cNvSpPr>
            <a:spLocks noGrp="1"/>
          </p:cNvSpPr>
          <p:nvPr>
            <p:ph type="body" sz="quarter" idx="116"/>
          </p:nvPr>
        </p:nvSpPr>
        <p:spPr>
          <a:xfrm>
            <a:off x="601133" y="251235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2" name="Text Placeholder 21"/>
          <p:cNvSpPr>
            <a:spLocks noGrp="1"/>
          </p:cNvSpPr>
          <p:nvPr>
            <p:ph type="body" sz="quarter" idx="117"/>
          </p:nvPr>
        </p:nvSpPr>
        <p:spPr>
          <a:xfrm>
            <a:off x="2818449" y="251460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3" name="Text Placeholder 21"/>
          <p:cNvSpPr>
            <a:spLocks noGrp="1"/>
          </p:cNvSpPr>
          <p:nvPr>
            <p:ph type="body" sz="quarter" idx="118"/>
          </p:nvPr>
        </p:nvSpPr>
        <p:spPr>
          <a:xfrm>
            <a:off x="5035765" y="251460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4" name="Text Placeholder 21"/>
          <p:cNvSpPr>
            <a:spLocks noGrp="1"/>
          </p:cNvSpPr>
          <p:nvPr>
            <p:ph type="body" sz="quarter" idx="119"/>
          </p:nvPr>
        </p:nvSpPr>
        <p:spPr>
          <a:xfrm>
            <a:off x="7253081" y="251460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5" name="Text Placeholder 21"/>
          <p:cNvSpPr>
            <a:spLocks noGrp="1"/>
          </p:cNvSpPr>
          <p:nvPr>
            <p:ph type="body" sz="quarter" idx="120"/>
          </p:nvPr>
        </p:nvSpPr>
        <p:spPr>
          <a:xfrm>
            <a:off x="9470400" y="251460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6" name="Text Placeholder 21"/>
          <p:cNvSpPr>
            <a:spLocks noGrp="1"/>
          </p:cNvSpPr>
          <p:nvPr>
            <p:ph type="body" sz="quarter" idx="121"/>
          </p:nvPr>
        </p:nvSpPr>
        <p:spPr>
          <a:xfrm>
            <a:off x="601133" y="421005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7" name="Text Placeholder 21"/>
          <p:cNvSpPr>
            <a:spLocks noGrp="1"/>
          </p:cNvSpPr>
          <p:nvPr>
            <p:ph type="body" sz="quarter" idx="122"/>
          </p:nvPr>
        </p:nvSpPr>
        <p:spPr>
          <a:xfrm>
            <a:off x="2818449" y="421005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8" name="Text Placeholder 21"/>
          <p:cNvSpPr>
            <a:spLocks noGrp="1"/>
          </p:cNvSpPr>
          <p:nvPr>
            <p:ph type="body" sz="quarter" idx="123"/>
          </p:nvPr>
        </p:nvSpPr>
        <p:spPr>
          <a:xfrm>
            <a:off x="5035765" y="421005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9" name="Text Placeholder 21"/>
          <p:cNvSpPr>
            <a:spLocks noGrp="1"/>
          </p:cNvSpPr>
          <p:nvPr>
            <p:ph type="body" sz="quarter" idx="124"/>
          </p:nvPr>
        </p:nvSpPr>
        <p:spPr>
          <a:xfrm>
            <a:off x="7253081" y="421005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0" name="Text Placeholder 21"/>
          <p:cNvSpPr>
            <a:spLocks noGrp="1"/>
          </p:cNvSpPr>
          <p:nvPr>
            <p:ph type="body" sz="quarter" idx="125"/>
          </p:nvPr>
        </p:nvSpPr>
        <p:spPr>
          <a:xfrm>
            <a:off x="9470400" y="421005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1" name="Text Placeholder 21"/>
          <p:cNvSpPr>
            <a:spLocks noGrp="1"/>
          </p:cNvSpPr>
          <p:nvPr>
            <p:ph type="body" sz="quarter" idx="126"/>
          </p:nvPr>
        </p:nvSpPr>
        <p:spPr>
          <a:xfrm>
            <a:off x="601133" y="5919125"/>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2" name="Text Placeholder 21"/>
          <p:cNvSpPr>
            <a:spLocks noGrp="1"/>
          </p:cNvSpPr>
          <p:nvPr>
            <p:ph type="body" sz="quarter" idx="127"/>
          </p:nvPr>
        </p:nvSpPr>
        <p:spPr>
          <a:xfrm>
            <a:off x="2818449" y="5919125"/>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3" name="Text Placeholder 21"/>
          <p:cNvSpPr>
            <a:spLocks noGrp="1"/>
          </p:cNvSpPr>
          <p:nvPr>
            <p:ph type="body" sz="quarter" idx="128"/>
          </p:nvPr>
        </p:nvSpPr>
        <p:spPr>
          <a:xfrm>
            <a:off x="5035765" y="5919125"/>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4" name="Text Placeholder 21"/>
          <p:cNvSpPr>
            <a:spLocks noGrp="1"/>
          </p:cNvSpPr>
          <p:nvPr>
            <p:ph type="body" sz="quarter" idx="129"/>
          </p:nvPr>
        </p:nvSpPr>
        <p:spPr>
          <a:xfrm>
            <a:off x="7253081" y="5919125"/>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5" name="Text Placeholder 21"/>
          <p:cNvSpPr>
            <a:spLocks noGrp="1"/>
          </p:cNvSpPr>
          <p:nvPr>
            <p:ph type="body" sz="quarter" idx="130"/>
          </p:nvPr>
        </p:nvSpPr>
        <p:spPr>
          <a:xfrm>
            <a:off x="9470400" y="5919125"/>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7" name="Rectangle 2"/>
          <p:cNvSpPr>
            <a:spLocks noGrp="1" noChangeArrowheads="1"/>
          </p:cNvSpPr>
          <p:nvPr>
            <p:ph type="title"/>
          </p:nvPr>
        </p:nvSpPr>
        <p:spPr bwMode="gray">
          <a:xfrm>
            <a:off x="596901"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36" name="Slide Number Placeholder 9"/>
          <p:cNvSpPr>
            <a:spLocks noGrp="1"/>
          </p:cNvSpPr>
          <p:nvPr>
            <p:ph type="sldNum" sz="quarter" idx="131"/>
          </p:nvPr>
        </p:nvSpPr>
        <p:spPr/>
        <p:txBody>
          <a:bodyPr/>
          <a:lstStyle>
            <a:lvl1pPr>
              <a:defRPr/>
            </a:lvl1pPr>
          </a:lstStyle>
          <a:p>
            <a:fld id="{465CD288-24B3-4B48-8EA0-67784588A8A0}" type="slidenum">
              <a:rPr lang="en-US" altLang="en-US"/>
              <a:pPr/>
              <a:t>‹#›</a:t>
            </a:fld>
            <a:endParaRPr lang="en-US" altLang="en-US"/>
          </a:p>
        </p:txBody>
      </p:sp>
      <p:sp>
        <p:nvSpPr>
          <p:cNvPr id="38" name="Footer Placeholder 12"/>
          <p:cNvSpPr>
            <a:spLocks noGrp="1"/>
          </p:cNvSpPr>
          <p:nvPr>
            <p:ph type="ftr" sz="quarter" idx="132"/>
          </p:nvPr>
        </p:nvSpPr>
        <p:spPr/>
        <p:txBody>
          <a:bodyPr/>
          <a:lstStyle>
            <a:lvl1pPr>
              <a:defRPr/>
            </a:lvl1pPr>
          </a:lstStyle>
          <a:p>
            <a:pPr>
              <a:defRPr/>
            </a:pPr>
            <a:r>
              <a:rPr lang="en-US"/>
              <a:t>Preferred Stock</a:t>
            </a:r>
          </a:p>
        </p:txBody>
      </p:sp>
    </p:spTree>
    <p:extLst>
      <p:ext uri="{BB962C8B-B14F-4D97-AF65-F5344CB8AC3E}">
        <p14:creationId xmlns:p14="http://schemas.microsoft.com/office/powerpoint/2010/main" val="1488665738"/>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Tombstone - AWARDS V3">
    <p:spTree>
      <p:nvGrpSpPr>
        <p:cNvPr id="1" name=""/>
        <p:cNvGrpSpPr/>
        <p:nvPr/>
      </p:nvGrpSpPr>
      <p:grpSpPr>
        <a:xfrm>
          <a:off x="0" y="0"/>
          <a:ext cx="0" cy="0"/>
          <a:chOff x="0" y="0"/>
          <a:chExt cx="0" cy="0"/>
        </a:xfrm>
      </p:grpSpPr>
      <p:sp>
        <p:nvSpPr>
          <p:cNvPr id="6" name="Text Placeholder 21"/>
          <p:cNvSpPr>
            <a:spLocks noGrp="1"/>
          </p:cNvSpPr>
          <p:nvPr>
            <p:ph type="body" sz="quarter" idx="106"/>
          </p:nvPr>
        </p:nvSpPr>
        <p:spPr>
          <a:xfrm>
            <a:off x="601133" y="291465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21"/>
          <p:cNvSpPr>
            <a:spLocks noGrp="1"/>
          </p:cNvSpPr>
          <p:nvPr>
            <p:ph type="body" sz="quarter" idx="107"/>
          </p:nvPr>
        </p:nvSpPr>
        <p:spPr>
          <a:xfrm>
            <a:off x="601133" y="4626864"/>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Text Placeholder 21"/>
          <p:cNvSpPr>
            <a:spLocks noGrp="1"/>
          </p:cNvSpPr>
          <p:nvPr>
            <p:ph type="body" sz="quarter" idx="101"/>
          </p:nvPr>
        </p:nvSpPr>
        <p:spPr>
          <a:xfrm>
            <a:off x="601133" y="121920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gn="l" defTabSz="914400" rtl="0" eaLnBrk="1" latinLnBrk="0" hangingPunct="1">
              <a:lnSpc>
                <a:spcPct val="100000"/>
              </a:lnSpc>
              <a:spcBef>
                <a:spcPts val="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2pPr>
            <a:lvl3pPr marL="0" indent="0" algn="l" defTabSz="914400" rtl="0" eaLnBrk="1" latinLnBrk="0" hangingPunct="1">
              <a:lnSpc>
                <a:spcPct val="100000"/>
              </a:lnSpc>
              <a:spcBef>
                <a:spcPts val="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3pPr>
            <a:lvl4pPr marL="0" indent="0" algn="l" defTabSz="914400" rtl="0" eaLnBrk="1" latinLnBrk="0" hangingPunct="1">
              <a:lnSpc>
                <a:spcPct val="100000"/>
              </a:lnSpc>
              <a:spcBef>
                <a:spcPts val="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4pPr>
            <a:lvl5pPr marL="0" indent="0" algn="l" defTabSz="914400" rtl="0" eaLnBrk="1" latinLnBrk="0" hangingPunct="1">
              <a:lnSpc>
                <a:spcPct val="100000"/>
              </a:lnSpc>
              <a:spcBef>
                <a:spcPts val="0"/>
              </a:spcBef>
              <a:buClr>
                <a:srgbClr val="9E3039"/>
              </a:buClr>
              <a:buFont typeface="Arial" pitchFamily="34" charset="0"/>
              <a:buNone/>
              <a:defRPr kumimoji="0" lang="en-US" sz="700" b="0" i="0" u="none" strike="noStrike" kern="1200" cap="none" spc="0" normalizeH="0" baseline="0" noProof="0" dirty="0">
                <a:ln>
                  <a:noFill/>
                </a:ln>
                <a:solidFill>
                  <a:srgbClr val="80808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21"/>
          <p:cNvSpPr>
            <a:spLocks noGrp="1"/>
          </p:cNvSpPr>
          <p:nvPr>
            <p:ph type="body" sz="quarter" idx="102"/>
          </p:nvPr>
        </p:nvSpPr>
        <p:spPr>
          <a:xfrm>
            <a:off x="2818451" y="121920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Text Placeholder 21"/>
          <p:cNvSpPr>
            <a:spLocks noGrp="1"/>
          </p:cNvSpPr>
          <p:nvPr>
            <p:ph type="body" sz="quarter" idx="103"/>
          </p:nvPr>
        </p:nvSpPr>
        <p:spPr>
          <a:xfrm>
            <a:off x="5035768" y="121920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21"/>
          <p:cNvSpPr>
            <a:spLocks noGrp="1"/>
          </p:cNvSpPr>
          <p:nvPr>
            <p:ph type="body" sz="quarter" idx="104"/>
          </p:nvPr>
        </p:nvSpPr>
        <p:spPr>
          <a:xfrm>
            <a:off x="7253085" y="121920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Text Placeholder 21"/>
          <p:cNvSpPr>
            <a:spLocks noGrp="1"/>
          </p:cNvSpPr>
          <p:nvPr>
            <p:ph type="body" sz="quarter" idx="105"/>
          </p:nvPr>
        </p:nvSpPr>
        <p:spPr>
          <a:xfrm>
            <a:off x="9470400" y="121920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ext Placeholder 21"/>
          <p:cNvSpPr>
            <a:spLocks noGrp="1"/>
          </p:cNvSpPr>
          <p:nvPr>
            <p:ph type="body" sz="quarter" idx="108"/>
          </p:nvPr>
        </p:nvSpPr>
        <p:spPr>
          <a:xfrm>
            <a:off x="2818451" y="291465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Text Placeholder 21"/>
          <p:cNvSpPr>
            <a:spLocks noGrp="1"/>
          </p:cNvSpPr>
          <p:nvPr>
            <p:ph type="body" sz="quarter" idx="109"/>
          </p:nvPr>
        </p:nvSpPr>
        <p:spPr>
          <a:xfrm>
            <a:off x="2818451" y="4626864"/>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ext Placeholder 21"/>
          <p:cNvSpPr>
            <a:spLocks noGrp="1"/>
          </p:cNvSpPr>
          <p:nvPr>
            <p:ph type="body" sz="quarter" idx="110"/>
          </p:nvPr>
        </p:nvSpPr>
        <p:spPr>
          <a:xfrm>
            <a:off x="5035768" y="291465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ext Placeholder 21"/>
          <p:cNvSpPr>
            <a:spLocks noGrp="1"/>
          </p:cNvSpPr>
          <p:nvPr>
            <p:ph type="body" sz="quarter" idx="111"/>
          </p:nvPr>
        </p:nvSpPr>
        <p:spPr>
          <a:xfrm>
            <a:off x="5035768" y="4626864"/>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7" name="Text Placeholder 21"/>
          <p:cNvSpPr>
            <a:spLocks noGrp="1"/>
          </p:cNvSpPr>
          <p:nvPr>
            <p:ph type="body" sz="quarter" idx="112"/>
          </p:nvPr>
        </p:nvSpPr>
        <p:spPr>
          <a:xfrm>
            <a:off x="7253085" y="291465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8" name="Text Placeholder 21"/>
          <p:cNvSpPr>
            <a:spLocks noGrp="1"/>
          </p:cNvSpPr>
          <p:nvPr>
            <p:ph type="body" sz="quarter" idx="113"/>
          </p:nvPr>
        </p:nvSpPr>
        <p:spPr>
          <a:xfrm>
            <a:off x="7253085" y="4626864"/>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Text Placeholder 21"/>
          <p:cNvSpPr>
            <a:spLocks noGrp="1"/>
          </p:cNvSpPr>
          <p:nvPr>
            <p:ph type="body" sz="quarter" idx="114"/>
          </p:nvPr>
        </p:nvSpPr>
        <p:spPr>
          <a:xfrm>
            <a:off x="9470400" y="291465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0" name="Text Placeholder 21"/>
          <p:cNvSpPr>
            <a:spLocks noGrp="1"/>
          </p:cNvSpPr>
          <p:nvPr>
            <p:ph type="body" sz="quarter" idx="115"/>
          </p:nvPr>
        </p:nvSpPr>
        <p:spPr>
          <a:xfrm>
            <a:off x="9470400" y="4626864"/>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1" name="Text Placeholder 21"/>
          <p:cNvSpPr>
            <a:spLocks noGrp="1"/>
          </p:cNvSpPr>
          <p:nvPr>
            <p:ph type="body" sz="quarter" idx="116"/>
          </p:nvPr>
        </p:nvSpPr>
        <p:spPr>
          <a:xfrm>
            <a:off x="601133" y="2432304"/>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2" name="Text Placeholder 21"/>
          <p:cNvSpPr>
            <a:spLocks noGrp="1"/>
          </p:cNvSpPr>
          <p:nvPr>
            <p:ph type="body" sz="quarter" idx="117"/>
          </p:nvPr>
        </p:nvSpPr>
        <p:spPr>
          <a:xfrm>
            <a:off x="2818449" y="2432304"/>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3" name="Text Placeholder 21"/>
          <p:cNvSpPr>
            <a:spLocks noGrp="1"/>
          </p:cNvSpPr>
          <p:nvPr>
            <p:ph type="body" sz="quarter" idx="118"/>
          </p:nvPr>
        </p:nvSpPr>
        <p:spPr>
          <a:xfrm>
            <a:off x="5035765" y="2432304"/>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4" name="Text Placeholder 21"/>
          <p:cNvSpPr>
            <a:spLocks noGrp="1"/>
          </p:cNvSpPr>
          <p:nvPr>
            <p:ph type="body" sz="quarter" idx="119"/>
          </p:nvPr>
        </p:nvSpPr>
        <p:spPr>
          <a:xfrm>
            <a:off x="7253081" y="2432304"/>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5" name="Text Placeholder 21"/>
          <p:cNvSpPr>
            <a:spLocks noGrp="1"/>
          </p:cNvSpPr>
          <p:nvPr>
            <p:ph type="body" sz="quarter" idx="120"/>
          </p:nvPr>
        </p:nvSpPr>
        <p:spPr>
          <a:xfrm>
            <a:off x="9470400" y="2432304"/>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6" name="Text Placeholder 21"/>
          <p:cNvSpPr>
            <a:spLocks noGrp="1"/>
          </p:cNvSpPr>
          <p:nvPr>
            <p:ph type="body" sz="quarter" idx="121"/>
          </p:nvPr>
        </p:nvSpPr>
        <p:spPr>
          <a:xfrm>
            <a:off x="601133" y="4133088"/>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7" name="Text Placeholder 21"/>
          <p:cNvSpPr>
            <a:spLocks noGrp="1"/>
          </p:cNvSpPr>
          <p:nvPr>
            <p:ph type="body" sz="quarter" idx="122"/>
          </p:nvPr>
        </p:nvSpPr>
        <p:spPr>
          <a:xfrm>
            <a:off x="2818449" y="4133088"/>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8" name="Text Placeholder 21"/>
          <p:cNvSpPr>
            <a:spLocks noGrp="1"/>
          </p:cNvSpPr>
          <p:nvPr>
            <p:ph type="body" sz="quarter" idx="123"/>
          </p:nvPr>
        </p:nvSpPr>
        <p:spPr>
          <a:xfrm>
            <a:off x="5035765" y="4133088"/>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9" name="Text Placeholder 21"/>
          <p:cNvSpPr>
            <a:spLocks noGrp="1"/>
          </p:cNvSpPr>
          <p:nvPr>
            <p:ph type="body" sz="quarter" idx="124"/>
          </p:nvPr>
        </p:nvSpPr>
        <p:spPr>
          <a:xfrm>
            <a:off x="7253081" y="4133088"/>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0" name="Text Placeholder 21"/>
          <p:cNvSpPr>
            <a:spLocks noGrp="1"/>
          </p:cNvSpPr>
          <p:nvPr>
            <p:ph type="body" sz="quarter" idx="125"/>
          </p:nvPr>
        </p:nvSpPr>
        <p:spPr>
          <a:xfrm>
            <a:off x="9470400" y="4133088"/>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1" name="Text Placeholder 21"/>
          <p:cNvSpPr>
            <a:spLocks noGrp="1"/>
          </p:cNvSpPr>
          <p:nvPr>
            <p:ph type="body" sz="quarter" idx="126"/>
          </p:nvPr>
        </p:nvSpPr>
        <p:spPr>
          <a:xfrm>
            <a:off x="601133" y="5843016"/>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2" name="Text Placeholder 21"/>
          <p:cNvSpPr>
            <a:spLocks noGrp="1"/>
          </p:cNvSpPr>
          <p:nvPr>
            <p:ph type="body" sz="quarter" idx="127"/>
          </p:nvPr>
        </p:nvSpPr>
        <p:spPr>
          <a:xfrm>
            <a:off x="2818449" y="5843016"/>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3" name="Text Placeholder 21"/>
          <p:cNvSpPr>
            <a:spLocks noGrp="1"/>
          </p:cNvSpPr>
          <p:nvPr>
            <p:ph type="body" sz="quarter" idx="128"/>
          </p:nvPr>
        </p:nvSpPr>
        <p:spPr>
          <a:xfrm>
            <a:off x="5035765" y="5843016"/>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4" name="Text Placeholder 21"/>
          <p:cNvSpPr>
            <a:spLocks noGrp="1"/>
          </p:cNvSpPr>
          <p:nvPr>
            <p:ph type="body" sz="quarter" idx="129"/>
          </p:nvPr>
        </p:nvSpPr>
        <p:spPr>
          <a:xfrm>
            <a:off x="7253081" y="5843016"/>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5" name="Text Placeholder 21"/>
          <p:cNvSpPr>
            <a:spLocks noGrp="1"/>
          </p:cNvSpPr>
          <p:nvPr>
            <p:ph type="body" sz="quarter" idx="130"/>
          </p:nvPr>
        </p:nvSpPr>
        <p:spPr>
          <a:xfrm>
            <a:off x="9470400" y="5843016"/>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7" name="Rectangle 2"/>
          <p:cNvSpPr>
            <a:spLocks noGrp="1" noChangeArrowheads="1"/>
          </p:cNvSpPr>
          <p:nvPr>
            <p:ph type="title"/>
          </p:nvPr>
        </p:nvSpPr>
        <p:spPr bwMode="gray">
          <a:xfrm>
            <a:off x="596901"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36" name="Slide Number Placeholder 9"/>
          <p:cNvSpPr>
            <a:spLocks noGrp="1"/>
          </p:cNvSpPr>
          <p:nvPr>
            <p:ph type="sldNum" sz="quarter" idx="131"/>
          </p:nvPr>
        </p:nvSpPr>
        <p:spPr/>
        <p:txBody>
          <a:bodyPr/>
          <a:lstStyle>
            <a:lvl1pPr>
              <a:defRPr/>
            </a:lvl1pPr>
          </a:lstStyle>
          <a:p>
            <a:fld id="{90FE7E78-F63E-6945-90BC-87516667A720}" type="slidenum">
              <a:rPr lang="en-US" altLang="en-US"/>
              <a:pPr/>
              <a:t>‹#›</a:t>
            </a:fld>
            <a:endParaRPr lang="en-US" altLang="en-US"/>
          </a:p>
        </p:txBody>
      </p:sp>
      <p:sp>
        <p:nvSpPr>
          <p:cNvPr id="38" name="Footer Placeholder 12"/>
          <p:cNvSpPr>
            <a:spLocks noGrp="1"/>
          </p:cNvSpPr>
          <p:nvPr>
            <p:ph type="ftr" sz="quarter" idx="132"/>
          </p:nvPr>
        </p:nvSpPr>
        <p:spPr/>
        <p:txBody>
          <a:bodyPr/>
          <a:lstStyle>
            <a:lvl1pPr>
              <a:defRPr/>
            </a:lvl1pPr>
          </a:lstStyle>
          <a:p>
            <a:pPr>
              <a:defRPr/>
            </a:pPr>
            <a:r>
              <a:rPr lang="en-US"/>
              <a:t>Preferred Stock</a:t>
            </a:r>
          </a:p>
        </p:txBody>
      </p:sp>
    </p:spTree>
    <p:extLst>
      <p:ext uri="{BB962C8B-B14F-4D97-AF65-F5344CB8AC3E}">
        <p14:creationId xmlns:p14="http://schemas.microsoft.com/office/powerpoint/2010/main" val="990063456"/>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914400" y="152400"/>
            <a:ext cx="10363200" cy="609600"/>
          </a:xfrm>
          <a:prstGeom prst="rect">
            <a:avLst/>
          </a:prstGeom>
        </p:spPr>
        <p:txBody>
          <a:bodyPr/>
          <a:lstStyle/>
          <a:p>
            <a:r>
              <a:rPr lang="en-US"/>
              <a:t>Click to edit Master title style</a:t>
            </a:r>
          </a:p>
        </p:txBody>
      </p:sp>
      <p:sp>
        <p:nvSpPr>
          <p:cNvPr id="3" name="Content Placeholder 2"/>
          <p:cNvSpPr>
            <a:spLocks noGrp="1"/>
          </p:cNvSpPr>
          <p:nvPr>
            <p:ph idx="1"/>
          </p:nvPr>
        </p:nvSpPr>
        <p:spPr>
          <a:xfrm>
            <a:off x="914400" y="914400"/>
            <a:ext cx="10363200" cy="5410200"/>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Rectangle 3"/>
          <p:cNvSpPr>
            <a:spLocks noGrp="1" noChangeArrowheads="1"/>
          </p:cNvSpPr>
          <p:nvPr>
            <p:ph type="ftr" sz="quarter" idx="10"/>
          </p:nvPr>
        </p:nvSpPr>
        <p:spPr/>
        <p:txBody>
          <a:bodyPr/>
          <a:lstStyle>
            <a:lvl1pPr>
              <a:defRPr b="0"/>
            </a:lvl1pPr>
          </a:lstStyle>
          <a:p>
            <a:r>
              <a:rPr lang="en-US"/>
              <a:t>Preferred Stock</a:t>
            </a:r>
          </a:p>
        </p:txBody>
      </p:sp>
      <p:sp>
        <p:nvSpPr>
          <p:cNvPr id="5" name="Rectangle 4"/>
          <p:cNvSpPr>
            <a:spLocks noGrp="1" noChangeArrowheads="1"/>
          </p:cNvSpPr>
          <p:nvPr>
            <p:ph type="sldNum" sz="quarter" idx="11"/>
          </p:nvPr>
        </p:nvSpPr>
        <p:spPr/>
        <p:txBody>
          <a:bodyPr/>
          <a:lstStyle>
            <a:lvl1pPr>
              <a:defRPr/>
            </a:lvl1pPr>
          </a:lstStyle>
          <a:p>
            <a:endParaRPr lang="en-US">
              <a:latin typeface="Calibri"/>
            </a:endParaRPr>
          </a:p>
          <a:p>
            <a:fld id="{32A47CA8-1D40-3C49-82CF-CF2201A41E4F}" type="slidenum">
              <a:rPr lang="en-US" smtClean="0">
                <a:latin typeface="Calibri"/>
              </a:rPr>
              <a:pPr/>
              <a:t>‹#›</a:t>
            </a:fld>
            <a:endParaRPr lang="en-US">
              <a:latin typeface="Calibri"/>
            </a:endParaRPr>
          </a:p>
        </p:txBody>
      </p:sp>
    </p:spTree>
    <p:extLst>
      <p:ext uri="{BB962C8B-B14F-4D97-AF65-F5344CB8AC3E}">
        <p14:creationId xmlns:p14="http://schemas.microsoft.com/office/powerpoint/2010/main" val="265469765"/>
      </p:ext>
    </p:extLst>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slideLayout" Target="../slideLayouts/slideLayout50.xml"/><Relationship Id="rId55" Type="http://schemas.openxmlformats.org/officeDocument/2006/relationships/slideLayout" Target="../slideLayouts/slideLayout55.xml"/><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3" Type="http://schemas.openxmlformats.org/officeDocument/2006/relationships/slideLayout" Target="../slideLayouts/slideLayout53.xml"/><Relationship Id="rId5" Type="http://schemas.openxmlformats.org/officeDocument/2006/relationships/slideLayout" Target="../slideLayouts/slideLayout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slideLayout" Target="../slideLayouts/slideLayout52.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56" Type="http://schemas.openxmlformats.org/officeDocument/2006/relationships/theme" Target="../theme/theme1.xml"/><Relationship Id="rId8" Type="http://schemas.openxmlformats.org/officeDocument/2006/relationships/slideLayout" Target="../slideLayouts/slideLayout8.xml"/><Relationship Id="rId51" Type="http://schemas.openxmlformats.org/officeDocument/2006/relationships/slideLayout" Target="../slideLayouts/slideLayout51.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54" Type="http://schemas.openxmlformats.org/officeDocument/2006/relationships/slideLayout" Target="../slideLayouts/slideLayout54.xml"/><Relationship Id="rId1" Type="http://schemas.openxmlformats.org/officeDocument/2006/relationships/slideLayout" Target="../slideLayouts/slideLayout1.xml"/><Relationship Id="rId6" Type="http://schemas.openxmlformats.org/officeDocument/2006/relationships/slideLayout" Target="../slideLayouts/slideLayout6.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1028" name="Line 88"/>
          <p:cNvSpPr>
            <a:spLocks noChangeShapeType="1"/>
          </p:cNvSpPr>
          <p:nvPr/>
        </p:nvSpPr>
        <p:spPr bwMode="gray">
          <a:xfrm>
            <a:off x="0" y="6423027"/>
            <a:ext cx="12192000" cy="0"/>
          </a:xfrm>
          <a:prstGeom prst="line">
            <a:avLst/>
          </a:prstGeom>
          <a:noFill/>
          <a:ln w="15875">
            <a:solidFill>
              <a:schemeClr val="accent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 name="Slide Number Placeholder 9"/>
          <p:cNvSpPr>
            <a:spLocks noGrp="1"/>
          </p:cNvSpPr>
          <p:nvPr>
            <p:ph type="sldNum" sz="quarter" idx="4"/>
          </p:nvPr>
        </p:nvSpPr>
        <p:spPr>
          <a:xfrm>
            <a:off x="11480800" y="6436634"/>
            <a:ext cx="609600" cy="365125"/>
          </a:xfrm>
          <a:prstGeom prst="rect">
            <a:avLst/>
          </a:prstGeom>
        </p:spPr>
        <p:txBody>
          <a:bodyPr vert="horz" wrap="square" lIns="91440" tIns="45720" rIns="91440" bIns="45720" numCol="1" anchor="ctr" anchorCtr="0" compatLnSpc="1">
            <a:prstTxWarp prst="textNoShape">
              <a:avLst/>
            </a:prstTxWarp>
          </a:bodyPr>
          <a:lstStyle>
            <a:lvl1pPr>
              <a:defRPr sz="800" b="0">
                <a:solidFill>
                  <a:schemeClr val="tx1">
                    <a:lumMod val="50000"/>
                    <a:lumOff val="50000"/>
                  </a:schemeClr>
                </a:solidFill>
                <a:latin typeface="+mn-lt"/>
              </a:defRPr>
            </a:lvl1pPr>
          </a:lstStyle>
          <a:p>
            <a:pPr algn="r"/>
            <a:fld id="{D9D5F7EB-196B-A148-8812-2A4F7A2FBBD6}" type="slidenum">
              <a:rPr lang="en-US" altLang="en-US" smtClean="0"/>
              <a:pPr algn="r"/>
              <a:t>‹#›</a:t>
            </a:fld>
            <a:endParaRPr lang="en-US" altLang="en-US"/>
          </a:p>
        </p:txBody>
      </p:sp>
      <p:sp>
        <p:nvSpPr>
          <p:cNvPr id="13" name="Footer Placeholder 12"/>
          <p:cNvSpPr>
            <a:spLocks noGrp="1"/>
          </p:cNvSpPr>
          <p:nvPr>
            <p:ph type="ftr" sz="quarter" idx="3"/>
          </p:nvPr>
        </p:nvSpPr>
        <p:spPr>
          <a:xfrm>
            <a:off x="4165600" y="6442487"/>
            <a:ext cx="3860800" cy="365125"/>
          </a:xfrm>
          <a:prstGeom prst="rect">
            <a:avLst/>
          </a:prstGeom>
        </p:spPr>
        <p:txBody>
          <a:bodyPr vert="horz" wrap="square" lIns="91440" tIns="45720" rIns="91440" bIns="45720" numCol="1" anchor="ctr" anchorCtr="0" compatLnSpc="1">
            <a:prstTxWarp prst="textNoShape">
              <a:avLst/>
            </a:prstTxWarp>
          </a:bodyPr>
          <a:lstStyle>
            <a:lvl1pPr algn="ctr">
              <a:defRPr sz="1000" b="1" smtClean="0">
                <a:solidFill>
                  <a:srgbClr val="898989"/>
                </a:solidFill>
                <a:latin typeface="+mn-lt"/>
                <a:ea typeface="+mn-ea"/>
              </a:defRPr>
            </a:lvl1pPr>
          </a:lstStyle>
          <a:p>
            <a:pPr>
              <a:defRPr/>
            </a:pPr>
            <a:r>
              <a:rPr lang="en-US" dirty="0"/>
              <a:t>Preferred Stock</a:t>
            </a:r>
          </a:p>
        </p:txBody>
      </p:sp>
      <p:sp>
        <p:nvSpPr>
          <p:cNvPr id="9" name="Footer Placeholder 3"/>
          <p:cNvSpPr txBox="1">
            <a:spLocks/>
          </p:cNvSpPr>
          <p:nvPr userDrawn="1"/>
        </p:nvSpPr>
        <p:spPr>
          <a:xfrm>
            <a:off x="96545" y="6423028"/>
            <a:ext cx="3149600" cy="365125"/>
          </a:xfrm>
          <a:prstGeom prst="rect">
            <a:avLst/>
          </a:prstGeom>
        </p:spPr>
        <p:txBody>
          <a:bodyPr vert="horz" wrap="square" lIns="91440" tIns="45720" rIns="91440" bIns="45720" numCol="1" anchor="ctr" anchorCtr="0" compatLnSpc="1">
            <a:prstTxWarp prst="textNoShape">
              <a:avLst/>
            </a:prstTxWarp>
          </a:bodyPr>
          <a:lstStyle>
            <a:defPPr>
              <a:defRPr lang="en-US"/>
            </a:defPPr>
            <a:lvl1pPr algn="ctr" rtl="0" fontAlgn="base">
              <a:spcBef>
                <a:spcPct val="0"/>
              </a:spcBef>
              <a:spcAft>
                <a:spcPct val="0"/>
              </a:spcAft>
              <a:defRPr sz="1200" kern="1200" smtClean="0">
                <a:solidFill>
                  <a:srgbClr val="898989"/>
                </a:solidFill>
                <a:latin typeface="Arial" charset="0"/>
                <a:ea typeface="+mn-ea"/>
                <a:cs typeface="Arial" charset="0"/>
              </a:defRPr>
            </a:lvl1pPr>
            <a:lvl2pPr marL="457200" algn="l" rtl="0" fontAlgn="base">
              <a:spcBef>
                <a:spcPct val="0"/>
              </a:spcBef>
              <a:spcAft>
                <a:spcPct val="0"/>
              </a:spcAft>
              <a:defRPr kern="1200">
                <a:solidFill>
                  <a:schemeClr val="tx1"/>
                </a:solidFill>
                <a:latin typeface="Calibri" charset="0"/>
                <a:ea typeface="Arial" charset="0"/>
                <a:cs typeface="Arial" charset="0"/>
              </a:defRPr>
            </a:lvl2pPr>
            <a:lvl3pPr marL="914400" algn="l" rtl="0" fontAlgn="base">
              <a:spcBef>
                <a:spcPct val="0"/>
              </a:spcBef>
              <a:spcAft>
                <a:spcPct val="0"/>
              </a:spcAft>
              <a:defRPr kern="1200">
                <a:solidFill>
                  <a:schemeClr val="tx1"/>
                </a:solidFill>
                <a:latin typeface="Calibri" charset="0"/>
                <a:ea typeface="Arial" charset="0"/>
                <a:cs typeface="Arial" charset="0"/>
              </a:defRPr>
            </a:lvl3pPr>
            <a:lvl4pPr marL="1371600" algn="l" rtl="0" fontAlgn="base">
              <a:spcBef>
                <a:spcPct val="0"/>
              </a:spcBef>
              <a:spcAft>
                <a:spcPct val="0"/>
              </a:spcAft>
              <a:defRPr kern="1200">
                <a:solidFill>
                  <a:schemeClr val="tx1"/>
                </a:solidFill>
                <a:latin typeface="Calibri" charset="0"/>
                <a:ea typeface="Arial" charset="0"/>
                <a:cs typeface="Arial" charset="0"/>
              </a:defRPr>
            </a:lvl4pPr>
            <a:lvl5pPr marL="1828800" algn="l" rtl="0" fontAlgn="base">
              <a:spcBef>
                <a:spcPct val="0"/>
              </a:spcBef>
              <a:spcAft>
                <a:spcPct val="0"/>
              </a:spcAft>
              <a:defRPr kern="1200">
                <a:solidFill>
                  <a:schemeClr val="tx1"/>
                </a:solidFill>
                <a:latin typeface="Calibri" charset="0"/>
                <a:ea typeface="Arial" charset="0"/>
                <a:cs typeface="Arial" charset="0"/>
              </a:defRPr>
            </a:lvl5pPr>
            <a:lvl6pPr marL="2286000" algn="l" defTabSz="914400" rtl="0" eaLnBrk="1" latinLnBrk="0" hangingPunct="1">
              <a:defRPr kern="1200">
                <a:solidFill>
                  <a:schemeClr val="tx1"/>
                </a:solidFill>
                <a:latin typeface="Calibri" charset="0"/>
                <a:ea typeface="Arial" charset="0"/>
                <a:cs typeface="Arial" charset="0"/>
              </a:defRPr>
            </a:lvl6pPr>
            <a:lvl7pPr marL="2743200" algn="l" defTabSz="914400" rtl="0" eaLnBrk="1" latinLnBrk="0" hangingPunct="1">
              <a:defRPr kern="1200">
                <a:solidFill>
                  <a:schemeClr val="tx1"/>
                </a:solidFill>
                <a:latin typeface="Calibri" charset="0"/>
                <a:ea typeface="Arial" charset="0"/>
                <a:cs typeface="Arial" charset="0"/>
              </a:defRPr>
            </a:lvl7pPr>
            <a:lvl8pPr marL="3200400" algn="l" defTabSz="914400" rtl="0" eaLnBrk="1" latinLnBrk="0" hangingPunct="1">
              <a:defRPr kern="1200">
                <a:solidFill>
                  <a:schemeClr val="tx1"/>
                </a:solidFill>
                <a:latin typeface="Calibri" charset="0"/>
                <a:ea typeface="Arial" charset="0"/>
                <a:cs typeface="Arial" charset="0"/>
              </a:defRPr>
            </a:lvl8pPr>
            <a:lvl9pPr marL="3657600" algn="l" defTabSz="914400" rtl="0" eaLnBrk="1" latinLnBrk="0" hangingPunct="1">
              <a:defRPr kern="1200">
                <a:solidFill>
                  <a:schemeClr val="tx1"/>
                </a:solidFill>
                <a:latin typeface="Calibri" charset="0"/>
                <a:ea typeface="Arial" charset="0"/>
                <a:cs typeface="Arial" charset="0"/>
              </a:defRPr>
            </a:lvl9pPr>
          </a:lstStyle>
          <a:p>
            <a:pPr algn="l">
              <a:defRPr/>
            </a:pPr>
            <a:r>
              <a:rPr lang="en-US" sz="800" dirty="0">
                <a:latin typeface="+mn-lt"/>
              </a:rPr>
              <a:t>CF</a:t>
            </a:r>
            <a:r>
              <a:rPr lang="en-US" sz="800" baseline="0" dirty="0">
                <a:latin typeface="+mn-lt"/>
              </a:rPr>
              <a:t>_Preferred_24</a:t>
            </a:r>
            <a:endParaRPr lang="en-US" sz="800" dirty="0">
              <a:latin typeface="+mn-lt"/>
            </a:endParaRPr>
          </a:p>
        </p:txBody>
      </p:sp>
    </p:spTree>
    <p:extLst>
      <p:ext uri="{BB962C8B-B14F-4D97-AF65-F5344CB8AC3E}">
        <p14:creationId xmlns:p14="http://schemas.microsoft.com/office/powerpoint/2010/main" val="371776349"/>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715" r:id="rId7"/>
    <p:sldLayoutId id="2147483667" r:id="rId8"/>
    <p:sldLayoutId id="2147483668" r:id="rId9"/>
    <p:sldLayoutId id="2147483669" r:id="rId10"/>
    <p:sldLayoutId id="2147483670" r:id="rId11"/>
    <p:sldLayoutId id="2147483671" r:id="rId12"/>
    <p:sldLayoutId id="2147483672" r:id="rId13"/>
    <p:sldLayoutId id="2147483673" r:id="rId14"/>
    <p:sldLayoutId id="2147483674" r:id="rId15"/>
    <p:sldLayoutId id="2147483675" r:id="rId16"/>
    <p:sldLayoutId id="2147483676" r:id="rId17"/>
    <p:sldLayoutId id="2147483677" r:id="rId18"/>
    <p:sldLayoutId id="2147483678" r:id="rId19"/>
    <p:sldLayoutId id="2147483679" r:id="rId20"/>
    <p:sldLayoutId id="2147483680" r:id="rId21"/>
    <p:sldLayoutId id="2147483681" r:id="rId22"/>
    <p:sldLayoutId id="2147483682" r:id="rId23"/>
    <p:sldLayoutId id="2147483683" r:id="rId24"/>
    <p:sldLayoutId id="2147483684" r:id="rId25"/>
    <p:sldLayoutId id="2147483685" r:id="rId26"/>
    <p:sldLayoutId id="2147483686" r:id="rId27"/>
    <p:sldLayoutId id="2147483687" r:id="rId28"/>
    <p:sldLayoutId id="2147483688" r:id="rId29"/>
    <p:sldLayoutId id="2147483689" r:id="rId30"/>
    <p:sldLayoutId id="2147483690" r:id="rId31"/>
    <p:sldLayoutId id="2147483691" r:id="rId32"/>
    <p:sldLayoutId id="2147483692" r:id="rId33"/>
    <p:sldLayoutId id="2147483693" r:id="rId34"/>
    <p:sldLayoutId id="2147483694" r:id="rId35"/>
    <p:sldLayoutId id="2147483695" r:id="rId36"/>
    <p:sldLayoutId id="2147483696" r:id="rId37"/>
    <p:sldLayoutId id="2147483697" r:id="rId38"/>
    <p:sldLayoutId id="2147483698" r:id="rId39"/>
    <p:sldLayoutId id="2147483699" r:id="rId40"/>
    <p:sldLayoutId id="2147483700" r:id="rId41"/>
    <p:sldLayoutId id="2147483701" r:id="rId42"/>
    <p:sldLayoutId id="2147483702" r:id="rId43"/>
    <p:sldLayoutId id="2147483703" r:id="rId44"/>
    <p:sldLayoutId id="2147483704" r:id="rId45"/>
    <p:sldLayoutId id="2147483705" r:id="rId46"/>
    <p:sldLayoutId id="2147483706" r:id="rId47"/>
    <p:sldLayoutId id="2147483707" r:id="rId48"/>
    <p:sldLayoutId id="2147483708" r:id="rId49"/>
    <p:sldLayoutId id="2147483709" r:id="rId50"/>
    <p:sldLayoutId id="2147483710" r:id="rId51"/>
    <p:sldLayoutId id="2147483711" r:id="rId52"/>
    <p:sldLayoutId id="2147483712" r:id="rId53"/>
    <p:sldLayoutId id="2147483713" r:id="rId54"/>
    <p:sldLayoutId id="2147483714" r:id="rId55"/>
  </p:sldLayoutIdLst>
  <p:hf hdr="0" dt="0"/>
  <p:txStyles>
    <p:titleStyle>
      <a:lvl1pPr algn="ctr" rtl="0" eaLnBrk="1" fontAlgn="base" hangingPunct="1">
        <a:spcBef>
          <a:spcPct val="0"/>
        </a:spcBef>
        <a:spcAft>
          <a:spcPct val="0"/>
        </a:spcAft>
        <a:defRPr sz="4400" kern="1200">
          <a:solidFill>
            <a:schemeClr val="tx1"/>
          </a:solidFill>
          <a:latin typeface="+mj-lt"/>
          <a:ea typeface="+mj-ea"/>
          <a:cs typeface="+mj-cs"/>
        </a:defRPr>
      </a:lvl1pPr>
      <a:lvl2pPr algn="ctr" rtl="0" eaLnBrk="1" fontAlgn="base" hangingPunct="1">
        <a:spcBef>
          <a:spcPct val="0"/>
        </a:spcBef>
        <a:spcAft>
          <a:spcPct val="0"/>
        </a:spcAft>
        <a:defRPr sz="4400">
          <a:solidFill>
            <a:schemeClr val="tx1"/>
          </a:solidFill>
          <a:latin typeface="Arial" charset="0"/>
        </a:defRPr>
      </a:lvl2pPr>
      <a:lvl3pPr algn="ctr" rtl="0" eaLnBrk="1" fontAlgn="base" hangingPunct="1">
        <a:spcBef>
          <a:spcPct val="0"/>
        </a:spcBef>
        <a:spcAft>
          <a:spcPct val="0"/>
        </a:spcAft>
        <a:defRPr sz="4400">
          <a:solidFill>
            <a:schemeClr val="tx1"/>
          </a:solidFill>
          <a:latin typeface="Arial" charset="0"/>
        </a:defRPr>
      </a:lvl3pPr>
      <a:lvl4pPr algn="ctr" rtl="0" eaLnBrk="1" fontAlgn="base" hangingPunct="1">
        <a:spcBef>
          <a:spcPct val="0"/>
        </a:spcBef>
        <a:spcAft>
          <a:spcPct val="0"/>
        </a:spcAft>
        <a:defRPr sz="4400">
          <a:solidFill>
            <a:schemeClr val="tx1"/>
          </a:solidFill>
          <a:latin typeface="Arial" charset="0"/>
        </a:defRPr>
      </a:lvl4pPr>
      <a:lvl5pPr algn="ctr" rtl="0" eaLnBrk="1" fontAlgn="base" hangingPunct="1">
        <a:spcBef>
          <a:spcPct val="0"/>
        </a:spcBef>
        <a:spcAft>
          <a:spcPct val="0"/>
        </a:spcAft>
        <a:defRPr sz="4400">
          <a:solidFill>
            <a:schemeClr val="tx1"/>
          </a:solidFill>
          <a:latin typeface="Arial" charset="0"/>
        </a:defRPr>
      </a:lvl5pPr>
      <a:lvl6pPr marL="457200" algn="ctr" rtl="0" eaLnBrk="1" fontAlgn="base" hangingPunct="1">
        <a:spcBef>
          <a:spcPct val="0"/>
        </a:spcBef>
        <a:spcAft>
          <a:spcPct val="0"/>
        </a:spcAft>
        <a:defRPr sz="4400">
          <a:solidFill>
            <a:schemeClr val="tx1"/>
          </a:solidFill>
          <a:latin typeface="Arial" charset="0"/>
        </a:defRPr>
      </a:lvl6pPr>
      <a:lvl7pPr marL="914400" algn="ctr" rtl="0" eaLnBrk="1" fontAlgn="base" hangingPunct="1">
        <a:spcBef>
          <a:spcPct val="0"/>
        </a:spcBef>
        <a:spcAft>
          <a:spcPct val="0"/>
        </a:spcAft>
        <a:defRPr sz="4400">
          <a:solidFill>
            <a:schemeClr val="tx1"/>
          </a:solidFill>
          <a:latin typeface="Arial" charset="0"/>
        </a:defRPr>
      </a:lvl7pPr>
      <a:lvl8pPr marL="1371600" algn="ctr" rtl="0" eaLnBrk="1" fontAlgn="base" hangingPunct="1">
        <a:spcBef>
          <a:spcPct val="0"/>
        </a:spcBef>
        <a:spcAft>
          <a:spcPct val="0"/>
        </a:spcAft>
        <a:defRPr sz="4400">
          <a:solidFill>
            <a:schemeClr val="tx1"/>
          </a:solidFill>
          <a:latin typeface="Arial" charset="0"/>
        </a:defRPr>
      </a:lvl8pPr>
      <a:lvl9pPr marL="1828800" algn="ctr" rtl="0" eaLnBrk="1" fontAlgn="base" hangingPunct="1">
        <a:spcBef>
          <a:spcPct val="0"/>
        </a:spcBef>
        <a:spcAft>
          <a:spcPct val="0"/>
        </a:spcAft>
        <a:defRPr sz="4400">
          <a:solidFill>
            <a:schemeClr val="tx1"/>
          </a:solidFill>
          <a:latin typeface="Arial" charset="0"/>
        </a:defRPr>
      </a:lvl9pPr>
    </p:titleStyle>
    <p:bodyStyle>
      <a:lvl1pPr marL="342900" indent="-342900" algn="l" rtl="0" eaLnBrk="1" fontAlgn="base" hangingPunct="1">
        <a:spcBef>
          <a:spcPct val="20000"/>
        </a:spcBef>
        <a:spcAft>
          <a:spcPct val="0"/>
        </a:spcAft>
        <a:buFont typeface="Arial" charset="0"/>
        <a:buChar char="•"/>
        <a:defRPr sz="3200" kern="1200">
          <a:solidFill>
            <a:schemeClr val="tx1"/>
          </a:solidFill>
          <a:latin typeface="+mn-lt"/>
          <a:ea typeface="+mn-ea"/>
          <a:cs typeface="+mn-cs"/>
        </a:defRPr>
      </a:lvl1pPr>
      <a:lvl2pPr marL="742950" indent="-285750" algn="l" rtl="0" eaLnBrk="1" fontAlgn="base" hangingPunct="1">
        <a:spcBef>
          <a:spcPct val="20000"/>
        </a:spcBef>
        <a:spcAft>
          <a:spcPct val="0"/>
        </a:spcAft>
        <a:buFont typeface="Arial" charset="0"/>
        <a:buChar char="–"/>
        <a:defRPr sz="2800" kern="1200">
          <a:solidFill>
            <a:schemeClr val="tx1"/>
          </a:solidFill>
          <a:latin typeface="+mn-lt"/>
          <a:ea typeface="+mn-ea"/>
          <a:cs typeface="+mn-cs"/>
        </a:defRPr>
      </a:lvl2pPr>
      <a:lvl3pPr marL="1143000" indent="-228600" algn="l" rtl="0" eaLnBrk="1" fontAlgn="base" hangingPunct="1">
        <a:spcBef>
          <a:spcPct val="20000"/>
        </a:spcBef>
        <a:spcAft>
          <a:spcPct val="0"/>
        </a:spcAft>
        <a:buFont typeface="Arial" charset="0"/>
        <a:buChar char="•"/>
        <a:defRPr sz="2400" kern="1200">
          <a:solidFill>
            <a:schemeClr val="tx1"/>
          </a:solidFill>
          <a:latin typeface="+mn-lt"/>
          <a:ea typeface="+mn-ea"/>
          <a:cs typeface="+mn-cs"/>
        </a:defRPr>
      </a:lvl3pPr>
      <a:lvl4pPr marL="1600200" indent="-228600" algn="l" rtl="0" eaLnBrk="1" fontAlgn="base" hangingPunct="1">
        <a:spcBef>
          <a:spcPct val="20000"/>
        </a:spcBef>
        <a:spcAft>
          <a:spcPct val="0"/>
        </a:spcAft>
        <a:buFont typeface="Arial" charset="0"/>
        <a:buChar char="–"/>
        <a:defRPr sz="2000" kern="1200">
          <a:solidFill>
            <a:schemeClr val="tx1"/>
          </a:solidFill>
          <a:latin typeface="+mn-lt"/>
          <a:ea typeface="+mn-ea"/>
          <a:cs typeface="+mn-cs"/>
        </a:defRPr>
      </a:lvl4pPr>
      <a:lvl5pPr marL="2057400" indent="-228600" algn="l" rtl="0" eaLnBrk="1" fontAlgn="base" hangingPunct="1">
        <a:spcBef>
          <a:spcPct val="20000"/>
        </a:spcBef>
        <a:spcAft>
          <a:spcPct val="0"/>
        </a:spcAft>
        <a:buFont typeface="Arial"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p:cNvSpPr>
            <a:spLocks noGrp="1"/>
          </p:cNvSpPr>
          <p:nvPr>
            <p:ph idx="1"/>
          </p:nvPr>
        </p:nvSpPr>
        <p:spPr/>
        <p:txBody>
          <a:bodyPr/>
          <a:lstStyle/>
          <a:p>
            <a:r>
              <a:rPr lang="en-US" dirty="0"/>
              <a:t>General characteristics of preference</a:t>
            </a:r>
          </a:p>
          <a:p>
            <a:pPr lvl="1"/>
            <a:r>
              <a:rPr lang="en-US" dirty="0"/>
              <a:t>Priority in dividends over common (either % or $); negative right</a:t>
            </a:r>
          </a:p>
          <a:p>
            <a:pPr lvl="1"/>
            <a:r>
              <a:rPr lang="en-US" dirty="0"/>
              <a:t>Cumulative dividends</a:t>
            </a:r>
          </a:p>
          <a:p>
            <a:pPr lvl="2"/>
            <a:r>
              <a:rPr lang="en-US" dirty="0"/>
              <a:t>But manager discretion in dividend payments; </a:t>
            </a:r>
            <a:r>
              <a:rPr lang="en-US" i="1" dirty="0"/>
              <a:t>compare </a:t>
            </a:r>
            <a:r>
              <a:rPr lang="en-US" dirty="0"/>
              <a:t>interest &amp; principal debt payments</a:t>
            </a:r>
          </a:p>
          <a:p>
            <a:pPr lvl="1"/>
            <a:r>
              <a:rPr lang="en-US" dirty="0"/>
              <a:t>Priority in liquidation over common based on amount paid</a:t>
            </a:r>
          </a:p>
          <a:p>
            <a:pPr lvl="2"/>
            <a:r>
              <a:rPr lang="en-US" b="1" dirty="0"/>
              <a:t>But when you really need this protection, will the company’s assets be sufficient?</a:t>
            </a:r>
          </a:p>
          <a:p>
            <a:pPr lvl="1"/>
            <a:r>
              <a:rPr lang="en-US" dirty="0"/>
              <a:t>Voting rights?</a:t>
            </a:r>
          </a:p>
          <a:p>
            <a:pPr lvl="2"/>
            <a:r>
              <a:rPr lang="en-US" dirty="0"/>
              <a:t>Class votes</a:t>
            </a:r>
          </a:p>
          <a:p>
            <a:pPr lvl="2"/>
            <a:r>
              <a:rPr lang="en-US" dirty="0"/>
              <a:t>Directors, COI amendments, mergers</a:t>
            </a:r>
          </a:p>
          <a:p>
            <a:pPr lvl="1"/>
            <a:r>
              <a:rPr lang="en-US" dirty="0"/>
              <a:t>Redemption rights?</a:t>
            </a:r>
          </a:p>
          <a:p>
            <a:pPr lvl="1"/>
            <a:r>
              <a:rPr lang="en-US" dirty="0"/>
              <a:t>Call rights?</a:t>
            </a:r>
          </a:p>
          <a:p>
            <a:pPr lvl="1"/>
            <a:r>
              <a:rPr lang="en-US" dirty="0"/>
              <a:t>Conversion rights?</a:t>
            </a:r>
          </a:p>
          <a:p>
            <a:pPr lvl="2"/>
            <a:r>
              <a:rPr lang="en-US" dirty="0"/>
              <a:t>Venture capital</a:t>
            </a:r>
          </a:p>
        </p:txBody>
      </p:sp>
      <p:sp>
        <p:nvSpPr>
          <p:cNvPr id="4" name="Title 3"/>
          <p:cNvSpPr>
            <a:spLocks noGrp="1"/>
          </p:cNvSpPr>
          <p:nvPr>
            <p:ph type="title"/>
          </p:nvPr>
        </p:nvSpPr>
        <p:spPr/>
        <p:txBody>
          <a:bodyPr/>
          <a:lstStyle/>
          <a:p>
            <a:r>
              <a:rPr lang="en-US" dirty="0"/>
              <a:t>Preferred Stock: Overview</a:t>
            </a:r>
          </a:p>
        </p:txBody>
      </p:sp>
      <p:sp>
        <p:nvSpPr>
          <p:cNvPr id="2" name="Slide Number Placeholder 1"/>
          <p:cNvSpPr>
            <a:spLocks noGrp="1"/>
          </p:cNvSpPr>
          <p:nvPr>
            <p:ph type="sldNum" sz="quarter" idx="10"/>
          </p:nvPr>
        </p:nvSpPr>
        <p:spPr/>
        <p:txBody>
          <a:bodyPr/>
          <a:lstStyle/>
          <a:p>
            <a:fld id="{22D706CB-156B-8643-9A07-D8448DABBCBD}" type="slidenum">
              <a:rPr lang="en-US" altLang="en-US" smtClean="0"/>
              <a:pPr/>
              <a:t>1</a:t>
            </a:fld>
            <a:endParaRPr lang="en-US" altLang="en-US" dirty="0"/>
          </a:p>
        </p:txBody>
      </p:sp>
      <p:sp>
        <p:nvSpPr>
          <p:cNvPr id="3" name="Footer Placeholder 2"/>
          <p:cNvSpPr>
            <a:spLocks noGrp="1"/>
          </p:cNvSpPr>
          <p:nvPr>
            <p:ph type="ftr" sz="quarter" idx="11"/>
          </p:nvPr>
        </p:nvSpPr>
        <p:spPr/>
        <p:txBody>
          <a:bodyPr/>
          <a:lstStyle/>
          <a:p>
            <a:pPr>
              <a:defRPr/>
            </a:pPr>
            <a:r>
              <a:rPr lang="en-US" dirty="0"/>
              <a:t>Preferred Stock</a:t>
            </a:r>
          </a:p>
        </p:txBody>
      </p:sp>
    </p:spTree>
    <p:extLst>
      <p:ext uri="{BB962C8B-B14F-4D97-AF65-F5344CB8AC3E}">
        <p14:creationId xmlns:p14="http://schemas.microsoft.com/office/powerpoint/2010/main" val="2312220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5">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5">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5">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5">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5">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5">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5">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5">
                                            <p:txEl>
                                              <p:pRg st="11" end="11"/>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5">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r>
              <a:rPr lang="en-US" dirty="0"/>
              <a:t>Pricing</a:t>
            </a:r>
          </a:p>
          <a:p>
            <a:pPr lvl="1"/>
            <a:r>
              <a:rPr lang="en-US" dirty="0"/>
              <a:t>Interest rate risk</a:t>
            </a:r>
          </a:p>
          <a:p>
            <a:pPr lvl="1"/>
            <a:r>
              <a:rPr lang="en-US" dirty="0"/>
              <a:t>Credit risk</a:t>
            </a:r>
          </a:p>
          <a:p>
            <a:r>
              <a:rPr lang="en-US" dirty="0"/>
              <a:t>Taxes</a:t>
            </a:r>
          </a:p>
          <a:p>
            <a:pPr lvl="1"/>
            <a:r>
              <a:rPr lang="en-US" b="1" dirty="0"/>
              <a:t>Not</a:t>
            </a:r>
            <a:r>
              <a:rPr lang="en-US" dirty="0"/>
              <a:t> deductible by payor corporation</a:t>
            </a:r>
          </a:p>
          <a:p>
            <a:pPr lvl="1"/>
            <a:r>
              <a:rPr lang="en-US" i="1" dirty="0"/>
              <a:t>Qualified </a:t>
            </a:r>
            <a:r>
              <a:rPr lang="en-US" dirty="0"/>
              <a:t>dividends </a:t>
            </a:r>
            <a:r>
              <a:rPr lang="en-US" i="1" dirty="0"/>
              <a:t>for individuals</a:t>
            </a:r>
          </a:p>
          <a:p>
            <a:pPr lvl="2"/>
            <a:r>
              <a:rPr lang="en-US" dirty="0"/>
              <a:t>23.8% (20% + 3.8%) highest rate: compare interest: 40.8% (37% + 3.8%)</a:t>
            </a:r>
          </a:p>
          <a:p>
            <a:pPr lvl="1"/>
            <a:r>
              <a:rPr lang="en-US" dirty="0"/>
              <a:t>Dividend received deduction </a:t>
            </a:r>
            <a:r>
              <a:rPr lang="en-US" i="1" dirty="0"/>
              <a:t>for Corporations </a:t>
            </a:r>
            <a:r>
              <a:rPr lang="en-US" dirty="0"/>
              <a:t>(50%, 65%,or 100%)</a:t>
            </a:r>
          </a:p>
          <a:p>
            <a:pPr lvl="2"/>
            <a:r>
              <a:rPr lang="en-US" dirty="0"/>
              <a:t>Corp has 100 of income and 10 of dividend.</a:t>
            </a:r>
          </a:p>
          <a:p>
            <a:pPr lvl="2"/>
            <a:r>
              <a:rPr lang="en-US" i="1" dirty="0"/>
              <a:t>Taxable Inc</a:t>
            </a:r>
            <a:r>
              <a:rPr lang="en-US" dirty="0"/>
              <a:t>: 100 + 10 (div) </a:t>
            </a:r>
            <a:r>
              <a:rPr lang="mr-IN" dirty="0"/>
              <a:t>–</a:t>
            </a:r>
            <a:r>
              <a:rPr lang="en-US" dirty="0"/>
              <a:t> (50% *10) = 105</a:t>
            </a:r>
          </a:p>
          <a:p>
            <a:pPr lvl="2"/>
            <a:r>
              <a:rPr lang="en-US" dirty="0"/>
              <a:t>ETR: 21% * (1-.50) = 10.5%</a:t>
            </a:r>
          </a:p>
          <a:p>
            <a:pPr lvl="1"/>
            <a:r>
              <a:rPr lang="en-US" dirty="0"/>
              <a:t>Accounting</a:t>
            </a:r>
          </a:p>
          <a:p>
            <a:pPr lvl="2"/>
            <a:r>
              <a:rPr lang="en-US" dirty="0"/>
              <a:t>Mandatorily redeemable stock treated as LT </a:t>
            </a:r>
            <a:r>
              <a:rPr lang="en-US" b="1" dirty="0"/>
              <a:t>debt</a:t>
            </a:r>
          </a:p>
          <a:p>
            <a:pPr lvl="2"/>
            <a:endParaRPr lang="en-US" dirty="0"/>
          </a:p>
        </p:txBody>
      </p:sp>
      <p:sp>
        <p:nvSpPr>
          <p:cNvPr id="3" name="Title 2"/>
          <p:cNvSpPr>
            <a:spLocks noGrp="1"/>
          </p:cNvSpPr>
          <p:nvPr>
            <p:ph type="title"/>
          </p:nvPr>
        </p:nvSpPr>
        <p:spPr/>
        <p:txBody>
          <a:bodyPr/>
          <a:lstStyle/>
          <a:p>
            <a:r>
              <a:rPr lang="en-US"/>
              <a:t>Preferred Stock</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2</a:t>
            </a:fld>
            <a:endParaRPr lang="en-US" altLang="en-US"/>
          </a:p>
        </p:txBody>
      </p:sp>
      <p:sp>
        <p:nvSpPr>
          <p:cNvPr id="5" name="Footer Placeholder 4"/>
          <p:cNvSpPr>
            <a:spLocks noGrp="1"/>
          </p:cNvSpPr>
          <p:nvPr>
            <p:ph type="ftr" sz="quarter" idx="11"/>
          </p:nvPr>
        </p:nvSpPr>
        <p:spPr/>
        <p:txBody>
          <a:bodyPr/>
          <a:lstStyle/>
          <a:p>
            <a:pPr>
              <a:defRPr/>
            </a:pPr>
            <a:r>
              <a:rPr lang="en-US"/>
              <a:t>Preferred Stock</a:t>
            </a:r>
          </a:p>
        </p:txBody>
      </p:sp>
    </p:spTree>
    <p:extLst>
      <p:ext uri="{BB962C8B-B14F-4D97-AF65-F5344CB8AC3E}">
        <p14:creationId xmlns:p14="http://schemas.microsoft.com/office/powerpoint/2010/main" val="13559012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2">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2">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2">
                                            <p:txEl>
                                              <p:pRg st="11" end="11"/>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2">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normAutofit fontScale="92500"/>
          </a:bodyPr>
          <a:lstStyle/>
          <a:p>
            <a:r>
              <a:rPr lang="en-US" dirty="0"/>
              <a:t>(a) Every corporation may issue 1 or more classes of stock or 1 or more series of stock within any class thereof, </a:t>
            </a:r>
            <a:r>
              <a:rPr lang="mr-IN" dirty="0"/>
              <a:t>…</a:t>
            </a:r>
            <a:r>
              <a:rPr lang="en-US" dirty="0"/>
              <a:t>and which </a:t>
            </a:r>
            <a:r>
              <a:rPr lang="en-US" b="1" dirty="0"/>
              <a:t>classes or series </a:t>
            </a:r>
            <a:r>
              <a:rPr lang="en-US" dirty="0"/>
              <a:t>may have such voting powers, </a:t>
            </a:r>
            <a:r>
              <a:rPr lang="en-US" b="1" dirty="0"/>
              <a:t>full or limited, or no voting powers, </a:t>
            </a:r>
            <a:r>
              <a:rPr lang="en-US" dirty="0"/>
              <a:t>and such </a:t>
            </a:r>
            <a:r>
              <a:rPr lang="en-US" b="1" dirty="0"/>
              <a:t>designations, preferences </a:t>
            </a:r>
            <a:r>
              <a:rPr lang="en-US" dirty="0"/>
              <a:t>and relative, </a:t>
            </a:r>
            <a:r>
              <a:rPr lang="en-US" b="1" dirty="0"/>
              <a:t>participating, optional or other special rights</a:t>
            </a:r>
            <a:r>
              <a:rPr lang="en-US" dirty="0"/>
              <a:t>, and qualifications, limitations or restrictions thereof, as </a:t>
            </a:r>
            <a:r>
              <a:rPr lang="en-US" b="1" dirty="0"/>
              <a:t>shall be stated and expressed in the certificate of incorporation or of any amendment thereto, or in the resolution or resolutions providing for the issue of such stock adopted by the board of directors pursuant to authority expressly vested in it by the provisions of its certificate of incorporation</a:t>
            </a:r>
            <a:r>
              <a:rPr lang="en-US" dirty="0"/>
              <a:t>. Any of the voting powers, designations, preferences, rights and qualifications, limitations or restrictions of any such class or series of stock may be made dependent upon facts ascertainable outside the certificate of incorporation or of any amendment thereto, or outside the resolution or resolutions providing for the issue of such stock adopted by the board of directors pursuant to authority expressly vested in it by its certificate of incorporation, provided that the manner in which such facts shall operate upon the voting powers, designations, preferences, rights and qualifications, limitations or restrictions of such class or series of stock is clearly and expressly set forth in the certificate of incorporation or in the resolution or resolutions providing for the issue of such stock adopted by the board of directors.</a:t>
            </a:r>
          </a:p>
        </p:txBody>
      </p:sp>
      <p:sp>
        <p:nvSpPr>
          <p:cNvPr id="3" name="Title 2"/>
          <p:cNvSpPr>
            <a:spLocks noGrp="1"/>
          </p:cNvSpPr>
          <p:nvPr>
            <p:ph type="title"/>
          </p:nvPr>
        </p:nvSpPr>
        <p:spPr/>
        <p:txBody>
          <a:bodyPr/>
          <a:lstStyle/>
          <a:p>
            <a:r>
              <a:rPr lang="en-US" sz="2400" dirty="0">
                <a:latin typeface="+mn-lt"/>
              </a:rPr>
              <a:t>DGCL: </a:t>
            </a:r>
            <a:r>
              <a:rPr lang="mr-IN" sz="2400" dirty="0">
                <a:latin typeface="+mn-lt"/>
              </a:rPr>
              <a:t>§</a:t>
            </a:r>
            <a:r>
              <a:rPr lang="en-US" sz="2400" dirty="0">
                <a:latin typeface="+mn-lt"/>
              </a:rPr>
              <a:t> 151(a)</a:t>
            </a:r>
            <a:r>
              <a:rPr lang="mr-IN" sz="2400" dirty="0">
                <a:latin typeface="+mn-lt"/>
              </a:rPr>
              <a:t> </a:t>
            </a:r>
            <a:endParaRPr lang="en-US" sz="2400" dirty="0">
              <a:latin typeface="+mn-lt"/>
            </a:endParaRP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3</a:t>
            </a:fld>
            <a:endParaRPr lang="en-US" altLang="en-US"/>
          </a:p>
        </p:txBody>
      </p:sp>
      <p:sp>
        <p:nvSpPr>
          <p:cNvPr id="5" name="Footer Placeholder 4"/>
          <p:cNvSpPr>
            <a:spLocks noGrp="1"/>
          </p:cNvSpPr>
          <p:nvPr>
            <p:ph type="ftr" sz="quarter" idx="11"/>
          </p:nvPr>
        </p:nvSpPr>
        <p:spPr/>
        <p:txBody>
          <a:bodyPr/>
          <a:lstStyle/>
          <a:p>
            <a:pPr>
              <a:defRPr/>
            </a:pPr>
            <a:r>
              <a:rPr lang="en-US"/>
              <a:t>Preferred Stock</a:t>
            </a:r>
          </a:p>
        </p:txBody>
      </p:sp>
    </p:spTree>
    <p:extLst>
      <p:ext uri="{BB962C8B-B14F-4D97-AF65-F5344CB8AC3E}">
        <p14:creationId xmlns:p14="http://schemas.microsoft.com/office/powerpoint/2010/main" val="164541261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r>
              <a:rPr lang="en-US" sz="2800"/>
              <a:t>(g) When any corporation desires to issue any shares of stock of any class or of any series of any class of which the powers, designations, preferences and relative, participating, optional or other rights, if any, or the qualifications, limitations or restrictions thereof, if any, </a:t>
            </a:r>
            <a:r>
              <a:rPr lang="en-US" sz="2800" b="1"/>
              <a:t>shall not have been set forth in the certificate of incorporation or in any amendment thereto but shall be provided for in a resolution or resolutions adopted </a:t>
            </a:r>
            <a:r>
              <a:rPr lang="en-US" sz="2800"/>
              <a:t>by the board of directors pursuant to authority expressly vested in it by the certificate of incorporation or any amendment thereto, </a:t>
            </a:r>
            <a:r>
              <a:rPr lang="en-US" sz="2800" b="1"/>
              <a:t>a certificate of designations</a:t>
            </a:r>
            <a:r>
              <a:rPr lang="en-US" sz="2800"/>
              <a:t> setting forth a copy of such resolution or resolutions and the number of shares of stock of such class or series as to which the resolution or resolutions apply shall be executed, acknowledged, filed and shall become effective, in accordance with § 103 of this title. </a:t>
            </a:r>
          </a:p>
        </p:txBody>
      </p:sp>
      <p:sp>
        <p:nvSpPr>
          <p:cNvPr id="3" name="Title 2"/>
          <p:cNvSpPr>
            <a:spLocks noGrp="1"/>
          </p:cNvSpPr>
          <p:nvPr>
            <p:ph type="title"/>
          </p:nvPr>
        </p:nvSpPr>
        <p:spPr/>
        <p:txBody>
          <a:bodyPr/>
          <a:lstStyle/>
          <a:p>
            <a:r>
              <a:rPr lang="en-US" sz="2400" err="1"/>
              <a:t>DGCL</a:t>
            </a:r>
            <a:r>
              <a:rPr lang="en-US" sz="2400"/>
              <a:t>: </a:t>
            </a:r>
            <a:r>
              <a:rPr lang="mr-IN" sz="2400"/>
              <a:t>§</a:t>
            </a:r>
            <a:r>
              <a:rPr lang="en-US" sz="2400"/>
              <a:t> 151(g)</a:t>
            </a:r>
            <a:r>
              <a:rPr lang="mr-IN" sz="2400"/>
              <a:t> </a:t>
            </a:r>
            <a:endParaRPr lang="en-US"/>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4</a:t>
            </a:fld>
            <a:endParaRPr lang="en-US" altLang="en-US"/>
          </a:p>
        </p:txBody>
      </p:sp>
      <p:sp>
        <p:nvSpPr>
          <p:cNvPr id="5" name="Footer Placeholder 4"/>
          <p:cNvSpPr>
            <a:spLocks noGrp="1"/>
          </p:cNvSpPr>
          <p:nvPr>
            <p:ph type="ftr" sz="quarter" idx="11"/>
          </p:nvPr>
        </p:nvSpPr>
        <p:spPr/>
        <p:txBody>
          <a:bodyPr/>
          <a:lstStyle/>
          <a:p>
            <a:pPr>
              <a:defRPr/>
            </a:pPr>
            <a:r>
              <a:rPr lang="en-US"/>
              <a:t>Preferred Stock</a:t>
            </a:r>
          </a:p>
        </p:txBody>
      </p:sp>
    </p:spTree>
    <p:extLst>
      <p:ext uri="{BB962C8B-B14F-4D97-AF65-F5344CB8AC3E}">
        <p14:creationId xmlns:p14="http://schemas.microsoft.com/office/powerpoint/2010/main" val="167195365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Preferred Stock on the Balance Sheet: Wells Fargo (10-K, 2018)</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5</a:t>
            </a:fld>
            <a:endParaRPr lang="en-US" altLang="en-US"/>
          </a:p>
        </p:txBody>
      </p:sp>
      <p:sp>
        <p:nvSpPr>
          <p:cNvPr id="5" name="Footer Placeholder 4"/>
          <p:cNvSpPr>
            <a:spLocks noGrp="1"/>
          </p:cNvSpPr>
          <p:nvPr>
            <p:ph type="ftr" sz="quarter" idx="11"/>
          </p:nvPr>
        </p:nvSpPr>
        <p:spPr/>
        <p:txBody>
          <a:bodyPr/>
          <a:lstStyle/>
          <a:p>
            <a:pPr>
              <a:defRPr/>
            </a:pPr>
            <a:r>
              <a:rPr lang="en-US"/>
              <a:t>Preferred Stock</a:t>
            </a:r>
          </a:p>
        </p:txBody>
      </p:sp>
      <p:pic>
        <p:nvPicPr>
          <p:cNvPr id="12" name="Content Placeholder 11">
            <a:extLst>
              <a:ext uri="{FF2B5EF4-FFF2-40B4-BE49-F238E27FC236}">
                <a16:creationId xmlns:a16="http://schemas.microsoft.com/office/drawing/2014/main" id="{FD7F95F7-8D59-124B-BF54-53BB07665C95}"/>
              </a:ext>
              <a:ext uri="{C183D7F6-B498-43B3-948B-1728B52AA6E4}">
                <adec:decorative xmlns:adec="http://schemas.microsoft.com/office/drawing/2017/decorative" val="1"/>
              </a:ext>
            </a:extLst>
          </p:cNvPr>
          <p:cNvPicPr>
            <a:picLocks noGrp="1" noChangeAspect="1"/>
          </p:cNvPicPr>
          <p:nvPr>
            <p:ph idx="1"/>
          </p:nvPr>
        </p:nvPicPr>
        <p:blipFill>
          <a:blip r:embed="rId3"/>
          <a:stretch>
            <a:fillRect/>
          </a:stretch>
        </p:blipFill>
        <p:spPr>
          <a:xfrm>
            <a:off x="512763" y="647700"/>
            <a:ext cx="11277600" cy="5562600"/>
          </a:xfrm>
        </p:spPr>
      </p:pic>
    </p:spTree>
    <p:extLst>
      <p:ext uri="{BB962C8B-B14F-4D97-AF65-F5344CB8AC3E}">
        <p14:creationId xmlns:p14="http://schemas.microsoft.com/office/powerpoint/2010/main" val="189935085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133E2A1D-9DB1-1D43-B638-1AFC3DC9A40D}"/>
              </a:ext>
            </a:extLst>
          </p:cNvPr>
          <p:cNvSpPr>
            <a:spLocks noGrp="1"/>
          </p:cNvSpPr>
          <p:nvPr>
            <p:ph type="title"/>
          </p:nvPr>
        </p:nvSpPr>
        <p:spPr/>
        <p:txBody>
          <a:bodyPr/>
          <a:lstStyle/>
          <a:p>
            <a:r>
              <a:rPr lang="en-US" dirty="0"/>
              <a:t>Preferred Stock on the Balance Sheet: Wells Fargo (10-K, 2018)</a:t>
            </a:r>
          </a:p>
        </p:txBody>
      </p:sp>
      <p:sp>
        <p:nvSpPr>
          <p:cNvPr id="4" name="Slide Number Placeholder 3">
            <a:extLst>
              <a:ext uri="{FF2B5EF4-FFF2-40B4-BE49-F238E27FC236}">
                <a16:creationId xmlns:a16="http://schemas.microsoft.com/office/drawing/2014/main" id="{1B87CCBF-91EA-5941-8168-4A73BBAD0A34}"/>
              </a:ext>
            </a:extLst>
          </p:cNvPr>
          <p:cNvSpPr>
            <a:spLocks noGrp="1"/>
          </p:cNvSpPr>
          <p:nvPr>
            <p:ph type="sldNum" sz="quarter" idx="10"/>
          </p:nvPr>
        </p:nvSpPr>
        <p:spPr/>
        <p:txBody>
          <a:bodyPr/>
          <a:lstStyle/>
          <a:p>
            <a:fld id="{7B3E355C-57B9-BC4B-95D8-406A1F834537}" type="slidenum">
              <a:rPr lang="en-US" altLang="en-US" smtClean="0"/>
              <a:pPr/>
              <a:t>6</a:t>
            </a:fld>
            <a:endParaRPr lang="en-US" altLang="en-US"/>
          </a:p>
        </p:txBody>
      </p:sp>
      <p:sp>
        <p:nvSpPr>
          <p:cNvPr id="5" name="Footer Placeholder 4">
            <a:extLst>
              <a:ext uri="{FF2B5EF4-FFF2-40B4-BE49-F238E27FC236}">
                <a16:creationId xmlns:a16="http://schemas.microsoft.com/office/drawing/2014/main" id="{EECA348D-AEA7-8547-83CD-0FB8AD73E479}"/>
              </a:ext>
            </a:extLst>
          </p:cNvPr>
          <p:cNvSpPr>
            <a:spLocks noGrp="1"/>
          </p:cNvSpPr>
          <p:nvPr>
            <p:ph type="ftr" sz="quarter" idx="11"/>
          </p:nvPr>
        </p:nvSpPr>
        <p:spPr/>
        <p:txBody>
          <a:bodyPr/>
          <a:lstStyle/>
          <a:p>
            <a:pPr>
              <a:defRPr/>
            </a:pPr>
            <a:r>
              <a:rPr lang="en-US"/>
              <a:t>Preferred Stock</a:t>
            </a:r>
          </a:p>
        </p:txBody>
      </p:sp>
      <p:pic>
        <p:nvPicPr>
          <p:cNvPr id="8" name="Content Placeholder 7">
            <a:extLst>
              <a:ext uri="{FF2B5EF4-FFF2-40B4-BE49-F238E27FC236}">
                <a16:creationId xmlns:a16="http://schemas.microsoft.com/office/drawing/2014/main" id="{AF21FFD2-6370-644E-B1D4-D849F4452A47}"/>
              </a:ext>
              <a:ext uri="{C183D7F6-B498-43B3-948B-1728B52AA6E4}">
                <adec:decorative xmlns:adec="http://schemas.microsoft.com/office/drawing/2017/decorative" val="1"/>
              </a:ext>
            </a:extLst>
          </p:cNvPr>
          <p:cNvPicPr>
            <a:picLocks noGrp="1" noChangeAspect="1"/>
          </p:cNvPicPr>
          <p:nvPr>
            <p:ph idx="1"/>
          </p:nvPr>
        </p:nvPicPr>
        <p:blipFill>
          <a:blip r:embed="rId3"/>
          <a:stretch>
            <a:fillRect/>
          </a:stretch>
        </p:blipFill>
        <p:spPr>
          <a:xfrm>
            <a:off x="512064" y="533400"/>
            <a:ext cx="11277600" cy="5811838"/>
          </a:xfrm>
        </p:spPr>
      </p:pic>
    </p:spTree>
    <p:extLst>
      <p:ext uri="{BB962C8B-B14F-4D97-AF65-F5344CB8AC3E}">
        <p14:creationId xmlns:p14="http://schemas.microsoft.com/office/powerpoint/2010/main" val="4872114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9767E9E9-40C0-B34B-95BC-42AAC6A94EA0}"/>
              </a:ext>
            </a:extLst>
          </p:cNvPr>
          <p:cNvSpPr>
            <a:spLocks noGrp="1"/>
          </p:cNvSpPr>
          <p:nvPr>
            <p:ph type="title"/>
          </p:nvPr>
        </p:nvSpPr>
        <p:spPr/>
        <p:txBody>
          <a:bodyPr/>
          <a:lstStyle/>
          <a:p>
            <a:r>
              <a:rPr lang="en-US" dirty="0"/>
              <a:t>Preferred Stock on the Balance Sheet: Wells Fargo (10-K, 2018)</a:t>
            </a:r>
          </a:p>
        </p:txBody>
      </p:sp>
      <p:sp>
        <p:nvSpPr>
          <p:cNvPr id="4" name="Slide Number Placeholder 3">
            <a:extLst>
              <a:ext uri="{FF2B5EF4-FFF2-40B4-BE49-F238E27FC236}">
                <a16:creationId xmlns:a16="http://schemas.microsoft.com/office/drawing/2014/main" id="{C0A5F656-F6F8-AF49-95D5-18212A9FC0B0}"/>
              </a:ext>
            </a:extLst>
          </p:cNvPr>
          <p:cNvSpPr>
            <a:spLocks noGrp="1"/>
          </p:cNvSpPr>
          <p:nvPr>
            <p:ph type="sldNum" sz="quarter" idx="10"/>
          </p:nvPr>
        </p:nvSpPr>
        <p:spPr/>
        <p:txBody>
          <a:bodyPr/>
          <a:lstStyle/>
          <a:p>
            <a:fld id="{7B3E355C-57B9-BC4B-95D8-406A1F834537}" type="slidenum">
              <a:rPr lang="en-US" altLang="en-US" smtClean="0"/>
              <a:pPr/>
              <a:t>7</a:t>
            </a:fld>
            <a:endParaRPr lang="en-US" altLang="en-US"/>
          </a:p>
        </p:txBody>
      </p:sp>
      <p:sp>
        <p:nvSpPr>
          <p:cNvPr id="5" name="Footer Placeholder 4">
            <a:extLst>
              <a:ext uri="{FF2B5EF4-FFF2-40B4-BE49-F238E27FC236}">
                <a16:creationId xmlns:a16="http://schemas.microsoft.com/office/drawing/2014/main" id="{418DF552-9029-5640-936A-D5B708CE548E}"/>
              </a:ext>
            </a:extLst>
          </p:cNvPr>
          <p:cNvSpPr>
            <a:spLocks noGrp="1"/>
          </p:cNvSpPr>
          <p:nvPr>
            <p:ph type="ftr" sz="quarter" idx="11"/>
          </p:nvPr>
        </p:nvSpPr>
        <p:spPr/>
        <p:txBody>
          <a:bodyPr/>
          <a:lstStyle/>
          <a:p>
            <a:pPr>
              <a:defRPr/>
            </a:pPr>
            <a:r>
              <a:rPr lang="en-US"/>
              <a:t>Preferred Stock</a:t>
            </a:r>
          </a:p>
        </p:txBody>
      </p:sp>
      <p:pic>
        <p:nvPicPr>
          <p:cNvPr id="9" name="Content Placeholder 8">
            <a:extLst>
              <a:ext uri="{FF2B5EF4-FFF2-40B4-BE49-F238E27FC236}">
                <a16:creationId xmlns:a16="http://schemas.microsoft.com/office/drawing/2014/main" id="{F4B8B4D6-B23B-0F4D-B107-075CF9F24066}"/>
              </a:ext>
              <a:ext uri="{C183D7F6-B498-43B3-948B-1728B52AA6E4}">
                <adec:decorative xmlns:adec="http://schemas.microsoft.com/office/drawing/2017/decorative" val="1"/>
              </a:ext>
            </a:extLst>
          </p:cNvPr>
          <p:cNvPicPr>
            <a:picLocks noGrp="1" noChangeAspect="1"/>
          </p:cNvPicPr>
          <p:nvPr>
            <p:ph idx="1"/>
          </p:nvPr>
        </p:nvPicPr>
        <p:blipFill>
          <a:blip r:embed="rId2"/>
          <a:stretch>
            <a:fillRect/>
          </a:stretch>
        </p:blipFill>
        <p:spPr>
          <a:xfrm>
            <a:off x="512764" y="686803"/>
            <a:ext cx="11276895" cy="5504688"/>
          </a:xfrm>
        </p:spPr>
      </p:pic>
    </p:spTree>
    <p:extLst>
      <p:ext uri="{BB962C8B-B14F-4D97-AF65-F5344CB8AC3E}">
        <p14:creationId xmlns:p14="http://schemas.microsoft.com/office/powerpoint/2010/main" val="342505176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Content Placeholder 6">
            <a:extLst>
              <a:ext uri="{FF2B5EF4-FFF2-40B4-BE49-F238E27FC236}">
                <a16:creationId xmlns:a16="http://schemas.microsoft.com/office/drawing/2014/main" id="{2F8BC1C8-9407-764C-8399-111633A6F3A7}"/>
              </a:ext>
              <a:ext uri="{C183D7F6-B498-43B3-948B-1728B52AA6E4}">
                <adec:decorative xmlns:adec="http://schemas.microsoft.com/office/drawing/2017/decorative" val="1"/>
              </a:ext>
            </a:extLst>
          </p:cNvPr>
          <p:cNvPicPr>
            <a:picLocks noGrp="1" noChangeAspect="1"/>
          </p:cNvPicPr>
          <p:nvPr>
            <p:ph idx="1"/>
          </p:nvPr>
        </p:nvPicPr>
        <p:blipFill>
          <a:blip r:embed="rId2"/>
          <a:stretch>
            <a:fillRect/>
          </a:stretch>
        </p:blipFill>
        <p:spPr>
          <a:xfrm>
            <a:off x="512763" y="671513"/>
            <a:ext cx="11277600" cy="5514975"/>
          </a:xfrm>
        </p:spPr>
      </p:pic>
      <p:sp>
        <p:nvSpPr>
          <p:cNvPr id="3" name="Title 2">
            <a:extLst>
              <a:ext uri="{FF2B5EF4-FFF2-40B4-BE49-F238E27FC236}">
                <a16:creationId xmlns:a16="http://schemas.microsoft.com/office/drawing/2014/main" id="{0BC7BED8-2A77-5948-98F7-44ACC21BBA88}"/>
              </a:ext>
            </a:extLst>
          </p:cNvPr>
          <p:cNvSpPr>
            <a:spLocks noGrp="1"/>
          </p:cNvSpPr>
          <p:nvPr>
            <p:ph type="title"/>
          </p:nvPr>
        </p:nvSpPr>
        <p:spPr/>
        <p:txBody>
          <a:bodyPr/>
          <a:lstStyle/>
          <a:p>
            <a:r>
              <a:rPr lang="en-US" dirty="0"/>
              <a:t>Preferred Stock on the Balance Sheet: Wells Fargo (10-K, 2018)</a:t>
            </a:r>
          </a:p>
        </p:txBody>
      </p:sp>
      <p:sp>
        <p:nvSpPr>
          <p:cNvPr id="4" name="Slide Number Placeholder 3">
            <a:extLst>
              <a:ext uri="{FF2B5EF4-FFF2-40B4-BE49-F238E27FC236}">
                <a16:creationId xmlns:a16="http://schemas.microsoft.com/office/drawing/2014/main" id="{51C03456-50CC-284C-B75F-1332963C2B29}"/>
              </a:ext>
            </a:extLst>
          </p:cNvPr>
          <p:cNvSpPr>
            <a:spLocks noGrp="1"/>
          </p:cNvSpPr>
          <p:nvPr>
            <p:ph type="sldNum" sz="quarter" idx="10"/>
          </p:nvPr>
        </p:nvSpPr>
        <p:spPr/>
        <p:txBody>
          <a:bodyPr/>
          <a:lstStyle/>
          <a:p>
            <a:fld id="{7B3E355C-57B9-BC4B-95D8-406A1F834537}" type="slidenum">
              <a:rPr lang="en-US" altLang="en-US" smtClean="0"/>
              <a:pPr/>
              <a:t>8</a:t>
            </a:fld>
            <a:endParaRPr lang="en-US" altLang="en-US"/>
          </a:p>
        </p:txBody>
      </p:sp>
      <p:sp>
        <p:nvSpPr>
          <p:cNvPr id="5" name="Footer Placeholder 4">
            <a:extLst>
              <a:ext uri="{FF2B5EF4-FFF2-40B4-BE49-F238E27FC236}">
                <a16:creationId xmlns:a16="http://schemas.microsoft.com/office/drawing/2014/main" id="{481CB838-53BB-5A4D-ABD7-9EB241574E60}"/>
              </a:ext>
            </a:extLst>
          </p:cNvPr>
          <p:cNvSpPr>
            <a:spLocks noGrp="1"/>
          </p:cNvSpPr>
          <p:nvPr>
            <p:ph type="ftr" sz="quarter" idx="11"/>
          </p:nvPr>
        </p:nvSpPr>
        <p:spPr/>
        <p:txBody>
          <a:bodyPr/>
          <a:lstStyle/>
          <a:p>
            <a:pPr>
              <a:defRPr/>
            </a:pPr>
            <a:r>
              <a:rPr lang="en-US"/>
              <a:t>Preferred Stock</a:t>
            </a:r>
          </a:p>
        </p:txBody>
      </p:sp>
    </p:spTree>
    <p:extLst>
      <p:ext uri="{BB962C8B-B14F-4D97-AF65-F5344CB8AC3E}">
        <p14:creationId xmlns:p14="http://schemas.microsoft.com/office/powerpoint/2010/main" val="204248536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3A7504B2-4EE0-8545-9512-A73E60ED4B1D}"/>
              </a:ext>
            </a:extLst>
          </p:cNvPr>
          <p:cNvSpPr>
            <a:spLocks noGrp="1"/>
          </p:cNvSpPr>
          <p:nvPr>
            <p:ph idx="1"/>
          </p:nvPr>
        </p:nvSpPr>
        <p:spPr/>
        <p:txBody>
          <a:bodyPr>
            <a:normAutofit/>
          </a:bodyPr>
          <a:lstStyle/>
          <a:p>
            <a:pPr marL="0" indent="0">
              <a:buNone/>
            </a:pPr>
            <a:r>
              <a:rPr lang="en-US" dirty="0"/>
              <a:t>(2) The holders of the outstanding shares of a class shall be entitled to </a:t>
            </a:r>
            <a:r>
              <a:rPr lang="en-US" b="1" dirty="0"/>
              <a:t>vote as a class </a:t>
            </a:r>
            <a:r>
              <a:rPr lang="en-US" dirty="0"/>
              <a:t>upon a proposed amendment, whether or not entitled to vote thereon by the certificate of incorporation, if the </a:t>
            </a:r>
            <a:r>
              <a:rPr lang="en-US" b="1" dirty="0"/>
              <a:t>amendment would increase or decrease the aggregate number of authorized shares of such class, increase or decrease the par value of the shares of such class, or alter or change the powers, preferences, or special rights of the shares of such class so as to affect them adversely…</a:t>
            </a:r>
            <a:r>
              <a:rPr lang="en-US" dirty="0"/>
              <a:t> The number of authorized shares of any such class or classes of stock may be increased or decreased (but not below the number of shares thereof then outstanding) by the affirmative vote of the holders of a majority of the stock of the corporation entitled to vote irrespective of this subsection, if so provided in the original certificate of incorporation, in any amendment thereto which created such class or classes of stock or which was adopted prior to the issuance of any shares of such class or classes of stock, or in any amendment thereto which was authorized by a resolution or resolutions adopted by the affirmative vote of the holders of a majority of such class or classes of stock.</a:t>
            </a:r>
          </a:p>
        </p:txBody>
      </p:sp>
      <p:sp>
        <p:nvSpPr>
          <p:cNvPr id="3" name="Title 2">
            <a:extLst>
              <a:ext uri="{FF2B5EF4-FFF2-40B4-BE49-F238E27FC236}">
                <a16:creationId xmlns:a16="http://schemas.microsoft.com/office/drawing/2014/main" id="{28AD336F-3732-8942-A810-119F93DD7285}"/>
              </a:ext>
            </a:extLst>
          </p:cNvPr>
          <p:cNvSpPr>
            <a:spLocks noGrp="1"/>
          </p:cNvSpPr>
          <p:nvPr>
            <p:ph type="title"/>
          </p:nvPr>
        </p:nvSpPr>
        <p:spPr/>
        <p:txBody>
          <a:bodyPr/>
          <a:lstStyle/>
          <a:p>
            <a:r>
              <a:rPr lang="en-US" dirty="0"/>
              <a:t>DGCL </a:t>
            </a:r>
            <a:r>
              <a:rPr lang="mr-IN" sz="2000" dirty="0"/>
              <a:t>§ </a:t>
            </a:r>
            <a:r>
              <a:rPr lang="en-US" dirty="0"/>
              <a:t>242(b)(2)</a:t>
            </a:r>
          </a:p>
        </p:txBody>
      </p:sp>
      <p:sp>
        <p:nvSpPr>
          <p:cNvPr id="4" name="Slide Number Placeholder 3">
            <a:extLst>
              <a:ext uri="{FF2B5EF4-FFF2-40B4-BE49-F238E27FC236}">
                <a16:creationId xmlns:a16="http://schemas.microsoft.com/office/drawing/2014/main" id="{DBC414C9-157D-1E41-AC57-D91218F5ECD4}"/>
              </a:ext>
            </a:extLst>
          </p:cNvPr>
          <p:cNvSpPr>
            <a:spLocks noGrp="1"/>
          </p:cNvSpPr>
          <p:nvPr>
            <p:ph type="sldNum" sz="quarter" idx="10"/>
          </p:nvPr>
        </p:nvSpPr>
        <p:spPr/>
        <p:txBody>
          <a:bodyPr/>
          <a:lstStyle/>
          <a:p>
            <a:fld id="{7B3E355C-57B9-BC4B-95D8-406A1F834537}" type="slidenum">
              <a:rPr lang="en-US" altLang="en-US" smtClean="0"/>
              <a:pPr/>
              <a:t>9</a:t>
            </a:fld>
            <a:endParaRPr lang="en-US" altLang="en-US"/>
          </a:p>
        </p:txBody>
      </p:sp>
      <p:sp>
        <p:nvSpPr>
          <p:cNvPr id="5" name="Footer Placeholder 4">
            <a:extLst>
              <a:ext uri="{FF2B5EF4-FFF2-40B4-BE49-F238E27FC236}">
                <a16:creationId xmlns:a16="http://schemas.microsoft.com/office/drawing/2014/main" id="{B2808F97-4CCB-A340-914F-216EC5475272}"/>
              </a:ext>
            </a:extLst>
          </p:cNvPr>
          <p:cNvSpPr>
            <a:spLocks noGrp="1"/>
          </p:cNvSpPr>
          <p:nvPr>
            <p:ph type="ftr" sz="quarter" idx="11"/>
          </p:nvPr>
        </p:nvSpPr>
        <p:spPr/>
        <p:txBody>
          <a:bodyPr/>
          <a:lstStyle/>
          <a:p>
            <a:pPr>
              <a:defRPr/>
            </a:pPr>
            <a:r>
              <a:rPr lang="en-US"/>
              <a:t>Preferred Stock</a:t>
            </a:r>
          </a:p>
        </p:txBody>
      </p:sp>
    </p:spTree>
    <p:extLst>
      <p:ext uri="{BB962C8B-B14F-4D97-AF65-F5344CB8AC3E}">
        <p14:creationId xmlns:p14="http://schemas.microsoft.com/office/powerpoint/2010/main" val="417290120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r>
              <a:rPr lang="en-US" sz="2000" dirty="0"/>
              <a:t>What were the basic characteristics of the TW preferred stock?</a:t>
            </a:r>
          </a:p>
          <a:p>
            <a:r>
              <a:rPr lang="en-US" sz="2000" dirty="0"/>
              <a:t>What was the </a:t>
            </a:r>
            <a:r>
              <a:rPr lang="en-US" sz="2000" dirty="0" err="1"/>
              <a:t>preferred’s</a:t>
            </a:r>
            <a:r>
              <a:rPr lang="en-US" sz="2000" dirty="0"/>
              <a:t> basic redemption right?  What was the redemption price?</a:t>
            </a:r>
          </a:p>
          <a:p>
            <a:r>
              <a:rPr lang="en-US" sz="2000" dirty="0"/>
              <a:t>What was the source of the redemption proceeds?</a:t>
            </a:r>
          </a:p>
          <a:p>
            <a:r>
              <a:rPr lang="en-US" sz="2000" dirty="0"/>
              <a:t>How much was </a:t>
            </a:r>
            <a:r>
              <a:rPr lang="en-US" sz="2000" dirty="0" err="1"/>
              <a:t>SVIP</a:t>
            </a:r>
            <a:r>
              <a:rPr lang="en-US" sz="2000" dirty="0"/>
              <a:t> owed?</a:t>
            </a:r>
          </a:p>
          <a:p>
            <a:r>
              <a:rPr lang="en-US" sz="2000" dirty="0"/>
              <a:t>How much did TW offer? </a:t>
            </a:r>
          </a:p>
          <a:p>
            <a:r>
              <a:rPr lang="en-US" sz="2000" dirty="0"/>
              <a:t>What is the limitation in </a:t>
            </a:r>
            <a:r>
              <a:rPr lang="en-US" sz="2000" dirty="0" err="1"/>
              <a:t>DGCL</a:t>
            </a:r>
            <a:r>
              <a:rPr lang="en-US" sz="2000" dirty="0"/>
              <a:t> 160?</a:t>
            </a:r>
          </a:p>
          <a:p>
            <a:r>
              <a:rPr lang="en-US" sz="2000" dirty="0"/>
              <a:t>What is </a:t>
            </a:r>
            <a:r>
              <a:rPr lang="en-US" sz="2000" i="1" dirty="0"/>
              <a:t>surplus</a:t>
            </a:r>
            <a:r>
              <a:rPr lang="en-US" sz="2000" dirty="0"/>
              <a:t> under </a:t>
            </a:r>
            <a:r>
              <a:rPr lang="en-US" sz="2000" dirty="0" err="1"/>
              <a:t>DGCL</a:t>
            </a:r>
            <a:r>
              <a:rPr lang="en-US" sz="2000" dirty="0"/>
              <a:t> 154?  What’s </a:t>
            </a:r>
            <a:r>
              <a:rPr lang="en-US" sz="2000" i="1" dirty="0"/>
              <a:t>capital</a:t>
            </a:r>
            <a:r>
              <a:rPr lang="en-US" sz="2000" dirty="0"/>
              <a:t>?</a:t>
            </a:r>
          </a:p>
          <a:p>
            <a:r>
              <a:rPr lang="en-US" sz="2000" dirty="0"/>
              <a:t>What was </a:t>
            </a:r>
            <a:r>
              <a:rPr lang="en-US" sz="2000" dirty="0" err="1"/>
              <a:t>SVIP’s</a:t>
            </a:r>
            <a:r>
              <a:rPr lang="en-US" sz="2000" dirty="0"/>
              <a:t> argument? Why did </a:t>
            </a:r>
            <a:r>
              <a:rPr lang="en-US" sz="2000" dirty="0" err="1"/>
              <a:t>SVIP</a:t>
            </a:r>
            <a:r>
              <a:rPr lang="en-US" sz="2000" dirty="0"/>
              <a:t> argue that TW had sufficient assets to distribute to </a:t>
            </a:r>
            <a:r>
              <a:rPr lang="en-US" sz="2000" dirty="0" err="1"/>
              <a:t>SVIP</a:t>
            </a:r>
            <a:r>
              <a:rPr lang="en-US" sz="2000" dirty="0"/>
              <a:t>?</a:t>
            </a:r>
          </a:p>
          <a:p>
            <a:r>
              <a:rPr lang="en-US" sz="2000" dirty="0"/>
              <a:t>How does the court respond to </a:t>
            </a:r>
            <a:r>
              <a:rPr lang="en-US" sz="2000" dirty="0" err="1"/>
              <a:t>SVIP’s</a:t>
            </a:r>
            <a:r>
              <a:rPr lang="en-US" sz="2000" dirty="0"/>
              <a:t> argument equating </a:t>
            </a:r>
            <a:r>
              <a:rPr lang="en-US" sz="2000" i="1" dirty="0"/>
              <a:t>funds legally available</a:t>
            </a:r>
            <a:r>
              <a:rPr lang="en-US" sz="2000" dirty="0"/>
              <a:t> with </a:t>
            </a:r>
            <a:r>
              <a:rPr lang="en-US" sz="2000" i="1" dirty="0"/>
              <a:t>surplus? (p. 641)</a:t>
            </a:r>
          </a:p>
          <a:p>
            <a:r>
              <a:rPr lang="en-US" sz="2000" dirty="0"/>
              <a:t>What does the Court think of </a:t>
            </a:r>
            <a:r>
              <a:rPr lang="en-US" sz="2000" dirty="0" err="1"/>
              <a:t>SVIP’s</a:t>
            </a:r>
            <a:r>
              <a:rPr lang="en-US" sz="2000" dirty="0"/>
              <a:t> valuation?</a:t>
            </a:r>
          </a:p>
          <a:p>
            <a:r>
              <a:rPr lang="en-US" sz="2000" b="1" dirty="0"/>
              <a:t>Drafting responses</a:t>
            </a:r>
            <a:r>
              <a:rPr lang="en-US" sz="2000" dirty="0"/>
              <a:t>:</a:t>
            </a:r>
          </a:p>
          <a:p>
            <a:pPr lvl="1"/>
            <a:r>
              <a:rPr lang="en-US" sz="1800" dirty="0"/>
              <a:t>Omit </a:t>
            </a:r>
            <a:r>
              <a:rPr lang="en-US" sz="1800" i="1" dirty="0"/>
              <a:t>funds legally available. See </a:t>
            </a:r>
            <a:r>
              <a:rPr lang="en-US" sz="1800" i="1" dirty="0" err="1"/>
              <a:t>Shiftan</a:t>
            </a:r>
            <a:r>
              <a:rPr lang="en-US" sz="1800" i="1" dirty="0"/>
              <a:t> v. Morgan Joseph Holdings </a:t>
            </a:r>
            <a:r>
              <a:rPr lang="en-US" sz="1800" dirty="0"/>
              <a:t>(Del. Ch. 2012) and </a:t>
            </a:r>
            <a:r>
              <a:rPr lang="en-US" sz="1800" i="1" dirty="0" err="1"/>
              <a:t>TCV</a:t>
            </a:r>
            <a:r>
              <a:rPr lang="en-US" sz="1800" i="1" dirty="0"/>
              <a:t> v. </a:t>
            </a:r>
            <a:r>
              <a:rPr lang="en-US" sz="1800" i="1" dirty="0" err="1"/>
              <a:t>TradingScreen</a:t>
            </a:r>
            <a:r>
              <a:rPr lang="en-US" sz="1800" i="1" dirty="0"/>
              <a:t> </a:t>
            </a:r>
            <a:r>
              <a:rPr lang="en-US" sz="1800" dirty="0"/>
              <a:t>(Del. Ch. 2015)</a:t>
            </a:r>
            <a:endParaRPr lang="en-US" sz="1800" i="1" dirty="0"/>
          </a:p>
          <a:p>
            <a:pPr lvl="1"/>
            <a:r>
              <a:rPr lang="en-US" sz="1800" dirty="0"/>
              <a:t>What is a </a:t>
            </a:r>
            <a:r>
              <a:rPr lang="en-US" sz="1800" i="1" dirty="0"/>
              <a:t>drag-along </a:t>
            </a:r>
            <a:r>
              <a:rPr lang="en-US" sz="1800" dirty="0"/>
              <a:t>right?  What protection does that potentially offer preferred shareholders?</a:t>
            </a:r>
          </a:p>
          <a:p>
            <a:pPr lvl="1"/>
            <a:r>
              <a:rPr lang="en-US" sz="1800" dirty="0"/>
              <a:t>Right to elect majority of the board?</a:t>
            </a:r>
          </a:p>
          <a:p>
            <a:pPr lvl="1"/>
            <a:r>
              <a:rPr lang="en-US" sz="1800" dirty="0"/>
              <a:t>Sinking fund? </a:t>
            </a:r>
          </a:p>
        </p:txBody>
      </p:sp>
      <p:sp>
        <p:nvSpPr>
          <p:cNvPr id="3" name="Title 2"/>
          <p:cNvSpPr>
            <a:spLocks noGrp="1"/>
          </p:cNvSpPr>
          <p:nvPr>
            <p:ph type="title"/>
          </p:nvPr>
        </p:nvSpPr>
        <p:spPr/>
        <p:txBody>
          <a:bodyPr/>
          <a:lstStyle/>
          <a:p>
            <a:r>
              <a:rPr lang="en-US" i="1" dirty="0"/>
              <a:t>SV Investment Partners, LLC  v. </a:t>
            </a:r>
            <a:r>
              <a:rPr lang="en-US" i="1" dirty="0" err="1"/>
              <a:t>ThoughtWorks</a:t>
            </a:r>
            <a:r>
              <a:rPr lang="en-US" i="1" dirty="0"/>
              <a:t>, Inc. </a:t>
            </a:r>
            <a:r>
              <a:rPr lang="en-US" dirty="0"/>
              <a:t>(Del. Ch. Ct. 2010)</a:t>
            </a:r>
            <a:endParaRPr lang="en-US" i="1" dirty="0"/>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10</a:t>
            </a:fld>
            <a:endParaRPr lang="en-US" altLang="en-US"/>
          </a:p>
        </p:txBody>
      </p:sp>
      <p:sp>
        <p:nvSpPr>
          <p:cNvPr id="5" name="Footer Placeholder 4"/>
          <p:cNvSpPr>
            <a:spLocks noGrp="1"/>
          </p:cNvSpPr>
          <p:nvPr>
            <p:ph type="ftr" sz="quarter" idx="11"/>
          </p:nvPr>
        </p:nvSpPr>
        <p:spPr/>
        <p:txBody>
          <a:bodyPr/>
          <a:lstStyle/>
          <a:p>
            <a:pPr>
              <a:defRPr/>
            </a:pPr>
            <a:r>
              <a:rPr lang="en-US"/>
              <a:t>Preferred Stock</a:t>
            </a:r>
          </a:p>
        </p:txBody>
      </p:sp>
    </p:spTree>
    <p:extLst>
      <p:ext uri="{BB962C8B-B14F-4D97-AF65-F5344CB8AC3E}">
        <p14:creationId xmlns:p14="http://schemas.microsoft.com/office/powerpoint/2010/main" val="12411289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2">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2">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2">
                                            <p:txEl>
                                              <p:pRg st="11" end="11"/>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2">
                                            <p:txEl>
                                              <p:pRg st="12" end="12"/>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nodeType="clickEffect">
                                  <p:stCondLst>
                                    <p:cond delay="0"/>
                                  </p:stCondLst>
                                  <p:childTnLst>
                                    <p:set>
                                      <p:cBhvr>
                                        <p:cTn id="58" dur="1" fill="hold">
                                          <p:stCondLst>
                                            <p:cond delay="0"/>
                                          </p:stCondLst>
                                        </p:cTn>
                                        <p:tgtEl>
                                          <p:spTgt spid="2">
                                            <p:txEl>
                                              <p:pRg st="13" end="13"/>
                                            </p:txEl>
                                          </p:spTgt>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 presetClass="entr" presetSubtype="0" fill="hold" nodeType="clickEffect">
                                  <p:stCondLst>
                                    <p:cond delay="0"/>
                                  </p:stCondLst>
                                  <p:childTnLst>
                                    <p:set>
                                      <p:cBhvr>
                                        <p:cTn id="62" dur="1" fill="hold">
                                          <p:stCondLst>
                                            <p:cond delay="0"/>
                                          </p:stCondLst>
                                        </p:cTn>
                                        <p:tgtEl>
                                          <p:spTgt spid="2">
                                            <p:txEl>
                                              <p:pRg st="14" end="1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i="1" dirty="0" err="1"/>
              <a:t>Bove</a:t>
            </a:r>
            <a:r>
              <a:rPr lang="en-US" i="1" dirty="0"/>
              <a:t> v. The Community Hotel Corp. of Newport, RI</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11</a:t>
            </a:fld>
            <a:endParaRPr lang="en-US" altLang="en-US"/>
          </a:p>
        </p:txBody>
      </p:sp>
      <p:sp>
        <p:nvSpPr>
          <p:cNvPr id="5" name="Footer Placeholder 4"/>
          <p:cNvSpPr>
            <a:spLocks noGrp="1"/>
          </p:cNvSpPr>
          <p:nvPr>
            <p:ph type="ftr" sz="quarter" idx="11"/>
          </p:nvPr>
        </p:nvSpPr>
        <p:spPr/>
        <p:txBody>
          <a:bodyPr/>
          <a:lstStyle/>
          <a:p>
            <a:pPr>
              <a:defRPr/>
            </a:pPr>
            <a:r>
              <a:rPr lang="en-US"/>
              <a:t>Preferred Stock</a:t>
            </a:r>
          </a:p>
        </p:txBody>
      </p:sp>
      <p:sp>
        <p:nvSpPr>
          <p:cNvPr id="6" name="Rectangle 5"/>
          <p:cNvSpPr/>
          <p:nvPr/>
        </p:nvSpPr>
        <p:spPr>
          <a:xfrm>
            <a:off x="390295" y="3021979"/>
            <a:ext cx="1661531" cy="657922"/>
          </a:xfrm>
          <a:prstGeom prst="rect">
            <a:avLst/>
          </a:prstGeom>
          <a:solidFill>
            <a:schemeClr val="accent1">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tx1"/>
                </a:solidFill>
              </a:rPr>
              <a:t>Com. Hotel Corp</a:t>
            </a:r>
          </a:p>
        </p:txBody>
      </p:sp>
      <p:cxnSp>
        <p:nvCxnSpPr>
          <p:cNvPr id="8" name="Straight Connector 7"/>
          <p:cNvCxnSpPr>
            <a:stCxn id="6" idx="0"/>
          </p:cNvCxnSpPr>
          <p:nvPr/>
        </p:nvCxnSpPr>
        <p:spPr>
          <a:xfrm flipH="1" flipV="1">
            <a:off x="1215485" y="1895706"/>
            <a:ext cx="5576" cy="1126273"/>
          </a:xfrm>
          <a:prstGeom prst="line">
            <a:avLst/>
          </a:prstGeom>
        </p:spPr>
        <p:style>
          <a:lnRef idx="1">
            <a:schemeClr val="accent1"/>
          </a:lnRef>
          <a:fillRef idx="0">
            <a:schemeClr val="accent1"/>
          </a:fillRef>
          <a:effectRef idx="0">
            <a:schemeClr val="accent1"/>
          </a:effectRef>
          <a:fontRef idx="minor">
            <a:schemeClr val="tx1"/>
          </a:fontRef>
        </p:style>
      </p:cxnSp>
      <p:sp>
        <p:nvSpPr>
          <p:cNvPr id="9" name="TextBox 8"/>
          <p:cNvSpPr txBox="1"/>
          <p:nvPr/>
        </p:nvSpPr>
        <p:spPr>
          <a:xfrm>
            <a:off x="1215485" y="2091172"/>
            <a:ext cx="3066585" cy="338554"/>
          </a:xfrm>
          <a:prstGeom prst="rect">
            <a:avLst/>
          </a:prstGeom>
          <a:noFill/>
        </p:spPr>
        <p:txBody>
          <a:bodyPr wrap="square" rtlCol="0">
            <a:spAutoFit/>
          </a:bodyPr>
          <a:lstStyle/>
          <a:p>
            <a:r>
              <a:rPr lang="en-US" sz="1600" dirty="0" err="1"/>
              <a:t>Prd</a:t>
            </a:r>
            <a:r>
              <a:rPr lang="en-US" sz="1600" dirty="0"/>
              <a:t>: 4.3k shares; 645k in arrears</a:t>
            </a:r>
          </a:p>
        </p:txBody>
      </p:sp>
      <p:sp>
        <p:nvSpPr>
          <p:cNvPr id="10" name="TextBox 9"/>
          <p:cNvSpPr txBox="1"/>
          <p:nvPr/>
        </p:nvSpPr>
        <p:spPr>
          <a:xfrm>
            <a:off x="1179309" y="2615759"/>
            <a:ext cx="1983748" cy="338554"/>
          </a:xfrm>
          <a:prstGeom prst="rect">
            <a:avLst/>
          </a:prstGeom>
          <a:noFill/>
        </p:spPr>
        <p:txBody>
          <a:bodyPr wrap="none" rtlCol="0">
            <a:spAutoFit/>
          </a:bodyPr>
          <a:lstStyle/>
          <a:p>
            <a:r>
              <a:rPr lang="en-US" sz="1600" dirty="0"/>
              <a:t>Common: 2.1k shares</a:t>
            </a:r>
          </a:p>
        </p:txBody>
      </p:sp>
      <p:sp>
        <p:nvSpPr>
          <p:cNvPr id="13" name="Rectangle 12"/>
          <p:cNvSpPr/>
          <p:nvPr/>
        </p:nvSpPr>
        <p:spPr>
          <a:xfrm>
            <a:off x="5147456" y="2118734"/>
            <a:ext cx="1661531" cy="657922"/>
          </a:xfrm>
          <a:prstGeom prst="rect">
            <a:avLst/>
          </a:prstGeom>
          <a:solidFill>
            <a:schemeClr val="accent1">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tx1"/>
                </a:solidFill>
              </a:rPr>
              <a:t>Com. Hotel Corp</a:t>
            </a:r>
          </a:p>
        </p:txBody>
      </p:sp>
      <p:cxnSp>
        <p:nvCxnSpPr>
          <p:cNvPr id="15" name="Straight Connector 14"/>
          <p:cNvCxnSpPr>
            <a:stCxn id="13" idx="2"/>
            <a:endCxn id="16" idx="0"/>
          </p:cNvCxnSpPr>
          <p:nvPr/>
        </p:nvCxnSpPr>
        <p:spPr>
          <a:xfrm flipH="1">
            <a:off x="5978221" y="2776656"/>
            <a:ext cx="1" cy="846032"/>
          </a:xfrm>
          <a:prstGeom prst="line">
            <a:avLst/>
          </a:prstGeom>
          <a:ln w="25400">
            <a:tailEnd type="stealth"/>
          </a:ln>
        </p:spPr>
        <p:style>
          <a:lnRef idx="1">
            <a:schemeClr val="accent1"/>
          </a:lnRef>
          <a:fillRef idx="0">
            <a:schemeClr val="accent1"/>
          </a:fillRef>
          <a:effectRef idx="0">
            <a:schemeClr val="accent1"/>
          </a:effectRef>
          <a:fontRef idx="minor">
            <a:schemeClr val="tx1"/>
          </a:fontRef>
        </p:style>
      </p:cxnSp>
      <p:sp>
        <p:nvSpPr>
          <p:cNvPr id="16" name="Rectangle 15"/>
          <p:cNvSpPr/>
          <p:nvPr/>
        </p:nvSpPr>
        <p:spPr>
          <a:xfrm>
            <a:off x="5147455" y="3622688"/>
            <a:ext cx="1661531" cy="657922"/>
          </a:xfrm>
          <a:prstGeom prst="rect">
            <a:avLst/>
          </a:prstGeom>
          <a:solidFill>
            <a:schemeClr val="accent1">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tx1"/>
                </a:solidFill>
              </a:rPr>
              <a:t>Newport Hot. Corp.</a:t>
            </a:r>
          </a:p>
        </p:txBody>
      </p:sp>
      <p:sp>
        <p:nvSpPr>
          <p:cNvPr id="19" name="TextBox 18"/>
          <p:cNvSpPr txBox="1"/>
          <p:nvPr/>
        </p:nvSpPr>
        <p:spPr>
          <a:xfrm>
            <a:off x="4527395" y="2946252"/>
            <a:ext cx="1292533" cy="369332"/>
          </a:xfrm>
          <a:prstGeom prst="rect">
            <a:avLst/>
          </a:prstGeom>
          <a:noFill/>
        </p:spPr>
        <p:txBody>
          <a:bodyPr wrap="none" rtlCol="0">
            <a:spAutoFit/>
          </a:bodyPr>
          <a:lstStyle/>
          <a:p>
            <a:r>
              <a:rPr lang="en-US" dirty="0"/>
              <a:t>1: Form sub</a:t>
            </a:r>
          </a:p>
        </p:txBody>
      </p:sp>
      <p:cxnSp>
        <p:nvCxnSpPr>
          <p:cNvPr id="21" name="Elbow Connector 20"/>
          <p:cNvCxnSpPr>
            <a:stCxn id="16" idx="3"/>
            <a:endCxn id="13" idx="3"/>
          </p:cNvCxnSpPr>
          <p:nvPr/>
        </p:nvCxnSpPr>
        <p:spPr>
          <a:xfrm flipV="1">
            <a:off x="6808986" y="2447695"/>
            <a:ext cx="1" cy="1503954"/>
          </a:xfrm>
          <a:prstGeom prst="bentConnector3">
            <a:avLst>
              <a:gd name="adj1" fmla="val 22860100000"/>
            </a:avLst>
          </a:prstGeom>
          <a:ln>
            <a:tailEnd type="triangle"/>
          </a:ln>
        </p:spPr>
        <p:style>
          <a:lnRef idx="1">
            <a:schemeClr val="accent1"/>
          </a:lnRef>
          <a:fillRef idx="0">
            <a:schemeClr val="accent1"/>
          </a:fillRef>
          <a:effectRef idx="0">
            <a:schemeClr val="accent1"/>
          </a:effectRef>
          <a:fontRef idx="minor">
            <a:schemeClr val="tx1"/>
          </a:fontRef>
        </p:style>
      </p:cxnSp>
      <p:sp>
        <p:nvSpPr>
          <p:cNvPr id="23" name="TextBox 22"/>
          <p:cNvSpPr txBox="1"/>
          <p:nvPr/>
        </p:nvSpPr>
        <p:spPr>
          <a:xfrm>
            <a:off x="6993484" y="2870775"/>
            <a:ext cx="1109535" cy="369332"/>
          </a:xfrm>
          <a:prstGeom prst="rect">
            <a:avLst/>
          </a:prstGeom>
          <a:noFill/>
        </p:spPr>
        <p:txBody>
          <a:bodyPr wrap="none" rtlCol="0">
            <a:spAutoFit/>
          </a:bodyPr>
          <a:lstStyle/>
          <a:p>
            <a:r>
              <a:rPr lang="en-US" dirty="0"/>
              <a:t>2: Merger</a:t>
            </a:r>
          </a:p>
        </p:txBody>
      </p:sp>
      <p:cxnSp>
        <p:nvCxnSpPr>
          <p:cNvPr id="24" name="Straight Connector 23"/>
          <p:cNvCxnSpPr/>
          <p:nvPr/>
        </p:nvCxnSpPr>
        <p:spPr>
          <a:xfrm>
            <a:off x="8184693" y="564485"/>
            <a:ext cx="62122" cy="4007515"/>
          </a:xfrm>
          <a:prstGeom prst="line">
            <a:avLst/>
          </a:prstGeom>
        </p:spPr>
        <p:style>
          <a:lnRef idx="1">
            <a:schemeClr val="accent1"/>
          </a:lnRef>
          <a:fillRef idx="0">
            <a:schemeClr val="accent1"/>
          </a:fillRef>
          <a:effectRef idx="0">
            <a:schemeClr val="accent1"/>
          </a:effectRef>
          <a:fontRef idx="minor">
            <a:schemeClr val="tx1"/>
          </a:fontRef>
        </p:style>
      </p:cxnSp>
      <p:cxnSp>
        <p:nvCxnSpPr>
          <p:cNvPr id="27" name="Straight Connector 26"/>
          <p:cNvCxnSpPr/>
          <p:nvPr/>
        </p:nvCxnSpPr>
        <p:spPr>
          <a:xfrm>
            <a:off x="4346771" y="578794"/>
            <a:ext cx="5959" cy="3993206"/>
          </a:xfrm>
          <a:prstGeom prst="line">
            <a:avLst/>
          </a:prstGeom>
        </p:spPr>
        <p:style>
          <a:lnRef idx="1">
            <a:schemeClr val="accent1"/>
          </a:lnRef>
          <a:fillRef idx="0">
            <a:schemeClr val="accent1"/>
          </a:fillRef>
          <a:effectRef idx="0">
            <a:schemeClr val="accent1"/>
          </a:effectRef>
          <a:fontRef idx="minor">
            <a:schemeClr val="tx1"/>
          </a:fontRef>
        </p:style>
      </p:cxnSp>
      <p:sp>
        <p:nvSpPr>
          <p:cNvPr id="30" name="Rectangle 29"/>
          <p:cNvSpPr/>
          <p:nvPr/>
        </p:nvSpPr>
        <p:spPr>
          <a:xfrm>
            <a:off x="8766586" y="3040044"/>
            <a:ext cx="1661531" cy="657922"/>
          </a:xfrm>
          <a:prstGeom prst="rect">
            <a:avLst/>
          </a:prstGeom>
          <a:solidFill>
            <a:schemeClr val="accent1">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tx1"/>
                </a:solidFill>
              </a:rPr>
              <a:t>Newport Hot. Corp.</a:t>
            </a:r>
          </a:p>
        </p:txBody>
      </p:sp>
      <p:cxnSp>
        <p:nvCxnSpPr>
          <p:cNvPr id="31" name="Straight Connector 30"/>
          <p:cNvCxnSpPr>
            <a:stCxn id="30" idx="0"/>
          </p:cNvCxnSpPr>
          <p:nvPr/>
        </p:nvCxnSpPr>
        <p:spPr>
          <a:xfrm flipH="1" flipV="1">
            <a:off x="9597351" y="2091172"/>
            <a:ext cx="1" cy="948872"/>
          </a:xfrm>
          <a:prstGeom prst="line">
            <a:avLst/>
          </a:prstGeom>
        </p:spPr>
        <p:style>
          <a:lnRef idx="1">
            <a:schemeClr val="accent1"/>
          </a:lnRef>
          <a:fillRef idx="0">
            <a:schemeClr val="accent1"/>
          </a:fillRef>
          <a:effectRef idx="0">
            <a:schemeClr val="accent1"/>
          </a:effectRef>
          <a:fontRef idx="minor">
            <a:schemeClr val="tx1"/>
          </a:fontRef>
        </p:style>
      </p:cxnSp>
      <p:sp>
        <p:nvSpPr>
          <p:cNvPr id="34" name="TextBox 33"/>
          <p:cNvSpPr txBox="1"/>
          <p:nvPr/>
        </p:nvSpPr>
        <p:spPr>
          <a:xfrm>
            <a:off x="8432362" y="1304501"/>
            <a:ext cx="3052502" cy="830997"/>
          </a:xfrm>
          <a:prstGeom prst="rect">
            <a:avLst/>
          </a:prstGeom>
          <a:noFill/>
        </p:spPr>
        <p:txBody>
          <a:bodyPr wrap="none" rtlCol="0">
            <a:spAutoFit/>
          </a:bodyPr>
          <a:lstStyle/>
          <a:p>
            <a:pPr algn="ctr"/>
            <a:r>
              <a:rPr lang="en-US" sz="1600" b="1" u="sng" dirty="0" err="1"/>
              <a:t>SH</a:t>
            </a:r>
            <a:r>
              <a:rPr lang="en-US" sz="1600" b="1" u="sng" dirty="0"/>
              <a:t> Equity (all common)</a:t>
            </a:r>
          </a:p>
          <a:p>
            <a:r>
              <a:rPr lang="en-US" sz="1600" dirty="0"/>
              <a:t>2.1k shares +</a:t>
            </a:r>
          </a:p>
          <a:p>
            <a:r>
              <a:rPr lang="en-US" sz="1600" dirty="0"/>
              <a:t>21.6k shares (5 common for 1 </a:t>
            </a:r>
            <a:r>
              <a:rPr lang="en-US" sz="1600" dirty="0" err="1"/>
              <a:t>prd</a:t>
            </a:r>
            <a:r>
              <a:rPr lang="en-US" sz="1600" dirty="0"/>
              <a:t>)</a:t>
            </a:r>
          </a:p>
        </p:txBody>
      </p:sp>
      <p:sp>
        <p:nvSpPr>
          <p:cNvPr id="35" name="TextBox 34"/>
          <p:cNvSpPr txBox="1"/>
          <p:nvPr/>
        </p:nvSpPr>
        <p:spPr>
          <a:xfrm>
            <a:off x="1237785" y="1081668"/>
            <a:ext cx="816634" cy="369332"/>
          </a:xfrm>
          <a:prstGeom prst="rect">
            <a:avLst/>
          </a:prstGeom>
          <a:noFill/>
        </p:spPr>
        <p:txBody>
          <a:bodyPr wrap="none" rtlCol="0">
            <a:spAutoFit/>
          </a:bodyPr>
          <a:lstStyle/>
          <a:p>
            <a:r>
              <a:rPr lang="en-US" b="1" u="sng" dirty="0"/>
              <a:t>Before</a:t>
            </a:r>
          </a:p>
        </p:txBody>
      </p:sp>
      <p:sp>
        <p:nvSpPr>
          <p:cNvPr id="36" name="TextBox 35"/>
          <p:cNvSpPr txBox="1"/>
          <p:nvPr/>
        </p:nvSpPr>
        <p:spPr>
          <a:xfrm>
            <a:off x="5476976" y="1088036"/>
            <a:ext cx="1656607" cy="369332"/>
          </a:xfrm>
          <a:prstGeom prst="rect">
            <a:avLst/>
          </a:prstGeom>
          <a:noFill/>
        </p:spPr>
        <p:txBody>
          <a:bodyPr wrap="none" rtlCol="0">
            <a:spAutoFit/>
          </a:bodyPr>
          <a:lstStyle/>
          <a:p>
            <a:r>
              <a:rPr lang="en-US" b="1" u="sng" dirty="0"/>
              <a:t>Merger </a:t>
            </a:r>
            <a:r>
              <a:rPr lang="en-US" b="1" u="sng"/>
              <a:t>(Recap)</a:t>
            </a:r>
            <a:endParaRPr lang="en-US" b="1" u="sng" dirty="0"/>
          </a:p>
        </p:txBody>
      </p:sp>
      <p:sp>
        <p:nvSpPr>
          <p:cNvPr id="37" name="TextBox 36"/>
          <p:cNvSpPr txBox="1"/>
          <p:nvPr/>
        </p:nvSpPr>
        <p:spPr>
          <a:xfrm>
            <a:off x="8918986" y="957411"/>
            <a:ext cx="1443921" cy="369332"/>
          </a:xfrm>
          <a:prstGeom prst="rect">
            <a:avLst/>
          </a:prstGeom>
          <a:noFill/>
        </p:spPr>
        <p:txBody>
          <a:bodyPr wrap="none" rtlCol="0">
            <a:spAutoFit/>
          </a:bodyPr>
          <a:lstStyle/>
          <a:p>
            <a:r>
              <a:rPr lang="en-US" b="1" u="sng" dirty="0"/>
              <a:t>After (Recap)</a:t>
            </a:r>
          </a:p>
        </p:txBody>
      </p:sp>
      <p:sp>
        <p:nvSpPr>
          <p:cNvPr id="38" name="Rectangle 37"/>
          <p:cNvSpPr/>
          <p:nvPr/>
        </p:nvSpPr>
        <p:spPr>
          <a:xfrm>
            <a:off x="1179309" y="1681872"/>
            <a:ext cx="1093569" cy="369332"/>
          </a:xfrm>
          <a:prstGeom prst="rect">
            <a:avLst/>
          </a:prstGeom>
        </p:spPr>
        <p:txBody>
          <a:bodyPr wrap="none">
            <a:spAutoFit/>
          </a:bodyPr>
          <a:lstStyle/>
          <a:p>
            <a:pPr algn="ctr"/>
            <a:r>
              <a:rPr lang="en-US" b="1" u="sng" dirty="0" err="1"/>
              <a:t>SH</a:t>
            </a:r>
            <a:r>
              <a:rPr lang="en-US" b="1" u="sng" dirty="0"/>
              <a:t> Equity</a:t>
            </a:r>
          </a:p>
        </p:txBody>
      </p:sp>
      <p:cxnSp>
        <p:nvCxnSpPr>
          <p:cNvPr id="43" name="Straight Connector 42"/>
          <p:cNvCxnSpPr/>
          <p:nvPr/>
        </p:nvCxnSpPr>
        <p:spPr>
          <a:xfrm flipV="1">
            <a:off x="512064" y="4527395"/>
            <a:ext cx="11408590" cy="44605"/>
          </a:xfrm>
          <a:prstGeom prst="line">
            <a:avLst/>
          </a:prstGeom>
        </p:spPr>
        <p:style>
          <a:lnRef idx="1">
            <a:schemeClr val="accent1"/>
          </a:lnRef>
          <a:fillRef idx="0">
            <a:schemeClr val="accent1"/>
          </a:fillRef>
          <a:effectRef idx="0">
            <a:schemeClr val="accent1"/>
          </a:effectRef>
          <a:fontRef idx="minor">
            <a:schemeClr val="tx1"/>
          </a:fontRef>
        </p:style>
      </p:cxnSp>
      <p:sp>
        <p:nvSpPr>
          <p:cNvPr id="46" name="TextBox 45"/>
          <p:cNvSpPr txBox="1"/>
          <p:nvPr/>
        </p:nvSpPr>
        <p:spPr>
          <a:xfrm>
            <a:off x="715873" y="5015686"/>
            <a:ext cx="10760253" cy="1015663"/>
          </a:xfrm>
          <a:prstGeom prst="rect">
            <a:avLst/>
          </a:prstGeom>
          <a:noFill/>
        </p:spPr>
        <p:txBody>
          <a:bodyPr wrap="none" rtlCol="0">
            <a:spAutoFit/>
          </a:bodyPr>
          <a:lstStyle/>
          <a:p>
            <a:r>
              <a:rPr lang="en-US" sz="2000" b="1" dirty="0"/>
              <a:t>Issue</a:t>
            </a:r>
            <a:r>
              <a:rPr lang="en-US" sz="2000" dirty="0"/>
              <a:t>:  A straight recap would require 100% approval of the preferred; the merger requires a 2/3 vote. </a:t>
            </a:r>
          </a:p>
          <a:p>
            <a:endParaRPr lang="en-US" sz="2000" dirty="0"/>
          </a:p>
          <a:p>
            <a:r>
              <a:rPr lang="en-US" sz="2000" b="1" dirty="0"/>
              <a:t>Question: Are the </a:t>
            </a:r>
            <a:r>
              <a:rPr lang="en-US" sz="2000" b="1" dirty="0" err="1"/>
              <a:t>GenTech</a:t>
            </a:r>
            <a:r>
              <a:rPr lang="en-US" sz="2000" b="1" dirty="0"/>
              <a:t> Series A protected against such a move?  (4(d)(3)(a)(vi))</a:t>
            </a:r>
          </a:p>
        </p:txBody>
      </p:sp>
    </p:spTree>
    <p:extLst>
      <p:ext uri="{BB962C8B-B14F-4D97-AF65-F5344CB8AC3E}">
        <p14:creationId xmlns:p14="http://schemas.microsoft.com/office/powerpoint/2010/main" val="104738384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pPr marL="0" indent="0">
              <a:buNone/>
            </a:pPr>
            <a:endParaRPr lang="en-US" i="1" dirty="0"/>
          </a:p>
          <a:p>
            <a:pPr marL="0" indent="0">
              <a:buNone/>
            </a:pPr>
            <a:r>
              <a:rPr lang="en-US" i="1" u="sng" dirty="0"/>
              <a:t>Thus, with respect to matters relating to preferences or limitations that distinguish preferred stock from common, the duty of the corporation and its directors is essentially contractual and the scope of the duty is appropriately defined by reference to the specific words evidencing that contract; where however the right asserted is not to a preference as against the common stock but rather a right shared equally with the common, the existence of such right and the scope of the correlative duty may be measured by equitable as well as legal standards.</a:t>
            </a:r>
          </a:p>
          <a:p>
            <a:pPr marL="0" indent="0">
              <a:buNone/>
            </a:pPr>
            <a:endParaRPr lang="en-US" i="1" dirty="0"/>
          </a:p>
          <a:p>
            <a:pPr marL="0" indent="0">
              <a:buNone/>
            </a:pPr>
            <a:r>
              <a:rPr lang="en-US" i="1" dirty="0"/>
              <a:t>With this distinction in mind the Delaware cases which frequently analyze rights of and duties towards preferred stock in legal (i.e., contractual) may be made consistent with those cases that apply fiduciary standards to claims of preferred shareholders.</a:t>
            </a:r>
            <a:endParaRPr lang="en-US" dirty="0"/>
          </a:p>
        </p:txBody>
      </p:sp>
      <p:sp>
        <p:nvSpPr>
          <p:cNvPr id="3" name="Title 2"/>
          <p:cNvSpPr>
            <a:spLocks noGrp="1"/>
          </p:cNvSpPr>
          <p:nvPr>
            <p:ph type="title"/>
          </p:nvPr>
        </p:nvSpPr>
        <p:spPr/>
        <p:txBody>
          <a:bodyPr/>
          <a:lstStyle/>
          <a:p>
            <a:r>
              <a:rPr lang="en-US" i="1" dirty="0" err="1"/>
              <a:t>Jedwab</a:t>
            </a:r>
            <a:r>
              <a:rPr lang="en-US" i="1" dirty="0"/>
              <a:t> v. MGMI (Del. Ch. 1986)</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12</a:t>
            </a:fld>
            <a:endParaRPr lang="en-US" altLang="en-US"/>
          </a:p>
        </p:txBody>
      </p:sp>
      <p:sp>
        <p:nvSpPr>
          <p:cNvPr id="5" name="Footer Placeholder 4"/>
          <p:cNvSpPr>
            <a:spLocks noGrp="1"/>
          </p:cNvSpPr>
          <p:nvPr>
            <p:ph type="ftr" sz="quarter" idx="11"/>
          </p:nvPr>
        </p:nvSpPr>
        <p:spPr/>
        <p:txBody>
          <a:bodyPr/>
          <a:lstStyle/>
          <a:p>
            <a:pPr>
              <a:defRPr/>
            </a:pPr>
            <a:r>
              <a:rPr lang="en-US"/>
              <a:t>Preferred Stock</a:t>
            </a:r>
          </a:p>
        </p:txBody>
      </p:sp>
    </p:spTree>
    <p:extLst>
      <p:ext uri="{BB962C8B-B14F-4D97-AF65-F5344CB8AC3E}">
        <p14:creationId xmlns:p14="http://schemas.microsoft.com/office/powerpoint/2010/main" val="312005780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r>
              <a:rPr lang="en-US" dirty="0"/>
              <a:t>What was the underlying transaction?</a:t>
            </a:r>
          </a:p>
          <a:p>
            <a:r>
              <a:rPr lang="en-US" dirty="0"/>
              <a:t>What were the terms of the mandatory conversion right?  Did it apply in the case of a merger?</a:t>
            </a:r>
          </a:p>
          <a:p>
            <a:r>
              <a:rPr lang="en-US" dirty="0"/>
              <a:t>What was the </a:t>
            </a:r>
            <a:r>
              <a:rPr lang="en-US" dirty="0" err="1"/>
              <a:t>preferreds</a:t>
            </a:r>
            <a:r>
              <a:rPr lang="en-US" dirty="0"/>
              <a:t>’ liquidation right?  Did it apply in the case of a merger?</a:t>
            </a:r>
          </a:p>
          <a:p>
            <a:r>
              <a:rPr lang="en-US" dirty="0"/>
              <a:t>Why did the acquirer insist on eliminating the preferred in the merger?</a:t>
            </a:r>
          </a:p>
          <a:p>
            <a:r>
              <a:rPr lang="en-US" dirty="0"/>
              <a:t>Did the </a:t>
            </a:r>
            <a:r>
              <a:rPr lang="en-US" dirty="0" err="1"/>
              <a:t>preferreds</a:t>
            </a:r>
            <a:r>
              <a:rPr lang="en-US" dirty="0"/>
              <a:t> have any vote on mergers? </a:t>
            </a:r>
          </a:p>
          <a:p>
            <a:r>
              <a:rPr lang="en-US" dirty="0"/>
              <a:t>Did the </a:t>
            </a:r>
            <a:r>
              <a:rPr lang="en-US" dirty="0" err="1"/>
              <a:t>BoD</a:t>
            </a:r>
            <a:r>
              <a:rPr lang="en-US" dirty="0"/>
              <a:t> owe the preferred fiduciary duties?</a:t>
            </a:r>
          </a:p>
          <a:p>
            <a:r>
              <a:rPr lang="en-US" dirty="0"/>
              <a:t>What were the </a:t>
            </a:r>
            <a:r>
              <a:rPr lang="en-US" dirty="0" err="1"/>
              <a:t>preferreds</a:t>
            </a:r>
            <a:r>
              <a:rPr lang="en-US" dirty="0"/>
              <a:t>’ entitled to in a merger?  </a:t>
            </a:r>
          </a:p>
          <a:p>
            <a:r>
              <a:rPr lang="en-US" dirty="0"/>
              <a:t>How did the </a:t>
            </a:r>
            <a:r>
              <a:rPr lang="en-US" dirty="0" err="1"/>
              <a:t>BoD</a:t>
            </a:r>
            <a:r>
              <a:rPr lang="en-US" dirty="0"/>
              <a:t> allocate the merger proceeds </a:t>
            </a:r>
            <a:r>
              <a:rPr lang="en-US" dirty="0" err="1"/>
              <a:t>btwn</a:t>
            </a:r>
            <a:r>
              <a:rPr lang="en-US" dirty="0"/>
              <a:t> the common and preferred </a:t>
            </a:r>
            <a:r>
              <a:rPr lang="en-US" dirty="0" err="1"/>
              <a:t>SHs</a:t>
            </a:r>
            <a:r>
              <a:rPr lang="en-US" dirty="0"/>
              <a:t>?</a:t>
            </a:r>
          </a:p>
        </p:txBody>
      </p:sp>
      <p:sp>
        <p:nvSpPr>
          <p:cNvPr id="3" name="Title 2"/>
          <p:cNvSpPr>
            <a:spLocks noGrp="1"/>
          </p:cNvSpPr>
          <p:nvPr>
            <p:ph type="title"/>
          </p:nvPr>
        </p:nvSpPr>
        <p:spPr/>
        <p:txBody>
          <a:bodyPr/>
          <a:lstStyle/>
          <a:p>
            <a:r>
              <a:rPr lang="en-US" i="1" dirty="0"/>
              <a:t>LC Capital Master Fund, Ltd. v. James</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13</a:t>
            </a:fld>
            <a:endParaRPr lang="en-US" altLang="en-US"/>
          </a:p>
        </p:txBody>
      </p:sp>
      <p:sp>
        <p:nvSpPr>
          <p:cNvPr id="5" name="Footer Placeholder 4"/>
          <p:cNvSpPr>
            <a:spLocks noGrp="1"/>
          </p:cNvSpPr>
          <p:nvPr>
            <p:ph type="ftr" sz="quarter" idx="11"/>
          </p:nvPr>
        </p:nvSpPr>
        <p:spPr/>
        <p:txBody>
          <a:bodyPr/>
          <a:lstStyle/>
          <a:p>
            <a:pPr>
              <a:defRPr/>
            </a:pPr>
            <a:r>
              <a:rPr lang="en-US"/>
              <a:t>Preferred Stock</a:t>
            </a:r>
          </a:p>
        </p:txBody>
      </p:sp>
    </p:spTree>
    <p:extLst>
      <p:ext uri="{BB962C8B-B14F-4D97-AF65-F5344CB8AC3E}">
        <p14:creationId xmlns:p14="http://schemas.microsoft.com/office/powerpoint/2010/main" val="7853748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pPr marL="228600" lvl="1">
              <a:buFont typeface="Wingdings 2" pitchFamily="18" charset="2"/>
              <a:buChar char=""/>
            </a:pPr>
            <a:r>
              <a:rPr lang="en-US" sz="2400" dirty="0"/>
              <a:t>Does a merger trigger the liquidation preference? 4(d)(6)).</a:t>
            </a:r>
          </a:p>
          <a:p>
            <a:pPr marL="228600" lvl="1">
              <a:buFont typeface="Wingdings 2" pitchFamily="18" charset="2"/>
              <a:buChar char=""/>
            </a:pPr>
            <a:endParaRPr lang="en-US" sz="2400" dirty="0"/>
          </a:p>
          <a:p>
            <a:pPr marL="228600" lvl="1">
              <a:buFont typeface="Wingdings 2" pitchFamily="18" charset="2"/>
              <a:buChar char=""/>
            </a:pPr>
            <a:r>
              <a:rPr lang="en-US" sz="2400" dirty="0"/>
              <a:t>What is the Series A entitled to in a merger? 4(d)(9)).</a:t>
            </a:r>
          </a:p>
          <a:p>
            <a:pPr marL="228600" lvl="1">
              <a:buFont typeface="Wingdings 2" pitchFamily="18" charset="2"/>
              <a:buChar char=""/>
            </a:pPr>
            <a:endParaRPr lang="en-US" sz="2400" dirty="0"/>
          </a:p>
        </p:txBody>
      </p:sp>
      <p:sp>
        <p:nvSpPr>
          <p:cNvPr id="3" name="Title 2"/>
          <p:cNvSpPr>
            <a:spLocks noGrp="1"/>
          </p:cNvSpPr>
          <p:nvPr>
            <p:ph type="title"/>
          </p:nvPr>
        </p:nvSpPr>
        <p:spPr/>
        <p:txBody>
          <a:bodyPr/>
          <a:lstStyle/>
          <a:p>
            <a:r>
              <a:rPr lang="en-US" dirty="0" err="1"/>
              <a:t>GenTech</a:t>
            </a:r>
            <a:r>
              <a:rPr lang="en-US" dirty="0"/>
              <a:t> Preferred: Merger Consideration</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14</a:t>
            </a:fld>
            <a:endParaRPr lang="en-US" altLang="en-US"/>
          </a:p>
        </p:txBody>
      </p:sp>
      <p:sp>
        <p:nvSpPr>
          <p:cNvPr id="5" name="Footer Placeholder 4"/>
          <p:cNvSpPr>
            <a:spLocks noGrp="1"/>
          </p:cNvSpPr>
          <p:nvPr>
            <p:ph type="ftr" sz="quarter" idx="11"/>
          </p:nvPr>
        </p:nvSpPr>
        <p:spPr/>
        <p:txBody>
          <a:bodyPr/>
          <a:lstStyle/>
          <a:p>
            <a:pPr>
              <a:defRPr/>
            </a:pPr>
            <a:r>
              <a:rPr lang="en-US"/>
              <a:t>Preferred Stock</a:t>
            </a:r>
          </a:p>
        </p:txBody>
      </p:sp>
    </p:spTree>
    <p:extLst>
      <p:ext uri="{BB962C8B-B14F-4D97-AF65-F5344CB8AC3E}">
        <p14:creationId xmlns:p14="http://schemas.microsoft.com/office/powerpoint/2010/main" val="8645080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r>
              <a:rPr lang="en-US" dirty="0"/>
              <a:t>What was the </a:t>
            </a:r>
            <a:r>
              <a:rPr lang="en-US" dirty="0" err="1"/>
              <a:t>FMV</a:t>
            </a:r>
            <a:r>
              <a:rPr lang="en-US" dirty="0"/>
              <a:t> of </a:t>
            </a:r>
            <a:r>
              <a:rPr lang="en-US" dirty="0" err="1"/>
              <a:t>Genta</a:t>
            </a:r>
            <a:r>
              <a:rPr lang="en-US" dirty="0"/>
              <a:t> at the time of the case?  What was the liquidation preference of the Series A?</a:t>
            </a:r>
          </a:p>
          <a:p>
            <a:r>
              <a:rPr lang="en-US" dirty="0"/>
              <a:t>Was </a:t>
            </a:r>
            <a:r>
              <a:rPr lang="en-US" dirty="0" err="1"/>
              <a:t>Genta</a:t>
            </a:r>
            <a:r>
              <a:rPr lang="en-US" dirty="0"/>
              <a:t> ever profitable? p746</a:t>
            </a:r>
          </a:p>
          <a:p>
            <a:r>
              <a:rPr lang="en-US" dirty="0"/>
              <a:t>What were the terms of the Series A? p. 746  What happened in the case of a </a:t>
            </a:r>
            <a:r>
              <a:rPr lang="en-US" i="1" dirty="0"/>
              <a:t>fundamental change</a:t>
            </a:r>
            <a:r>
              <a:rPr lang="en-US" dirty="0"/>
              <a:t>?  p746, n. 6.</a:t>
            </a:r>
          </a:p>
          <a:p>
            <a:r>
              <a:rPr lang="en-US" dirty="0"/>
              <a:t>What were the terms (roughly) of the Aries investment? p750</a:t>
            </a:r>
          </a:p>
          <a:p>
            <a:r>
              <a:rPr lang="en-US" dirty="0"/>
              <a:t>How did that affect the Series A?  What did the Series A want?</a:t>
            </a:r>
          </a:p>
          <a:p>
            <a:r>
              <a:rPr lang="en-US" dirty="0"/>
              <a:t>Why did the court conclude that the </a:t>
            </a:r>
            <a:r>
              <a:rPr lang="en-US" dirty="0" err="1"/>
              <a:t>BoD</a:t>
            </a:r>
            <a:r>
              <a:rPr lang="en-US" dirty="0"/>
              <a:t> didn’t violate their duties by not offering the preferred an opportunity to meet or exceed the Aries proposal? p754</a:t>
            </a:r>
          </a:p>
          <a:p>
            <a:r>
              <a:rPr lang="en-US" dirty="0"/>
              <a:t>Why didn’t the Court require an auction for control of </a:t>
            </a:r>
            <a:r>
              <a:rPr lang="en-US" dirty="0" err="1"/>
              <a:t>Genta</a:t>
            </a:r>
            <a:r>
              <a:rPr lang="en-US" dirty="0"/>
              <a:t>?  Why did it believe that an auction would have favored the preferred over the common?  p755</a:t>
            </a:r>
          </a:p>
          <a:p>
            <a:endParaRPr lang="en-US" dirty="0"/>
          </a:p>
        </p:txBody>
      </p:sp>
      <p:sp>
        <p:nvSpPr>
          <p:cNvPr id="3" name="Title 2"/>
          <p:cNvSpPr>
            <a:spLocks noGrp="1"/>
          </p:cNvSpPr>
          <p:nvPr>
            <p:ph type="title"/>
          </p:nvPr>
        </p:nvSpPr>
        <p:spPr/>
        <p:txBody>
          <a:bodyPr/>
          <a:lstStyle/>
          <a:p>
            <a:r>
              <a:rPr lang="en-US" i="1" dirty="0"/>
              <a:t>Equity-Linked Investors, L.P. v. Adams</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15</a:t>
            </a:fld>
            <a:endParaRPr lang="en-US" altLang="en-US"/>
          </a:p>
        </p:txBody>
      </p:sp>
      <p:sp>
        <p:nvSpPr>
          <p:cNvPr id="5" name="Footer Placeholder 4"/>
          <p:cNvSpPr>
            <a:spLocks noGrp="1"/>
          </p:cNvSpPr>
          <p:nvPr>
            <p:ph type="ftr" sz="quarter" idx="11"/>
          </p:nvPr>
        </p:nvSpPr>
        <p:spPr/>
        <p:txBody>
          <a:bodyPr/>
          <a:lstStyle/>
          <a:p>
            <a:pPr>
              <a:defRPr/>
            </a:pPr>
            <a:r>
              <a:rPr lang="en-US"/>
              <a:t>Preferred Stock</a:t>
            </a:r>
          </a:p>
        </p:txBody>
      </p:sp>
    </p:spTree>
    <p:extLst>
      <p:ext uri="{BB962C8B-B14F-4D97-AF65-F5344CB8AC3E}">
        <p14:creationId xmlns:p14="http://schemas.microsoft.com/office/powerpoint/2010/main" val="7668276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r>
              <a:rPr lang="en-US" dirty="0"/>
              <a:t>What was </a:t>
            </a:r>
            <a:r>
              <a:rPr lang="en-US" dirty="0" err="1"/>
              <a:t>Trados</a:t>
            </a:r>
            <a:r>
              <a:rPr lang="en-US" dirty="0"/>
              <a:t>’ capital structure like? p760  Who controlled the </a:t>
            </a:r>
            <a:r>
              <a:rPr lang="en-US" dirty="0" err="1"/>
              <a:t>BoD</a:t>
            </a:r>
            <a:r>
              <a:rPr lang="en-US" dirty="0"/>
              <a:t>? p759</a:t>
            </a:r>
          </a:p>
          <a:p>
            <a:r>
              <a:rPr lang="en-US" dirty="0"/>
              <a:t>What was </a:t>
            </a:r>
            <a:r>
              <a:rPr lang="en-US" dirty="0" err="1"/>
              <a:t>Trados</a:t>
            </a:r>
            <a:r>
              <a:rPr lang="en-US" dirty="0"/>
              <a:t>’ common stock worth in </a:t>
            </a:r>
            <a:r>
              <a:rPr lang="mr-IN" dirty="0"/>
              <a:t>’</a:t>
            </a:r>
            <a:r>
              <a:rPr lang="en-US" dirty="0"/>
              <a:t>04?  p760</a:t>
            </a:r>
          </a:p>
          <a:p>
            <a:r>
              <a:rPr lang="en-US" dirty="0"/>
              <a:t>What was the total consideration in the merger?  How much went to management and how much went to the preferred? Common? p762</a:t>
            </a:r>
          </a:p>
          <a:p>
            <a:r>
              <a:rPr lang="en-US" dirty="0"/>
              <a:t>What was the </a:t>
            </a:r>
            <a:r>
              <a:rPr lang="en-US" dirty="0" err="1"/>
              <a:t>peferred’s</a:t>
            </a:r>
            <a:r>
              <a:rPr lang="en-US" dirty="0"/>
              <a:t> liquidation preference? p762  Why was it triggered?</a:t>
            </a:r>
          </a:p>
          <a:p>
            <a:r>
              <a:rPr lang="en-US" dirty="0"/>
              <a:t>What facts did P allege regarding the </a:t>
            </a:r>
            <a:r>
              <a:rPr lang="en-US" dirty="0" err="1"/>
              <a:t>BoD</a:t>
            </a:r>
            <a:r>
              <a:rPr lang="en-US" dirty="0"/>
              <a:t> to rebut the </a:t>
            </a:r>
            <a:r>
              <a:rPr lang="en-US" dirty="0" err="1"/>
              <a:t>BJR</a:t>
            </a:r>
            <a:r>
              <a:rPr lang="en-US" dirty="0"/>
              <a:t>? p764</a:t>
            </a:r>
          </a:p>
          <a:p>
            <a:r>
              <a:rPr lang="en-US" dirty="0"/>
              <a:t>What are the two prongs of the entire fairness </a:t>
            </a:r>
            <a:r>
              <a:rPr lang="en-US" dirty="0" err="1"/>
              <a:t>SOR</a:t>
            </a:r>
            <a:r>
              <a:rPr lang="en-US" dirty="0"/>
              <a:t>? </a:t>
            </a:r>
          </a:p>
          <a:p>
            <a:endParaRPr lang="en-US" dirty="0"/>
          </a:p>
          <a:p>
            <a:r>
              <a:rPr lang="en-US" i="1" dirty="0"/>
              <a:t>In light of this reality, the directors breached no duty to the common stock by agreeing to a Merger in which the common stock received nothing. The common stock had no economic value before the Merger, and the common stockholders received in the Merger the substantial equivalent in value of what they had before.  </a:t>
            </a:r>
            <a:r>
              <a:rPr lang="en-US" b="1" i="1" dirty="0"/>
              <a:t>In re </a:t>
            </a:r>
            <a:r>
              <a:rPr lang="en-US" b="1" i="1" dirty="0" err="1"/>
              <a:t>Trados</a:t>
            </a:r>
            <a:r>
              <a:rPr lang="en-US" b="1" i="1" dirty="0"/>
              <a:t> </a:t>
            </a:r>
            <a:r>
              <a:rPr lang="en-US" b="1" dirty="0"/>
              <a:t>(2013)</a:t>
            </a:r>
            <a:endParaRPr lang="en-US" b="1" i="1" dirty="0"/>
          </a:p>
          <a:p>
            <a:endParaRPr lang="en-US" i="1" dirty="0"/>
          </a:p>
        </p:txBody>
      </p:sp>
      <p:sp>
        <p:nvSpPr>
          <p:cNvPr id="3" name="Title 2"/>
          <p:cNvSpPr>
            <a:spLocks noGrp="1"/>
          </p:cNvSpPr>
          <p:nvPr>
            <p:ph type="title"/>
          </p:nvPr>
        </p:nvSpPr>
        <p:spPr/>
        <p:txBody>
          <a:bodyPr/>
          <a:lstStyle/>
          <a:p>
            <a:r>
              <a:rPr lang="en-US" dirty="0"/>
              <a:t>  </a:t>
            </a:r>
            <a:r>
              <a:rPr lang="en-US" i="1" dirty="0"/>
              <a:t>In re </a:t>
            </a:r>
            <a:r>
              <a:rPr lang="en-US" i="1" dirty="0" err="1"/>
              <a:t>Trados</a:t>
            </a:r>
            <a:r>
              <a:rPr lang="en-US" i="1" dirty="0"/>
              <a:t> Incorporated Shareholder Litigation (2009)</a:t>
            </a:r>
            <a:endParaRPr lang="en-US" dirty="0"/>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16</a:t>
            </a:fld>
            <a:endParaRPr lang="en-US" altLang="en-US"/>
          </a:p>
        </p:txBody>
      </p:sp>
      <p:sp>
        <p:nvSpPr>
          <p:cNvPr id="5" name="Footer Placeholder 4"/>
          <p:cNvSpPr>
            <a:spLocks noGrp="1"/>
          </p:cNvSpPr>
          <p:nvPr>
            <p:ph type="ftr" sz="quarter" idx="11"/>
          </p:nvPr>
        </p:nvSpPr>
        <p:spPr/>
        <p:txBody>
          <a:bodyPr/>
          <a:lstStyle/>
          <a:p>
            <a:pPr>
              <a:defRPr/>
            </a:pPr>
            <a:r>
              <a:rPr lang="en-US"/>
              <a:t>Preferred Stock</a:t>
            </a:r>
          </a:p>
        </p:txBody>
      </p:sp>
    </p:spTree>
    <p:extLst>
      <p:ext uri="{BB962C8B-B14F-4D97-AF65-F5344CB8AC3E}">
        <p14:creationId xmlns:p14="http://schemas.microsoft.com/office/powerpoint/2010/main" val="14843938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CG Body - Standard">
  <a:themeElements>
    <a:clrScheme name="CGSH">
      <a:dk1>
        <a:sysClr val="windowText" lastClr="000000"/>
      </a:dk1>
      <a:lt1>
        <a:sysClr val="window" lastClr="FFFFFF"/>
      </a:lt1>
      <a:dk2>
        <a:srgbClr val="000000"/>
      </a:dk2>
      <a:lt2>
        <a:srgbClr val="FFFFFF"/>
      </a:lt2>
      <a:accent1>
        <a:srgbClr val="B01C2E"/>
      </a:accent1>
      <a:accent2>
        <a:srgbClr val="4B2942"/>
      </a:accent2>
      <a:accent3>
        <a:srgbClr val="002F5F"/>
      </a:accent3>
      <a:accent4>
        <a:srgbClr val="495B25"/>
      </a:accent4>
      <a:accent5>
        <a:srgbClr val="E66402"/>
      </a:accent5>
      <a:accent6>
        <a:srgbClr val="FF9933"/>
      </a:accent6>
      <a:hlink>
        <a:srgbClr val="0000FF"/>
      </a:hlink>
      <a:folHlink>
        <a:srgbClr val="80008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CT_COE_16" id="{671586AA-9BBF-BE44-880F-D824A4D8FE5E}" vid="{5A5CEC7A-9E78-BE40-8F14-2D245F9926EC}"/>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11684</TotalTime>
  <Words>1881</Words>
  <Application>Microsoft Macintosh PowerPoint</Application>
  <PresentationFormat>Widescreen</PresentationFormat>
  <Paragraphs>143</Paragraphs>
  <Slides>16</Slides>
  <Notes>3</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16</vt:i4>
      </vt:variant>
    </vt:vector>
  </HeadingPairs>
  <TitlesOfParts>
    <vt:vector size="24" baseType="lpstr">
      <vt:lpstr>NSimSun</vt:lpstr>
      <vt:lpstr>Arial</vt:lpstr>
      <vt:lpstr>Calibri</vt:lpstr>
      <vt:lpstr>Courier New</vt:lpstr>
      <vt:lpstr>Times New Roman</vt:lpstr>
      <vt:lpstr>Wingdings</vt:lpstr>
      <vt:lpstr>Wingdings 2</vt:lpstr>
      <vt:lpstr>CG Body - Standard</vt:lpstr>
      <vt:lpstr>Preferred Stock: Overview</vt:lpstr>
      <vt:lpstr>Preferred Stock</vt:lpstr>
      <vt:lpstr>DGCL: § 151(a) </vt:lpstr>
      <vt:lpstr>DGCL: § 151(g) </vt:lpstr>
      <vt:lpstr>Preferred Stock on the Balance Sheet: Wells Fargo (10-K, 2018)</vt:lpstr>
      <vt:lpstr>Preferred Stock on the Balance Sheet: Wells Fargo (10-K, 2018)</vt:lpstr>
      <vt:lpstr>Preferred Stock on the Balance Sheet: Wells Fargo (10-K, 2018)</vt:lpstr>
      <vt:lpstr>Preferred Stock on the Balance Sheet: Wells Fargo (10-K, 2018)</vt:lpstr>
      <vt:lpstr>DGCL § 242(b)(2)</vt:lpstr>
      <vt:lpstr>SV Investment Partners, LLC  v. ThoughtWorks, Inc. (Del. Ch. Ct. 2010)</vt:lpstr>
      <vt:lpstr>Bove v. The Community Hotel Corp. of Newport, RI</vt:lpstr>
      <vt:lpstr>Jedwab v. MGMI (Del. Ch. 1986)</vt:lpstr>
      <vt:lpstr>LC Capital Master Fund, Ltd. v. James</vt:lpstr>
      <vt:lpstr>GenTech Preferred: Merger Consideration</vt:lpstr>
      <vt:lpstr>Equity-Linked Investors, L.P. v. Adams</vt:lpstr>
      <vt:lpstr>  In re Trados Incorporated Shareholder Litigation (2009)</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dc:title>
  <dc:subject/>
  <dc:creator>J Colon</dc:creator>
  <cp:keywords/>
  <dc:description/>
  <cp:lastModifiedBy>Colon, Jeffrey M.</cp:lastModifiedBy>
  <cp:revision>148</cp:revision>
  <cp:lastPrinted>2017-11-28T16:50:26Z</cp:lastPrinted>
  <dcterms:created xsi:type="dcterms:W3CDTF">2016-08-01T04:04:31Z</dcterms:created>
  <dcterms:modified xsi:type="dcterms:W3CDTF">2025-11-15T17:15:52Z</dcterms:modified>
  <cp:category/>
</cp:coreProperties>
</file>