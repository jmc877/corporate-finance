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3" r:id="rId1"/>
  </p:sldMasterIdLst>
  <p:notesMasterIdLst>
    <p:notesMasterId r:id="rId27"/>
  </p:notesMasterIdLst>
  <p:handoutMasterIdLst>
    <p:handoutMasterId r:id="rId28"/>
  </p:handoutMasterIdLst>
  <p:sldIdLst>
    <p:sldId id="346" r:id="rId2"/>
    <p:sldId id="324" r:id="rId3"/>
    <p:sldId id="318" r:id="rId4"/>
    <p:sldId id="345" r:id="rId5"/>
    <p:sldId id="344" r:id="rId6"/>
    <p:sldId id="305" r:id="rId7"/>
    <p:sldId id="334" r:id="rId8"/>
    <p:sldId id="343" r:id="rId9"/>
    <p:sldId id="335" r:id="rId10"/>
    <p:sldId id="306" r:id="rId11"/>
    <p:sldId id="307" r:id="rId12"/>
    <p:sldId id="325" r:id="rId13"/>
    <p:sldId id="340" r:id="rId14"/>
    <p:sldId id="326" r:id="rId15"/>
    <p:sldId id="308" r:id="rId16"/>
    <p:sldId id="338" r:id="rId17"/>
    <p:sldId id="341" r:id="rId18"/>
    <p:sldId id="339" r:id="rId19"/>
    <p:sldId id="329" r:id="rId20"/>
    <p:sldId id="342" r:id="rId21"/>
    <p:sldId id="336" r:id="rId22"/>
    <p:sldId id="330" r:id="rId23"/>
    <p:sldId id="331" r:id="rId24"/>
    <p:sldId id="347" r:id="rId25"/>
    <p:sldId id="348" r:id="rId26"/>
  </p:sldIdLst>
  <p:sldSz cx="9144000" cy="6858000" type="screen4x3"/>
  <p:notesSz cx="7010400" cy="9236075"/>
  <p:defaultTextStyle>
    <a:defPPr>
      <a:defRPr lang="en-US"/>
    </a:defPPr>
    <a:lvl1pPr algn="l" rtl="0" fontAlgn="base">
      <a:spcBef>
        <a:spcPct val="0"/>
      </a:spcBef>
      <a:spcAft>
        <a:spcPct val="0"/>
      </a:spcAft>
      <a:defRPr sz="2400"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sz="2400"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sz="2400"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sz="2400"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sz="2400" kern="1200">
        <a:solidFill>
          <a:schemeClr val="tx1"/>
        </a:solidFill>
        <a:latin typeface="Arial" charset="0"/>
        <a:ea typeface="ＭＳ Ｐゴシック" charset="0"/>
        <a:cs typeface="ＭＳ Ｐゴシック" charset="0"/>
      </a:defRPr>
    </a:lvl5pPr>
    <a:lvl6pPr marL="2286000" algn="l" defTabSz="457200" rtl="0" eaLnBrk="1" latinLnBrk="0" hangingPunct="1">
      <a:defRPr sz="2400" kern="1200">
        <a:solidFill>
          <a:schemeClr val="tx1"/>
        </a:solidFill>
        <a:latin typeface="Arial" charset="0"/>
        <a:ea typeface="ＭＳ Ｐゴシック" charset="0"/>
        <a:cs typeface="ＭＳ Ｐゴシック" charset="0"/>
      </a:defRPr>
    </a:lvl6pPr>
    <a:lvl7pPr marL="2743200" algn="l" defTabSz="457200" rtl="0" eaLnBrk="1" latinLnBrk="0" hangingPunct="1">
      <a:defRPr sz="2400" kern="1200">
        <a:solidFill>
          <a:schemeClr val="tx1"/>
        </a:solidFill>
        <a:latin typeface="Arial" charset="0"/>
        <a:ea typeface="ＭＳ Ｐゴシック" charset="0"/>
        <a:cs typeface="ＭＳ Ｐゴシック" charset="0"/>
      </a:defRPr>
    </a:lvl7pPr>
    <a:lvl8pPr marL="3200400" algn="l" defTabSz="457200" rtl="0" eaLnBrk="1" latinLnBrk="0" hangingPunct="1">
      <a:defRPr sz="2400" kern="1200">
        <a:solidFill>
          <a:schemeClr val="tx1"/>
        </a:solidFill>
        <a:latin typeface="Arial" charset="0"/>
        <a:ea typeface="ＭＳ Ｐゴシック" charset="0"/>
        <a:cs typeface="ＭＳ Ｐゴシック" charset="0"/>
      </a:defRPr>
    </a:lvl8pPr>
    <a:lvl9pPr marL="3657600" algn="l" defTabSz="457200" rtl="0" eaLnBrk="1" latinLnBrk="0" hangingPunct="1">
      <a:defRPr sz="2400"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F9A5"/>
    <a:srgbClr val="A3FBF9"/>
    <a:srgbClr val="FF0021"/>
    <a:srgbClr val="FF484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20000" autoAdjust="0"/>
    <p:restoredTop sz="94820"/>
  </p:normalViewPr>
  <p:slideViewPr>
    <p:cSldViewPr>
      <p:cViewPr varScale="1">
        <p:scale>
          <a:sx n="180" d="100"/>
          <a:sy n="180" d="100"/>
        </p:scale>
        <p:origin x="184" y="6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164" d="100"/>
          <a:sy n="164" d="100"/>
        </p:scale>
        <p:origin x="2376"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on, Jeffrey M." userId="615143b1-cdee-493d-9a9d-1565ce8666d9" providerId="ADAL" clId="{DC1DB158-BAB1-5930-B714-AEF472873853}"/>
    <pc:docChg chg="undo custSel modSld modMainMaster">
      <pc:chgData name="Colon, Jeffrey M." userId="615143b1-cdee-493d-9a9d-1565ce8666d9" providerId="ADAL" clId="{DC1DB158-BAB1-5930-B714-AEF472873853}" dt="2026-08-28T16:35:38.883" v="307" actId="20577"/>
      <pc:docMkLst>
        <pc:docMk/>
      </pc:docMkLst>
      <pc:sldChg chg="modSp mod">
        <pc:chgData name="Colon, Jeffrey M." userId="615143b1-cdee-493d-9a9d-1565ce8666d9" providerId="ADAL" clId="{DC1DB158-BAB1-5930-B714-AEF472873853}" dt="2026-08-28T16:35:29.476" v="305" actId="20577"/>
        <pc:sldMkLst>
          <pc:docMk/>
          <pc:sldMk cId="3622871933" sldId="346"/>
        </pc:sldMkLst>
        <pc:spChg chg="mod">
          <ac:chgData name="Colon, Jeffrey M." userId="615143b1-cdee-493d-9a9d-1565ce8666d9" providerId="ADAL" clId="{DC1DB158-BAB1-5930-B714-AEF472873853}" dt="2026-08-28T16:35:29.476" v="305" actId="20577"/>
          <ac:spMkLst>
            <pc:docMk/>
            <pc:sldMk cId="3622871933" sldId="346"/>
            <ac:spMk id="6" creationId="{E9ED9786-58D6-4467-A340-9C08B3251F1F}"/>
          </ac:spMkLst>
        </pc:spChg>
      </pc:sldChg>
      <pc:sldMasterChg chg="modSp mod">
        <pc:chgData name="Colon, Jeffrey M." userId="615143b1-cdee-493d-9a9d-1565ce8666d9" providerId="ADAL" clId="{DC1DB158-BAB1-5930-B714-AEF472873853}" dt="2026-08-28T16:35:38.883" v="307" actId="20577"/>
        <pc:sldMasterMkLst>
          <pc:docMk/>
          <pc:sldMasterMk cId="2115006818" sldId="2147483663"/>
        </pc:sldMasterMkLst>
        <pc:spChg chg="mod">
          <ac:chgData name="Colon, Jeffrey M." userId="615143b1-cdee-493d-9a9d-1565ce8666d9" providerId="ADAL" clId="{DC1DB158-BAB1-5930-B714-AEF472873853}" dt="2026-08-28T16:35:38.883" v="307" actId="20577"/>
          <ac:spMkLst>
            <pc:docMk/>
            <pc:sldMasterMk cId="2115006818" sldId="2147483663"/>
            <ac:spMk id="9" creationId="{00000000-0000-0000-0000-000000000000}"/>
          </ac:spMkLst>
        </pc:sp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7395143487858701E-2"/>
          <c:y val="2.94117647058823E-2"/>
          <c:w val="0.88962472406181003"/>
          <c:h val="0.84967320261437895"/>
        </c:manualLayout>
      </c:layout>
      <c:barChart>
        <c:barDir val="bar"/>
        <c:grouping val="clustered"/>
        <c:varyColors val="0"/>
        <c:ser>
          <c:idx val="0"/>
          <c:order val="0"/>
          <c:tx>
            <c:strRef>
              <c:f>Sheet1!$A$2</c:f>
              <c:strCache>
                <c:ptCount val="1"/>
                <c:pt idx="0">
                  <c:v>East</c:v>
                </c:pt>
              </c:strCache>
            </c:strRef>
          </c:tx>
          <c:spPr>
            <a:solidFill>
              <a:srgbClr val="63AAFE"/>
            </a:solidFill>
            <a:ln w="12680">
              <a:solidFill>
                <a:srgbClr val="000000"/>
              </a:solidFill>
              <a:prstDash val="solid"/>
            </a:ln>
          </c:spPr>
          <c:invertIfNegative val="0"/>
          <c:dPt>
            <c:idx val="0"/>
            <c:invertIfNegative val="0"/>
            <c:bubble3D val="0"/>
            <c:spPr>
              <a:solidFill>
                <a:srgbClr val="865357"/>
              </a:solidFill>
              <a:ln w="12680">
                <a:solidFill>
                  <a:srgbClr val="000000"/>
                </a:solidFill>
                <a:prstDash val="solid"/>
              </a:ln>
            </c:spPr>
            <c:extLst>
              <c:ext xmlns:c16="http://schemas.microsoft.com/office/drawing/2014/chart" uri="{C3380CC4-5D6E-409C-BE32-E72D297353CC}">
                <c16:uniqueId val="{00000001-E949-2C48-855E-68EEE58CFD14}"/>
              </c:ext>
            </c:extLst>
          </c:dPt>
          <c:dPt>
            <c:idx val="1"/>
            <c:invertIfNegative val="0"/>
            <c:bubble3D val="0"/>
            <c:spPr>
              <a:solidFill>
                <a:srgbClr val="DD2D32"/>
              </a:solidFill>
              <a:ln w="12680">
                <a:solidFill>
                  <a:srgbClr val="000000"/>
                </a:solidFill>
                <a:prstDash val="solid"/>
              </a:ln>
            </c:spPr>
            <c:extLst>
              <c:ext xmlns:c16="http://schemas.microsoft.com/office/drawing/2014/chart" uri="{C3380CC4-5D6E-409C-BE32-E72D297353CC}">
                <c16:uniqueId val="{00000003-E949-2C48-855E-68EEE58CFD14}"/>
              </c:ext>
            </c:extLst>
          </c:dPt>
          <c:dPt>
            <c:idx val="2"/>
            <c:invertIfNegative val="0"/>
            <c:bubble3D val="0"/>
            <c:spPr>
              <a:solidFill>
                <a:srgbClr val="00B050"/>
              </a:solidFill>
              <a:ln w="12680">
                <a:solidFill>
                  <a:srgbClr val="000000"/>
                </a:solidFill>
                <a:prstDash val="solid"/>
              </a:ln>
            </c:spPr>
            <c:extLst>
              <c:ext xmlns:c16="http://schemas.microsoft.com/office/drawing/2014/chart" uri="{C3380CC4-5D6E-409C-BE32-E72D297353CC}">
                <c16:uniqueId val="{00000005-E949-2C48-855E-68EEE58CFD14}"/>
              </c:ext>
            </c:extLst>
          </c:dPt>
          <c:dPt>
            <c:idx val="3"/>
            <c:invertIfNegative val="0"/>
            <c:bubble3D val="0"/>
            <c:spPr>
              <a:solidFill>
                <a:schemeClr val="accent5">
                  <a:lumMod val="75000"/>
                </a:schemeClr>
              </a:solidFill>
              <a:ln w="12680">
                <a:solidFill>
                  <a:srgbClr val="000000"/>
                </a:solidFill>
                <a:prstDash val="solid"/>
              </a:ln>
            </c:spPr>
            <c:extLst>
              <c:ext xmlns:c16="http://schemas.microsoft.com/office/drawing/2014/chart" uri="{C3380CC4-5D6E-409C-BE32-E72D297353CC}">
                <c16:uniqueId val="{00000007-E949-2C48-855E-68EEE58CFD14}"/>
              </c:ext>
            </c:extLst>
          </c:dPt>
          <c:dPt>
            <c:idx val="4"/>
            <c:invertIfNegative val="0"/>
            <c:bubble3D val="0"/>
            <c:spPr>
              <a:solidFill>
                <a:srgbClr val="FCF305"/>
              </a:solidFill>
              <a:ln w="12680">
                <a:solidFill>
                  <a:srgbClr val="000000"/>
                </a:solidFill>
                <a:prstDash val="solid"/>
              </a:ln>
            </c:spPr>
            <c:extLst>
              <c:ext xmlns:c16="http://schemas.microsoft.com/office/drawing/2014/chart" uri="{C3380CC4-5D6E-409C-BE32-E72D297353CC}">
                <c16:uniqueId val="{00000009-E949-2C48-855E-68EEE58CFD14}"/>
              </c:ext>
            </c:extLst>
          </c:dPt>
          <c:dLbls>
            <c:dLbl>
              <c:idx val="0"/>
              <c:tx>
                <c:rich>
                  <a:bodyPr/>
                  <a:lstStyle/>
                  <a:p>
                    <a:pPr algn="ctr" rtl="1">
                      <a:defRPr sz="1198" b="1" i="0" u="none" strike="noStrike" baseline="0">
                        <a:solidFill>
                          <a:srgbClr val="000000"/>
                        </a:solidFill>
                        <a:latin typeface="Calibri" charset="0"/>
                        <a:ea typeface="Calibri" charset="0"/>
                        <a:cs typeface="Calibri" charset="0"/>
                      </a:defRPr>
                    </a:pPr>
                    <a:r>
                      <a:rPr lang="en-US">
                        <a:latin typeface="Calibri" charset="0"/>
                        <a:ea typeface="Calibri" charset="0"/>
                        <a:cs typeface="Calibri" charset="0"/>
                      </a:rPr>
                      <a:t>Profitability Index, 12%</a:t>
                    </a:r>
                  </a:p>
                </c:rich>
              </c:tx>
              <c:spPr>
                <a:noFill/>
                <a:ln w="25360">
                  <a:noFill/>
                </a:ln>
              </c:spP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E949-2C48-855E-68EEE58CFD14}"/>
                </c:ext>
              </c:extLst>
            </c:dLbl>
            <c:dLbl>
              <c:idx val="1"/>
              <c:layout>
                <c:manualLayout>
                  <c:x val="1.88872566546654E-2"/>
                  <c:y val="-1.30544124813212E-2"/>
                </c:manualLayout>
              </c:layout>
              <c:tx>
                <c:rich>
                  <a:bodyPr/>
                  <a:lstStyle/>
                  <a:p>
                    <a:pPr algn="ctr" rtl="1">
                      <a:defRPr sz="1198" b="1" i="0" u="none" strike="noStrike" baseline="0">
                        <a:solidFill>
                          <a:srgbClr val="000000"/>
                        </a:solidFill>
                        <a:latin typeface="Calibri" charset="0"/>
                        <a:ea typeface="Calibri" charset="0"/>
                        <a:cs typeface="Calibri" charset="0"/>
                      </a:defRPr>
                    </a:pPr>
                    <a:r>
                      <a:rPr lang="en-US">
                        <a:latin typeface="Calibri" charset="0"/>
                        <a:ea typeface="Calibri" charset="0"/>
                        <a:cs typeface="Calibri" charset="0"/>
                      </a:rPr>
                      <a:t>Book rate of return, 20%</a:t>
                    </a:r>
                  </a:p>
                </c:rich>
              </c:tx>
              <c:spPr>
                <a:noFill/>
                <a:ln w="25360">
                  <a:noFill/>
                </a:ln>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E949-2C48-855E-68EEE58CFD14}"/>
                </c:ext>
              </c:extLst>
            </c:dLbl>
            <c:dLbl>
              <c:idx val="2"/>
              <c:tx>
                <c:rich>
                  <a:bodyPr/>
                  <a:lstStyle/>
                  <a:p>
                    <a:r>
                      <a:rPr lang="en-US" dirty="0"/>
                      <a:t>Multiples, e.g.,</a:t>
                    </a:r>
                    <a:r>
                      <a:rPr lang="en-US" baseline="0" dirty="0"/>
                      <a:t> </a:t>
                    </a:r>
                    <a:fld id="{9D261516-6D72-7241-9445-E7BD9312EF15}" type="CATEGORYNAME">
                      <a:rPr lang="en-US" smtClean="0"/>
                      <a:pPr/>
                      <a:t>[CATEGORY NAME]</a:t>
                    </a:fld>
                    <a:r>
                      <a:rPr lang="en-US" baseline="0" dirty="0"/>
                      <a:t>, </a:t>
                    </a:r>
                    <a:fld id="{E4FD9AF8-E4D3-0946-AEF4-6B0E8B310DDC}" type="VALUE">
                      <a:rPr lang="en-US" baseline="0"/>
                      <a:pPr/>
                      <a:t>[VALUE]</a:t>
                    </a:fld>
                    <a:endParaRPr lang="en-US" baseline="0" dirty="0"/>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E949-2C48-855E-68EEE58CFD14}"/>
                </c:ext>
              </c:extLst>
            </c:dLbl>
            <c:dLbl>
              <c:idx val="3"/>
              <c:tx>
                <c:rich>
                  <a:bodyPr/>
                  <a:lstStyle/>
                  <a:p>
                    <a:pPr>
                      <a:defRPr sz="1198" b="1" i="0" u="none" strike="noStrike" baseline="0">
                        <a:solidFill>
                          <a:srgbClr val="000000"/>
                        </a:solidFill>
                        <a:latin typeface="Calibri" charset="0"/>
                        <a:ea typeface="Calibri" charset="0"/>
                        <a:cs typeface="Calibri" charset="0"/>
                      </a:defRPr>
                    </a:pPr>
                    <a:r>
                      <a:rPr lang="en-US">
                        <a:latin typeface="Calibri" charset="0"/>
                        <a:ea typeface="Calibri" charset="0"/>
                        <a:cs typeface="Calibri" charset="0"/>
                      </a:rPr>
                      <a:t>Payback, 57%</a:t>
                    </a:r>
                  </a:p>
                </c:rich>
              </c:tx>
              <c:spPr>
                <a:noFill/>
                <a:ln w="25360">
                  <a:noFill/>
                </a:ln>
              </c:spP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E949-2C48-855E-68EEE58CFD14}"/>
                </c:ext>
              </c:extLst>
            </c:dLbl>
            <c:dLbl>
              <c:idx val="4"/>
              <c:tx>
                <c:rich>
                  <a:bodyPr/>
                  <a:lstStyle/>
                  <a:p>
                    <a:pPr>
                      <a:defRPr sz="1198" b="1" i="0" u="none" strike="noStrike" baseline="0">
                        <a:solidFill>
                          <a:srgbClr val="000000"/>
                        </a:solidFill>
                        <a:latin typeface="Calibri" charset="0"/>
                        <a:ea typeface="Calibri" charset="0"/>
                        <a:cs typeface="Calibri" charset="0"/>
                      </a:defRPr>
                    </a:pPr>
                    <a:r>
                      <a:rPr lang="en-US">
                        <a:latin typeface="Calibri" charset="0"/>
                        <a:ea typeface="Calibri" charset="0"/>
                        <a:cs typeface="Calibri" charset="0"/>
                      </a:rPr>
                      <a:t>IRR, 76%</a:t>
                    </a:r>
                  </a:p>
                </c:rich>
              </c:tx>
              <c:spPr>
                <a:noFill/>
                <a:ln w="25360">
                  <a:noFill/>
                </a:ln>
              </c:spP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E949-2C48-855E-68EEE58CFD14}"/>
                </c:ext>
              </c:extLst>
            </c:dLbl>
            <c:dLbl>
              <c:idx val="5"/>
              <c:tx>
                <c:rich>
                  <a:bodyPr/>
                  <a:lstStyle/>
                  <a:p>
                    <a:pPr algn="ctr" rtl="1">
                      <a:defRPr sz="1198" b="1" i="0" u="none" strike="noStrike" baseline="0">
                        <a:solidFill>
                          <a:srgbClr val="000000"/>
                        </a:solidFill>
                        <a:latin typeface="Calibri" charset="0"/>
                        <a:ea typeface="Calibri" charset="0"/>
                        <a:cs typeface="Calibri" charset="0"/>
                      </a:defRPr>
                    </a:pPr>
                    <a:r>
                      <a:rPr lang="hr-HR">
                        <a:latin typeface="Calibri" charset="0"/>
                        <a:ea typeface="Calibri" charset="0"/>
                        <a:cs typeface="Calibri" charset="0"/>
                      </a:rPr>
                      <a:t>NPV, 75%</a:t>
                    </a:r>
                  </a:p>
                </c:rich>
              </c:tx>
              <c:spPr>
                <a:noFill/>
                <a:ln w="25360">
                  <a:noFill/>
                </a:ln>
              </c:spP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E949-2C48-855E-68EEE58CFD14}"/>
                </c:ext>
              </c:extLst>
            </c:dLbl>
            <c:numFmt formatCode="0%" sourceLinked="0"/>
            <c:spPr>
              <a:noFill/>
              <a:ln w="25360">
                <a:noFill/>
              </a:ln>
            </c:spPr>
            <c:txPr>
              <a:bodyPr wrap="square" lIns="38100" tIns="19050" rIns="38100" bIns="19050" anchor="ctr">
                <a:spAutoFit/>
              </a:bodyPr>
              <a:lstStyle/>
              <a:p>
                <a:pPr>
                  <a:defRPr sz="1198" b="1" i="0" u="none" strike="noStrike" baseline="0">
                    <a:solidFill>
                      <a:srgbClr val="000000"/>
                    </a:solidFill>
                    <a:latin typeface="Calibri" charset="0"/>
                    <a:ea typeface="Calibri" charset="0"/>
                    <a:cs typeface="Calibri" charset="0"/>
                  </a:defRPr>
                </a:pPr>
                <a:endParaRPr lang="en-US"/>
              </a:p>
            </c:txPr>
            <c:showLegendKey val="0"/>
            <c:showVal val="1"/>
            <c:showCatName val="1"/>
            <c:showSerName val="0"/>
            <c:showPercent val="0"/>
            <c:showBubbleSize val="0"/>
            <c:showLeaderLines val="0"/>
            <c:extLst>
              <c:ext xmlns:c15="http://schemas.microsoft.com/office/drawing/2012/chart" uri="{CE6537A1-D6FC-4f65-9D91-7224C49458BB}">
                <c15:showLeaderLines val="0"/>
              </c:ext>
            </c:extLst>
          </c:dLbls>
          <c:cat>
            <c:strRef>
              <c:f>Sheet1!$B$1:$G$1</c:f>
              <c:strCache>
                <c:ptCount val="6"/>
                <c:pt idx="0">
                  <c:v>Profitability Index</c:v>
                </c:pt>
                <c:pt idx="1">
                  <c:v>Book rate of return</c:v>
                </c:pt>
                <c:pt idx="2">
                  <c:v>PE Ratio</c:v>
                </c:pt>
                <c:pt idx="3">
                  <c:v>Payback</c:v>
                </c:pt>
                <c:pt idx="4">
                  <c:v>IRR</c:v>
                </c:pt>
                <c:pt idx="5">
                  <c:v>NPV</c:v>
                </c:pt>
              </c:strCache>
            </c:strRef>
          </c:cat>
          <c:val>
            <c:numRef>
              <c:f>Sheet1!$B$2:$G$2</c:f>
              <c:numCache>
                <c:formatCode>General</c:formatCode>
                <c:ptCount val="6"/>
                <c:pt idx="0">
                  <c:v>0.12</c:v>
                </c:pt>
                <c:pt idx="1">
                  <c:v>0.2</c:v>
                </c:pt>
                <c:pt idx="2">
                  <c:v>0.4</c:v>
                </c:pt>
                <c:pt idx="3">
                  <c:v>0.56999999999999995</c:v>
                </c:pt>
                <c:pt idx="4">
                  <c:v>0.76</c:v>
                </c:pt>
                <c:pt idx="5">
                  <c:v>0.75</c:v>
                </c:pt>
              </c:numCache>
            </c:numRef>
          </c:val>
          <c:extLst>
            <c:ext xmlns:c16="http://schemas.microsoft.com/office/drawing/2014/chart" uri="{C3380CC4-5D6E-409C-BE32-E72D297353CC}">
              <c16:uniqueId val="{0000000B-E949-2C48-855E-68EEE58CFD14}"/>
            </c:ext>
          </c:extLst>
        </c:ser>
        <c:dLbls>
          <c:showLegendKey val="0"/>
          <c:showVal val="0"/>
          <c:showCatName val="0"/>
          <c:showSerName val="0"/>
          <c:showPercent val="0"/>
          <c:showBubbleSize val="0"/>
        </c:dLbls>
        <c:gapWidth val="150"/>
        <c:axId val="226926864"/>
        <c:axId val="226927984"/>
      </c:barChart>
      <c:catAx>
        <c:axId val="226926864"/>
        <c:scaling>
          <c:orientation val="minMax"/>
        </c:scaling>
        <c:delete val="1"/>
        <c:axPos val="l"/>
        <c:numFmt formatCode="General" sourceLinked="1"/>
        <c:majorTickMark val="out"/>
        <c:minorTickMark val="none"/>
        <c:tickLblPos val="nextTo"/>
        <c:crossAx val="226927984"/>
        <c:crosses val="autoZero"/>
        <c:auto val="1"/>
        <c:lblAlgn val="ctr"/>
        <c:lblOffset val="100"/>
        <c:noMultiLvlLbl val="0"/>
      </c:catAx>
      <c:valAx>
        <c:axId val="226927984"/>
        <c:scaling>
          <c:orientation val="minMax"/>
          <c:max val="1"/>
        </c:scaling>
        <c:delete val="0"/>
        <c:axPos val="b"/>
        <c:majorGridlines>
          <c:spPr>
            <a:ln w="1905">
              <a:solidFill>
                <a:srgbClr val="000000"/>
              </a:solidFill>
              <a:prstDash val="solid"/>
            </a:ln>
          </c:spPr>
        </c:majorGridlines>
        <c:numFmt formatCode="0%" sourceLinked="0"/>
        <c:majorTickMark val="out"/>
        <c:minorTickMark val="none"/>
        <c:tickLblPos val="nextTo"/>
        <c:spPr>
          <a:ln w="6340">
            <a:noFill/>
          </a:ln>
        </c:spPr>
        <c:txPr>
          <a:bodyPr rot="0" vert="horz"/>
          <a:lstStyle/>
          <a:p>
            <a:pPr>
              <a:defRPr sz="1198" b="1" i="0" u="none" strike="noStrike" baseline="0">
                <a:solidFill>
                  <a:srgbClr val="000000"/>
                </a:solidFill>
                <a:latin typeface="Arial"/>
                <a:ea typeface="Arial"/>
                <a:cs typeface="Arial"/>
              </a:defRPr>
            </a:pPr>
            <a:endParaRPr lang="en-US"/>
          </a:p>
        </c:txPr>
        <c:crossAx val="226926864"/>
        <c:crosses val="autoZero"/>
        <c:crossBetween val="between"/>
      </c:valAx>
      <c:spPr>
        <a:noFill/>
        <a:ln w="25360">
          <a:noFill/>
        </a:ln>
      </c:spPr>
    </c:plotArea>
    <c:plotVisOnly val="1"/>
    <c:dispBlanksAs val="gap"/>
    <c:showDLblsOverMax val="0"/>
  </c:chart>
  <c:spPr>
    <a:solidFill>
      <a:schemeClr val="bg1"/>
    </a:solidFill>
    <a:ln>
      <a:noFill/>
    </a:ln>
  </c:spPr>
  <c:txPr>
    <a:bodyPr/>
    <a:lstStyle/>
    <a:p>
      <a:pPr>
        <a:defRPr sz="1148" b="1" i="0" u="none" strike="noStrike" baseline="0">
          <a:solidFill>
            <a:srgbClr val="000000"/>
          </a:solidFill>
          <a:latin typeface="Arial"/>
          <a:ea typeface="Arial"/>
          <a:cs typeface="Aria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62" name="Rectangle 2"/>
          <p:cNvSpPr>
            <a:spLocks noGrp="1" noChangeArrowheads="1"/>
          </p:cNvSpPr>
          <p:nvPr>
            <p:ph type="hdr" sz="quarter"/>
          </p:nvPr>
        </p:nvSpPr>
        <p:spPr bwMode="auto">
          <a:xfrm>
            <a:off x="0" y="0"/>
            <a:ext cx="3037840" cy="461565"/>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2818" tIns="46409" rIns="92818" bIns="46409" numCol="1" anchor="t" anchorCtr="0" compatLnSpc="1">
            <a:prstTxWarp prst="textNoShape">
              <a:avLst/>
            </a:prstTxWarp>
          </a:bodyPr>
          <a:lstStyle>
            <a:lvl1pPr defTabSz="927804">
              <a:defRPr sz="1200">
                <a:cs typeface="+mn-cs"/>
              </a:defRPr>
            </a:lvl1pPr>
          </a:lstStyle>
          <a:p>
            <a:pPr>
              <a:defRPr/>
            </a:pPr>
            <a:endParaRPr lang="en-US">
              <a:latin typeface="Calibri"/>
            </a:endParaRPr>
          </a:p>
        </p:txBody>
      </p:sp>
      <p:sp>
        <p:nvSpPr>
          <p:cNvPr id="92163" name="Rectangle 3"/>
          <p:cNvSpPr>
            <a:spLocks noGrp="1" noChangeArrowheads="1"/>
          </p:cNvSpPr>
          <p:nvPr>
            <p:ph type="dt" sz="quarter" idx="1"/>
          </p:nvPr>
        </p:nvSpPr>
        <p:spPr bwMode="auto">
          <a:xfrm>
            <a:off x="3970938" y="0"/>
            <a:ext cx="3037840" cy="461565"/>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2818" tIns="46409" rIns="92818" bIns="46409" numCol="1" anchor="t" anchorCtr="0" compatLnSpc="1">
            <a:prstTxWarp prst="textNoShape">
              <a:avLst/>
            </a:prstTxWarp>
          </a:bodyPr>
          <a:lstStyle>
            <a:lvl1pPr algn="r" defTabSz="927804">
              <a:defRPr sz="1200">
                <a:cs typeface="+mn-cs"/>
              </a:defRPr>
            </a:lvl1pPr>
          </a:lstStyle>
          <a:p>
            <a:pPr>
              <a:defRPr/>
            </a:pPr>
            <a:endParaRPr lang="en-US">
              <a:latin typeface="Calibri"/>
            </a:endParaRPr>
          </a:p>
        </p:txBody>
      </p:sp>
      <p:sp>
        <p:nvSpPr>
          <p:cNvPr id="92164" name="Rectangle 4"/>
          <p:cNvSpPr>
            <a:spLocks noGrp="1" noChangeArrowheads="1"/>
          </p:cNvSpPr>
          <p:nvPr>
            <p:ph type="ftr" sz="quarter" idx="2"/>
          </p:nvPr>
        </p:nvSpPr>
        <p:spPr bwMode="auto">
          <a:xfrm>
            <a:off x="0" y="8772914"/>
            <a:ext cx="3037840" cy="461564"/>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2818" tIns="46409" rIns="92818" bIns="46409" numCol="1" anchor="b" anchorCtr="0" compatLnSpc="1">
            <a:prstTxWarp prst="textNoShape">
              <a:avLst/>
            </a:prstTxWarp>
          </a:bodyPr>
          <a:lstStyle>
            <a:lvl1pPr defTabSz="927804">
              <a:defRPr sz="1200">
                <a:cs typeface="+mn-cs"/>
              </a:defRPr>
            </a:lvl1pPr>
          </a:lstStyle>
          <a:p>
            <a:pPr>
              <a:defRPr/>
            </a:pPr>
            <a:endParaRPr lang="en-US">
              <a:latin typeface="Calibri"/>
            </a:endParaRPr>
          </a:p>
        </p:txBody>
      </p:sp>
      <p:sp>
        <p:nvSpPr>
          <p:cNvPr id="92165" name="Rectangle 5"/>
          <p:cNvSpPr>
            <a:spLocks noGrp="1" noChangeArrowheads="1"/>
          </p:cNvSpPr>
          <p:nvPr>
            <p:ph type="sldNum" sz="quarter" idx="3"/>
          </p:nvPr>
        </p:nvSpPr>
        <p:spPr bwMode="auto">
          <a:xfrm>
            <a:off x="3970938" y="8772914"/>
            <a:ext cx="3037840" cy="461564"/>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2818" tIns="46409" rIns="92818" bIns="46409" numCol="1" anchor="b" anchorCtr="0" compatLnSpc="1">
            <a:prstTxWarp prst="textNoShape">
              <a:avLst/>
            </a:prstTxWarp>
          </a:bodyPr>
          <a:lstStyle>
            <a:lvl1pPr algn="r" defTabSz="927804">
              <a:defRPr sz="1200">
                <a:cs typeface="+mn-cs"/>
              </a:defRPr>
            </a:lvl1pPr>
          </a:lstStyle>
          <a:p>
            <a:pPr>
              <a:defRPr/>
            </a:pPr>
            <a:fld id="{D97437F7-E01A-E44D-8704-3EDE1EC02DFB}" type="slidenum">
              <a:rPr lang="en-US">
                <a:latin typeface="Calibri"/>
              </a:rPr>
              <a:pPr>
                <a:defRPr/>
              </a:pPr>
              <a:t>‹#›</a:t>
            </a:fld>
            <a:endParaRPr lang="en-US">
              <a:latin typeface="Calibri"/>
            </a:endParaRPr>
          </a:p>
        </p:txBody>
      </p:sp>
    </p:spTree>
    <p:extLst>
      <p:ext uri="{BB962C8B-B14F-4D97-AF65-F5344CB8AC3E}">
        <p14:creationId xmlns:p14="http://schemas.microsoft.com/office/powerpoint/2010/main" val="126124573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037840" cy="461565"/>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2818" tIns="46409" rIns="92818" bIns="46409" numCol="1" anchor="t" anchorCtr="0" compatLnSpc="1">
            <a:prstTxWarp prst="textNoShape">
              <a:avLst/>
            </a:prstTxWarp>
          </a:bodyPr>
          <a:lstStyle>
            <a:lvl1pPr defTabSz="927804">
              <a:defRPr sz="1200">
                <a:latin typeface="Calibri"/>
                <a:cs typeface="+mn-cs"/>
              </a:defRPr>
            </a:lvl1pPr>
          </a:lstStyle>
          <a:p>
            <a:pPr>
              <a:defRPr/>
            </a:pPr>
            <a:endParaRPr lang="en-US"/>
          </a:p>
        </p:txBody>
      </p:sp>
      <p:sp>
        <p:nvSpPr>
          <p:cNvPr id="4099" name="Rectangle 3"/>
          <p:cNvSpPr>
            <a:spLocks noGrp="1" noChangeArrowheads="1"/>
          </p:cNvSpPr>
          <p:nvPr>
            <p:ph type="dt" idx="1"/>
          </p:nvPr>
        </p:nvSpPr>
        <p:spPr bwMode="auto">
          <a:xfrm>
            <a:off x="3970938" y="0"/>
            <a:ext cx="3037840" cy="461565"/>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2818" tIns="46409" rIns="92818" bIns="46409" numCol="1" anchor="t" anchorCtr="0" compatLnSpc="1">
            <a:prstTxWarp prst="textNoShape">
              <a:avLst/>
            </a:prstTxWarp>
          </a:bodyPr>
          <a:lstStyle>
            <a:lvl1pPr algn="r" defTabSz="927804">
              <a:defRPr sz="1200">
                <a:latin typeface="Calibri"/>
                <a:cs typeface="+mn-cs"/>
              </a:defRPr>
            </a:lvl1pPr>
          </a:lstStyle>
          <a:p>
            <a:pPr>
              <a:defRPr/>
            </a:pPr>
            <a:endParaRPr lang="en-US"/>
          </a:p>
        </p:txBody>
      </p:sp>
      <p:sp>
        <p:nvSpPr>
          <p:cNvPr id="4100" name="Rectangle 4"/>
          <p:cNvSpPr>
            <a:spLocks noGrp="1" noRot="1" noChangeAspect="1" noChangeArrowheads="1" noTextEdit="1"/>
          </p:cNvSpPr>
          <p:nvPr>
            <p:ph type="sldImg" idx="2"/>
          </p:nvPr>
        </p:nvSpPr>
        <p:spPr bwMode="auto">
          <a:xfrm>
            <a:off x="1195388" y="693738"/>
            <a:ext cx="4619625" cy="3463925"/>
          </a:xfrm>
          <a:prstGeom prst="rect">
            <a:avLst/>
          </a:prstGeom>
          <a:no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4101" name="Rectangle 5"/>
          <p:cNvSpPr>
            <a:spLocks noGrp="1" noChangeArrowheads="1"/>
          </p:cNvSpPr>
          <p:nvPr>
            <p:ph type="body" sz="quarter" idx="3"/>
          </p:nvPr>
        </p:nvSpPr>
        <p:spPr bwMode="auto">
          <a:xfrm>
            <a:off x="701040" y="4387256"/>
            <a:ext cx="5608320" cy="4155675"/>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2818" tIns="46409" rIns="92818" bIns="4640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8772914"/>
            <a:ext cx="3037840" cy="461564"/>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2818" tIns="46409" rIns="92818" bIns="46409" numCol="1" anchor="b" anchorCtr="0" compatLnSpc="1">
            <a:prstTxWarp prst="textNoShape">
              <a:avLst/>
            </a:prstTxWarp>
          </a:bodyPr>
          <a:lstStyle>
            <a:lvl1pPr defTabSz="927804">
              <a:defRPr sz="1200">
                <a:latin typeface="Calibri"/>
                <a:cs typeface="+mn-cs"/>
              </a:defRPr>
            </a:lvl1pPr>
          </a:lstStyle>
          <a:p>
            <a:pPr>
              <a:defRPr/>
            </a:pPr>
            <a:endParaRPr lang="en-US"/>
          </a:p>
        </p:txBody>
      </p:sp>
      <p:sp>
        <p:nvSpPr>
          <p:cNvPr id="4103" name="Rectangle 7"/>
          <p:cNvSpPr>
            <a:spLocks noGrp="1" noChangeArrowheads="1"/>
          </p:cNvSpPr>
          <p:nvPr>
            <p:ph type="sldNum" sz="quarter" idx="5"/>
          </p:nvPr>
        </p:nvSpPr>
        <p:spPr bwMode="auto">
          <a:xfrm>
            <a:off x="3970938" y="8772914"/>
            <a:ext cx="3037840" cy="461564"/>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2818" tIns="46409" rIns="92818" bIns="46409" numCol="1" anchor="b" anchorCtr="0" compatLnSpc="1">
            <a:prstTxWarp prst="textNoShape">
              <a:avLst/>
            </a:prstTxWarp>
          </a:bodyPr>
          <a:lstStyle>
            <a:lvl1pPr algn="r" defTabSz="927804">
              <a:defRPr sz="1200">
                <a:latin typeface="Calibri"/>
                <a:cs typeface="+mn-cs"/>
              </a:defRPr>
            </a:lvl1pPr>
          </a:lstStyle>
          <a:p>
            <a:pPr>
              <a:defRPr/>
            </a:pPr>
            <a:fld id="{FB7BE637-85E8-554A-BDD3-9691D33C24F5}" type="slidenum">
              <a:rPr lang="en-US"/>
              <a:pPr>
                <a:defRPr/>
              </a:pPr>
              <a:t>‹#›</a:t>
            </a:fld>
            <a:endParaRPr lang="en-US"/>
          </a:p>
        </p:txBody>
      </p:sp>
    </p:spTree>
    <p:extLst>
      <p:ext uri="{BB962C8B-B14F-4D97-AF65-F5344CB8AC3E}">
        <p14:creationId xmlns:p14="http://schemas.microsoft.com/office/powerpoint/2010/main" val="1471400573"/>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Calibri"/>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Calibri"/>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Calibri"/>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Calibri"/>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Calibri"/>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1708078-AF71-554B-BAA3-9BB5CE1D6A61}" type="slidenum">
              <a:rPr lang="en-US"/>
              <a:pPr>
                <a:defRPr/>
              </a:pPr>
              <a:t>2</a:t>
            </a:fld>
            <a:endParaRPr lang="en-US"/>
          </a:p>
        </p:txBody>
      </p:sp>
      <p:sp>
        <p:nvSpPr>
          <p:cNvPr id="168962" name="Rectangle 2"/>
          <p:cNvSpPr>
            <a:spLocks noGrp="1" noRot="1" noChangeAspect="1" noChangeArrowheads="1" noTextEdit="1"/>
          </p:cNvSpPr>
          <p:nvPr>
            <p:ph type="sldImg"/>
          </p:nvPr>
        </p:nvSpPr>
        <p:spPr>
          <a:solidFill>
            <a:srgbClr val="FFFFFF"/>
          </a:solidFill>
          <a:ln/>
          <a:extLst>
            <a:ext uri="{FAA26D3D-D897-4be2-8F04-BA451C77F1D7}">
              <ma14:placeholderFlag xmlns="" xmlns:ma14="http://schemas.microsoft.com/office/mac/drawingml/2011/main" val="1"/>
            </a:ext>
          </a:extLst>
        </p:spPr>
      </p:sp>
      <p:sp>
        <p:nvSpPr>
          <p:cNvPr id="168963"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defRPr/>
            </a:pPr>
            <a:endParaRPr lang="en-US">
              <a:cs typeface="+mn-cs"/>
            </a:endParaRPr>
          </a:p>
        </p:txBody>
      </p:sp>
    </p:spTree>
    <p:extLst>
      <p:ext uri="{BB962C8B-B14F-4D97-AF65-F5344CB8AC3E}">
        <p14:creationId xmlns:p14="http://schemas.microsoft.com/office/powerpoint/2010/main" val="8505987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5A46BD6-DD3A-0841-B650-CF7D82F0FCD0}" type="slidenum">
              <a:rPr lang="en-US"/>
              <a:pPr>
                <a:defRPr/>
              </a:pPr>
              <a:t>3</a:t>
            </a:fld>
            <a:endParaRPr lang="en-US"/>
          </a:p>
        </p:txBody>
      </p:sp>
      <p:sp>
        <p:nvSpPr>
          <p:cNvPr id="156674" name="Rectangle 2"/>
          <p:cNvSpPr>
            <a:spLocks noGrp="1" noRot="1" noChangeAspect="1" noChangeArrowheads="1" noTextEdit="1"/>
          </p:cNvSpPr>
          <p:nvPr>
            <p:ph type="sldImg"/>
          </p:nvPr>
        </p:nvSpPr>
        <p:spPr>
          <a:solidFill>
            <a:srgbClr val="FFFFFF"/>
          </a:solidFill>
          <a:ln/>
          <a:extLst>
            <a:ext uri="{FAA26D3D-D897-4be2-8F04-BA451C77F1D7}">
              <ma14:placeholderFlag xmlns="" xmlns:ma14="http://schemas.microsoft.com/office/mac/drawingml/2011/main" val="1"/>
            </a:ext>
          </a:extLst>
        </p:spPr>
      </p:sp>
      <p:sp>
        <p:nvSpPr>
          <p:cNvPr id="156675" name="Rectangle 3"/>
          <p:cNvSpPr>
            <a:spLocks noGrp="1" noChangeArrowheads="1"/>
          </p:cNvSpPr>
          <p:nvPr>
            <p:ph type="body" idx="1"/>
          </p:nvPr>
        </p:nvSpPr>
        <p:spPr>
          <a:solidFill>
            <a:srgbClr val="FFFFFF"/>
          </a:solidFill>
          <a:ln>
            <a:solidFill>
              <a:srgbClr val="000000"/>
            </a:solidFill>
            <a:miter lim="800000"/>
            <a:headEnd/>
            <a:tailEnd/>
          </a:ln>
        </p:spPr>
        <p:txBody>
          <a:bodyPr lIns="91230" tIns="45615" rIns="91230" bIns="45615"/>
          <a:lstStyle/>
          <a:p>
            <a:pPr eaLnBrk="1" hangingPunct="1">
              <a:defRPr/>
            </a:pPr>
            <a:endParaRPr lang="en-US">
              <a:cs typeface="+mn-cs"/>
            </a:endParaRPr>
          </a:p>
        </p:txBody>
      </p:sp>
    </p:spTree>
    <p:extLst>
      <p:ext uri="{BB962C8B-B14F-4D97-AF65-F5344CB8AC3E}">
        <p14:creationId xmlns:p14="http://schemas.microsoft.com/office/powerpoint/2010/main" val="2142674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9A962E6-3976-4D49-9F48-F95A968982C2}" type="slidenum">
              <a:rPr lang="en-US"/>
              <a:pPr>
                <a:defRPr/>
              </a:pPr>
              <a:t>6</a:t>
            </a:fld>
            <a:endParaRPr lang="en-US"/>
          </a:p>
        </p:txBody>
      </p:sp>
      <p:sp>
        <p:nvSpPr>
          <p:cNvPr id="11878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18787" name="Rectangle 3"/>
          <p:cNvSpPr>
            <a:spLocks noGrp="1" noChangeArrowheads="1"/>
          </p:cNvSpPr>
          <p:nvPr>
            <p:ph type="body" idx="1"/>
          </p:nvPr>
        </p:nvSpPr>
        <p:spPr>
          <a:xfrm>
            <a:off x="934720" y="4387256"/>
            <a:ext cx="5140960" cy="4155675"/>
          </a:xfrm>
        </p:spPr>
        <p:txBody>
          <a:bodyPr/>
          <a:lstStyle/>
          <a:p>
            <a:pPr eaLnBrk="1" hangingPunct="1">
              <a:defRPr/>
            </a:pPr>
            <a:endParaRPr lang="en-US">
              <a:cs typeface="+mn-cs"/>
            </a:endParaRPr>
          </a:p>
        </p:txBody>
      </p:sp>
    </p:spTree>
    <p:extLst>
      <p:ext uri="{BB962C8B-B14F-4D97-AF65-F5344CB8AC3E}">
        <p14:creationId xmlns:p14="http://schemas.microsoft.com/office/powerpoint/2010/main" val="20104733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AAAA22F-654C-2541-A4FE-F29C0AA57282}" type="slidenum">
              <a:rPr lang="en-US"/>
              <a:pPr>
                <a:defRPr/>
              </a:pPr>
              <a:t>10</a:t>
            </a:fld>
            <a:endParaRPr lang="en-US"/>
          </a:p>
        </p:txBody>
      </p:sp>
      <p:sp>
        <p:nvSpPr>
          <p:cNvPr id="12083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20835" name="Rectangle 3"/>
          <p:cNvSpPr>
            <a:spLocks noGrp="1" noChangeArrowheads="1"/>
          </p:cNvSpPr>
          <p:nvPr>
            <p:ph type="body" idx="1"/>
          </p:nvPr>
        </p:nvSpPr>
        <p:spPr>
          <a:xfrm>
            <a:off x="934720" y="4387256"/>
            <a:ext cx="5140960" cy="4155675"/>
          </a:xfrm>
        </p:spPr>
        <p:txBody>
          <a:bodyPr/>
          <a:lstStyle/>
          <a:p>
            <a:pPr eaLnBrk="1" hangingPunct="1">
              <a:defRPr/>
            </a:pPr>
            <a:endParaRPr lang="en-US">
              <a:cs typeface="+mn-cs"/>
            </a:endParaRPr>
          </a:p>
        </p:txBody>
      </p:sp>
    </p:spTree>
    <p:extLst>
      <p:ext uri="{BB962C8B-B14F-4D97-AF65-F5344CB8AC3E}">
        <p14:creationId xmlns:p14="http://schemas.microsoft.com/office/powerpoint/2010/main" val="15185974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75EAF04B-365C-7E43-A5CC-1DC5ACC2F757}" type="slidenum">
              <a:rPr lang="en-US"/>
              <a:pPr>
                <a:defRPr/>
              </a:pPr>
              <a:t>11</a:t>
            </a:fld>
            <a:endParaRPr lang="en-US"/>
          </a:p>
        </p:txBody>
      </p:sp>
      <p:sp>
        <p:nvSpPr>
          <p:cNvPr id="12288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22883" name="Rectangle 3"/>
          <p:cNvSpPr>
            <a:spLocks noGrp="1" noChangeArrowheads="1"/>
          </p:cNvSpPr>
          <p:nvPr>
            <p:ph type="body" idx="1"/>
          </p:nvPr>
        </p:nvSpPr>
        <p:spPr>
          <a:xfrm>
            <a:off x="934720" y="4387256"/>
            <a:ext cx="5140960" cy="4155675"/>
          </a:xfrm>
        </p:spPr>
        <p:txBody>
          <a:bodyPr/>
          <a:lstStyle/>
          <a:p>
            <a:pPr eaLnBrk="1" hangingPunct="1">
              <a:defRPr/>
            </a:pPr>
            <a:endParaRPr lang="en-US">
              <a:cs typeface="+mn-cs"/>
            </a:endParaRPr>
          </a:p>
        </p:txBody>
      </p:sp>
    </p:spTree>
    <p:extLst>
      <p:ext uri="{BB962C8B-B14F-4D97-AF65-F5344CB8AC3E}">
        <p14:creationId xmlns:p14="http://schemas.microsoft.com/office/powerpoint/2010/main" val="224130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10D7728-51CC-5E45-A0C9-0BF962E6A283}" type="slidenum">
              <a:rPr lang="en-US"/>
              <a:pPr>
                <a:defRPr/>
              </a:pPr>
              <a:t>12</a:t>
            </a:fld>
            <a:endParaRPr lang="en-US"/>
          </a:p>
        </p:txBody>
      </p:sp>
      <p:sp>
        <p:nvSpPr>
          <p:cNvPr id="17203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72035"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2720890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74AEB737-3C0E-854B-8D2E-256A2FE81515}" type="slidenum">
              <a:rPr lang="en-US"/>
              <a:pPr>
                <a:defRPr/>
              </a:pPr>
              <a:t>14</a:t>
            </a:fld>
            <a:endParaRPr lang="en-US"/>
          </a:p>
        </p:txBody>
      </p:sp>
      <p:sp>
        <p:nvSpPr>
          <p:cNvPr id="17305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73059"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000637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625FCD1A-1DE9-FA4C-8FF7-0A94D9E80AEE}" type="slidenum">
              <a:rPr lang="en-US"/>
              <a:pPr>
                <a:defRPr/>
              </a:pPr>
              <a:t>15</a:t>
            </a:fld>
            <a:endParaRPr lang="en-US"/>
          </a:p>
        </p:txBody>
      </p:sp>
      <p:sp>
        <p:nvSpPr>
          <p:cNvPr id="12493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24931" name="Rectangle 3"/>
          <p:cNvSpPr>
            <a:spLocks noGrp="1" noChangeArrowheads="1"/>
          </p:cNvSpPr>
          <p:nvPr>
            <p:ph type="body" idx="1"/>
          </p:nvPr>
        </p:nvSpPr>
        <p:spPr>
          <a:xfrm>
            <a:off x="934720" y="4387256"/>
            <a:ext cx="5140960" cy="4155675"/>
          </a:xfrm>
        </p:spPr>
        <p:txBody>
          <a:bodyPr/>
          <a:lstStyle/>
          <a:p>
            <a:pPr eaLnBrk="1" hangingPunct="1">
              <a:defRPr/>
            </a:pPr>
            <a:endParaRPr lang="en-US">
              <a:cs typeface="+mn-cs"/>
            </a:endParaRPr>
          </a:p>
        </p:txBody>
      </p:sp>
    </p:spTree>
    <p:extLst>
      <p:ext uri="{BB962C8B-B14F-4D97-AF65-F5344CB8AC3E}">
        <p14:creationId xmlns:p14="http://schemas.microsoft.com/office/powerpoint/2010/main" val="2922212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5231B6C-FC1E-4E40-9957-37E959930ED1}" type="slidenum">
              <a:rPr lang="en-US"/>
              <a:pPr/>
              <a:t>17</a:t>
            </a:fld>
            <a:endParaRPr lang="en-US"/>
          </a:p>
        </p:txBody>
      </p:sp>
      <p:sp>
        <p:nvSpPr>
          <p:cNvPr id="129026" name="Rectangle 2"/>
          <p:cNvSpPr>
            <a:spLocks noGrp="1" noRot="1" noChangeAspect="1" noChangeArrowheads="1" noTextEdit="1"/>
          </p:cNvSpPr>
          <p:nvPr>
            <p:ph type="sldImg"/>
          </p:nvPr>
        </p:nvSpPr>
        <p:spPr>
          <a:ln/>
        </p:spPr>
      </p:sp>
      <p:sp>
        <p:nvSpPr>
          <p:cNvPr id="129027" name="Rectangle 3"/>
          <p:cNvSpPr>
            <a:spLocks noGrp="1" noChangeArrowheads="1"/>
          </p:cNvSpPr>
          <p:nvPr>
            <p:ph type="body" idx="1"/>
          </p:nvPr>
        </p:nvSpPr>
        <p:spPr>
          <a:xfrm>
            <a:off x="934720" y="4387256"/>
            <a:ext cx="5140960" cy="4155675"/>
          </a:xfrm>
        </p:spPr>
        <p:txBody>
          <a:bodyPr/>
          <a:lstStyle/>
          <a:p>
            <a:endParaRPr lang="en-US"/>
          </a:p>
        </p:txBody>
      </p:sp>
    </p:spTree>
    <p:extLst>
      <p:ext uri="{BB962C8B-B14F-4D97-AF65-F5344CB8AC3E}">
        <p14:creationId xmlns:p14="http://schemas.microsoft.com/office/powerpoint/2010/main" val="673640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FB7BE637-85E8-554A-BDD3-9691D33C24F5}" type="slidenum">
              <a:rPr lang="en-US" smtClean="0"/>
              <a:pPr>
                <a:defRPr/>
              </a:pPr>
              <a:t>21</a:t>
            </a:fld>
            <a:endParaRPr lang="en-US"/>
          </a:p>
        </p:txBody>
      </p:sp>
    </p:spTree>
    <p:extLst>
      <p:ext uri="{BB962C8B-B14F-4D97-AF65-F5344CB8AC3E}">
        <p14:creationId xmlns:p14="http://schemas.microsoft.com/office/powerpoint/2010/main" val="19539782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BC43E62-6550-3C47-823B-333A7398CA9B}" type="slidenum">
              <a:rPr lang="en-US"/>
              <a:pPr>
                <a:defRPr/>
              </a:pPr>
              <a:t>22</a:t>
            </a:fld>
            <a:endParaRPr lang="en-US"/>
          </a:p>
        </p:txBody>
      </p:sp>
      <p:sp>
        <p:nvSpPr>
          <p:cNvPr id="18432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84323"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9397390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1"/>
          <p:cNvSpPr txBox="1">
            <a:spLocks noChangeArrowheads="1"/>
          </p:cNvSpPr>
          <p:nvPr userDrawn="1"/>
        </p:nvSpPr>
        <p:spPr bwMode="auto">
          <a:xfrm>
            <a:off x="0" y="914400"/>
            <a:ext cx="9144000" cy="300082"/>
          </a:xfrm>
          <a:prstGeom prst="rect">
            <a:avLst/>
          </a:prstGeom>
          <a:solidFill>
            <a:schemeClr val="bg1"/>
          </a:solidFill>
          <a:ln w="9525">
            <a:solidFill>
              <a:schemeClr val="bg1">
                <a:alpha val="0"/>
              </a:schemeClr>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endParaRPr lang="en-US" sz="1350">
              <a:latin typeface="Arial" charset="0"/>
              <a:ea typeface="+mn-ea"/>
            </a:endParaRPr>
          </a:p>
        </p:txBody>
      </p:sp>
      <p:sp>
        <p:nvSpPr>
          <p:cNvPr id="3" name="Slide Number Placeholder 9"/>
          <p:cNvSpPr>
            <a:spLocks noGrp="1"/>
          </p:cNvSpPr>
          <p:nvPr>
            <p:ph type="sldNum" sz="quarter" idx="10"/>
          </p:nvPr>
        </p:nvSpPr>
        <p:spPr/>
        <p:txBody>
          <a:bodyPr/>
          <a:lstStyle>
            <a:lvl1pPr algn="r">
              <a:defRPr/>
            </a:lvl1pPr>
          </a:lstStyle>
          <a:p>
            <a:fld id="{22D706CB-156B-8643-9A07-D8448DABBCBD}" type="slidenum">
              <a:rPr lang="en-US" altLang="en-US" smtClean="0"/>
              <a:pPr/>
              <a:t>‹#›</a:t>
            </a:fld>
            <a:endParaRPr lang="en-US" altLang="en-US" dirty="0"/>
          </a:p>
        </p:txBody>
      </p:sp>
      <p:sp>
        <p:nvSpPr>
          <p:cNvPr id="4" name="Footer Placeholder 3"/>
          <p:cNvSpPr>
            <a:spLocks noGrp="1"/>
          </p:cNvSpPr>
          <p:nvPr>
            <p:ph type="ftr" sz="quarter" idx="11"/>
          </p:nvPr>
        </p:nvSpPr>
        <p:spPr>
          <a:xfrm>
            <a:off x="3124200" y="6474734"/>
            <a:ext cx="2895600" cy="288925"/>
          </a:xfrm>
        </p:spPr>
        <p:txBody>
          <a:bodyPr/>
          <a:lstStyle>
            <a:lvl1pPr>
              <a:defRPr smtClean="0"/>
            </a:lvl1pPr>
          </a:lstStyle>
          <a:p>
            <a:pPr>
              <a:defRPr/>
            </a:pPr>
            <a:r>
              <a:rPr lang="en-US" dirty="0"/>
              <a:t>Internal Rate of Return</a:t>
            </a:r>
          </a:p>
        </p:txBody>
      </p:sp>
    </p:spTree>
    <p:extLst>
      <p:ext uri="{BB962C8B-B14F-4D97-AF65-F5344CB8AC3E}">
        <p14:creationId xmlns:p14="http://schemas.microsoft.com/office/powerpoint/2010/main" val="160510693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4" name="Content Placeholder 2"/>
          <p:cNvSpPr>
            <a:spLocks noGrp="1"/>
          </p:cNvSpPr>
          <p:nvPr>
            <p:ph idx="1"/>
          </p:nvPr>
        </p:nvSpPr>
        <p:spPr>
          <a:xfrm>
            <a:off x="384048" y="533400"/>
            <a:ext cx="8458200" cy="5812064"/>
          </a:xfrm>
          <a:prstGeom prst="rect">
            <a:avLst/>
          </a:prstGeom>
        </p:spPr>
        <p:txBody>
          <a:bodyPr/>
          <a:lstStyle>
            <a:lvl1pPr marL="171450" indent="-171450" algn="just" defTabSz="685800" rtl="0" eaLnBrk="1" latinLnBrk="0" hangingPunct="1">
              <a:spcBef>
                <a:spcPct val="20000"/>
              </a:spcBef>
              <a:buClr>
                <a:srgbClr val="B01C2E"/>
              </a:buClr>
              <a:buSzPct val="60000"/>
              <a:buFont typeface="Wingdings 2" pitchFamily="18" charset="2"/>
              <a:buChar char=""/>
              <a:defRPr lang="en-US" sz="1800" kern="1200" dirty="0">
                <a:solidFill>
                  <a:schemeClr val="tx1"/>
                </a:solidFill>
                <a:latin typeface="Calibri" charset="0"/>
                <a:ea typeface="Calibri" charset="0"/>
                <a:cs typeface="Calibri" charset="0"/>
              </a:defRPr>
            </a:lvl1pPr>
            <a:lvl2pPr marL="342900" indent="-171450" algn="just">
              <a:buClr>
                <a:srgbClr val="B01C2E"/>
              </a:buClr>
              <a:buSzPct val="60000"/>
              <a:buFont typeface="Wingdings" charset="2"/>
              <a:buChar char="Ø"/>
              <a:defRPr lang="en-US" sz="1650" kern="1200" dirty="0" smtClean="0">
                <a:solidFill>
                  <a:schemeClr val="tx1"/>
                </a:solidFill>
                <a:latin typeface="Calibri" charset="0"/>
                <a:ea typeface="Calibri" charset="0"/>
                <a:cs typeface="Calibri" charset="0"/>
              </a:defRPr>
            </a:lvl2pPr>
            <a:lvl3pPr marL="514350" indent="-171450" algn="just">
              <a:buClr>
                <a:srgbClr val="B01C2E"/>
              </a:buClr>
              <a:buSzPct val="60000"/>
              <a:buFont typeface="Courier New" charset="0"/>
              <a:buChar char="o"/>
              <a:defRPr lang="en-US" sz="1650" kern="1200" baseline="0" dirty="0" smtClean="0">
                <a:solidFill>
                  <a:schemeClr val="tx1"/>
                </a:solidFill>
                <a:latin typeface="Calibri" charset="0"/>
                <a:ea typeface="Calibri" charset="0"/>
                <a:cs typeface="Calibri" charset="0"/>
              </a:defRPr>
            </a:lvl3pPr>
            <a:lvl4pPr marL="685800" indent="-171450" algn="just">
              <a:buClr>
                <a:srgbClr val="B01C2E"/>
              </a:buClr>
              <a:buSzPct val="60000"/>
              <a:buFont typeface="Arial" charset="0"/>
              <a:buChar char="•"/>
              <a:defRPr lang="en-US" sz="1500" kern="1200" baseline="0" dirty="0" smtClean="0">
                <a:solidFill>
                  <a:schemeClr val="tx1"/>
                </a:solidFill>
                <a:latin typeface="Calibri" charset="0"/>
                <a:ea typeface="Calibri" charset="0"/>
                <a:cs typeface="Calibri" charset="0"/>
              </a:defRPr>
            </a:lvl4pPr>
            <a:lvl5pPr marL="857250" algn="just">
              <a:buClr>
                <a:srgbClr val="B01C2E"/>
              </a:buClr>
              <a:buSzPct val="60000"/>
              <a:buFont typeface="Calibri" pitchFamily="34" charset="0"/>
              <a:buChar char="–"/>
              <a:defRPr lang="en-US" sz="1500" kern="1200" dirty="0" smtClean="0">
                <a:solidFill>
                  <a:schemeClr val="tx1"/>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384048" y="41934"/>
            <a:ext cx="8458200" cy="36512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a:tabLst>
                <a:tab pos="296466" algn="l"/>
              </a:tabLst>
              <a:defRPr sz="1650" b="1"/>
            </a:lvl1pPr>
          </a:lstStyle>
          <a:p>
            <a:pPr lvl="0"/>
            <a:r>
              <a:rPr lang="en-US" dirty="0"/>
              <a:t>Click to edit Master title style</a:t>
            </a:r>
          </a:p>
        </p:txBody>
      </p:sp>
      <p:sp>
        <p:nvSpPr>
          <p:cNvPr id="5" name="Slide Number Placeholder 9"/>
          <p:cNvSpPr>
            <a:spLocks noGrp="1"/>
          </p:cNvSpPr>
          <p:nvPr>
            <p:ph type="sldNum" sz="quarter" idx="10"/>
          </p:nvPr>
        </p:nvSpPr>
        <p:spPr>
          <a:xfrm>
            <a:off x="8385048" y="6471106"/>
            <a:ext cx="457200" cy="365125"/>
          </a:xfrm>
        </p:spPr>
        <p:txBody>
          <a:bodyPr/>
          <a:lstStyle>
            <a:lvl1pPr algn="r">
              <a:defRPr sz="800"/>
            </a:lvl1pPr>
          </a:lstStyle>
          <a:p>
            <a:fld id="{7B3E355C-57B9-BC4B-95D8-406A1F834537}" type="slidenum">
              <a:rPr lang="en-US" altLang="en-US" smtClean="0"/>
              <a:pPr/>
              <a:t>‹#›</a:t>
            </a:fld>
            <a:endParaRPr lang="en-US" altLang="en-US" dirty="0"/>
          </a:p>
        </p:txBody>
      </p:sp>
      <p:sp>
        <p:nvSpPr>
          <p:cNvPr id="6" name="Footer Placeholder 4"/>
          <p:cNvSpPr>
            <a:spLocks noGrp="1"/>
          </p:cNvSpPr>
          <p:nvPr>
            <p:ph type="ftr" sz="quarter" idx="11"/>
          </p:nvPr>
        </p:nvSpPr>
        <p:spPr/>
        <p:txBody>
          <a:bodyPr/>
          <a:lstStyle>
            <a:lvl1pPr>
              <a:defRPr sz="800" smtClean="0"/>
            </a:lvl1pPr>
          </a:lstStyle>
          <a:p>
            <a:pPr>
              <a:defRPr/>
            </a:pPr>
            <a:r>
              <a:rPr lang="en-US" dirty="0"/>
              <a:t>Internal Rate of Return</a:t>
            </a:r>
          </a:p>
        </p:txBody>
      </p:sp>
      <p:sp>
        <p:nvSpPr>
          <p:cNvPr id="8" name="Rectangle 7"/>
          <p:cNvSpPr/>
          <p:nvPr userDrawn="1"/>
        </p:nvSpPr>
        <p:spPr>
          <a:xfrm>
            <a:off x="384048" y="407061"/>
            <a:ext cx="84582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extBox 1">
            <a:extLst>
              <a:ext uri="{FF2B5EF4-FFF2-40B4-BE49-F238E27FC236}">
                <a16:creationId xmlns:a16="http://schemas.microsoft.com/office/drawing/2014/main" id="{232C7FD7-989E-04CB-A9BD-5FA609695526}"/>
              </a:ext>
            </a:extLst>
          </p:cNvPr>
          <p:cNvSpPr txBox="1"/>
          <p:nvPr userDrawn="1"/>
        </p:nvSpPr>
        <p:spPr>
          <a:xfrm>
            <a:off x="513471" y="6618849"/>
            <a:ext cx="184731" cy="461665"/>
          </a:xfrm>
          <a:prstGeom prst="rect">
            <a:avLst/>
          </a:prstGeom>
          <a:noFill/>
        </p:spPr>
        <p:txBody>
          <a:bodyPr wrap="none" rtlCol="0">
            <a:spAutoFit/>
          </a:bodyPr>
          <a:lstStyle/>
          <a:p>
            <a:endParaRPr lang="en-US" dirty="0"/>
          </a:p>
        </p:txBody>
      </p:sp>
      <p:sp>
        <p:nvSpPr>
          <p:cNvPr id="3" name="TextBox 2">
            <a:extLst>
              <a:ext uri="{FF2B5EF4-FFF2-40B4-BE49-F238E27FC236}">
                <a16:creationId xmlns:a16="http://schemas.microsoft.com/office/drawing/2014/main" id="{BA03F58B-CB43-8AAC-AAA0-EC35A00AF62E}"/>
              </a:ext>
            </a:extLst>
          </p:cNvPr>
          <p:cNvSpPr txBox="1"/>
          <p:nvPr userDrawn="1"/>
        </p:nvSpPr>
        <p:spPr>
          <a:xfrm>
            <a:off x="386862" y="6597748"/>
            <a:ext cx="184731" cy="461665"/>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0335531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9" name="Content Placeholder 10"/>
          <p:cNvSpPr>
            <a:spLocks noGrp="1"/>
          </p:cNvSpPr>
          <p:nvPr>
            <p:ph sz="quarter" idx="16"/>
          </p:nvPr>
        </p:nvSpPr>
        <p:spPr>
          <a:xfrm>
            <a:off x="381000" y="1417320"/>
            <a:ext cx="4114800" cy="4572000"/>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200">
                <a:latin typeface="Calibri" charset="0"/>
                <a:ea typeface="Calibri" charset="0"/>
                <a:cs typeface="Calibri" charset="0"/>
              </a:defRPr>
            </a:lvl1pPr>
            <a:lvl2pPr marL="342900" indent="-171450">
              <a:buClr>
                <a:schemeClr val="accent1"/>
              </a:buClr>
              <a:buSzPct val="60000"/>
              <a:buFont typeface="Wingdings" charset="2"/>
              <a:buChar char="Ø"/>
              <a:defRPr lang="en-US" sz="12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200">
                <a:latin typeface="Calibri" charset="0"/>
                <a:ea typeface="Calibri" charset="0"/>
                <a:cs typeface="Calibri" charset="0"/>
              </a:defRPr>
            </a:lvl3pPr>
            <a:lvl4pPr marL="685800" indent="-171450">
              <a:buClr>
                <a:schemeClr val="accent1"/>
              </a:buClr>
              <a:buSzPct val="60000"/>
              <a:buFont typeface="Arial" charset="0"/>
              <a:buChar char="•"/>
              <a:defRPr sz="1200">
                <a:latin typeface="Calibri" charset="0"/>
                <a:ea typeface="Calibri" charset="0"/>
                <a:cs typeface="Calibri" charset="0"/>
              </a:defRPr>
            </a:lvl4pPr>
            <a:lvl5pPr marL="857250">
              <a:buClr>
                <a:schemeClr val="accent1"/>
              </a:buClr>
              <a:buSzPct val="60000"/>
              <a:buFont typeface="Arial" pitchFamily="34" charset="0"/>
              <a:buChar char="–"/>
              <a:defRPr sz="12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10"/>
          <p:cNvSpPr>
            <a:spLocks noGrp="1"/>
          </p:cNvSpPr>
          <p:nvPr>
            <p:ph sz="quarter" idx="17"/>
          </p:nvPr>
        </p:nvSpPr>
        <p:spPr>
          <a:xfrm>
            <a:off x="4648200" y="1417320"/>
            <a:ext cx="4114800" cy="4572000"/>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200">
                <a:latin typeface="Calibri" charset="0"/>
                <a:ea typeface="Calibri" charset="0"/>
                <a:cs typeface="Calibri" charset="0"/>
              </a:defRPr>
            </a:lvl1pPr>
            <a:lvl2pPr marL="342900" indent="-171450">
              <a:buClr>
                <a:schemeClr val="accent1"/>
              </a:buClr>
              <a:buSzPct val="60000"/>
              <a:buFont typeface="Wingdings" charset="2"/>
              <a:buChar char="Ø"/>
              <a:defRPr lang="en-US" sz="12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200">
                <a:latin typeface="Calibri" charset="0"/>
                <a:ea typeface="Calibri" charset="0"/>
                <a:cs typeface="Calibri" charset="0"/>
              </a:defRPr>
            </a:lvl3pPr>
            <a:lvl4pPr marL="685800" indent="-171450">
              <a:buClr>
                <a:schemeClr val="accent1"/>
              </a:buClr>
              <a:buSzPct val="60000"/>
              <a:buFont typeface="Arial" charset="0"/>
              <a:buChar char="•"/>
              <a:defRPr sz="1200">
                <a:latin typeface="Calibri" charset="0"/>
                <a:ea typeface="Calibri" charset="0"/>
                <a:cs typeface="Calibri" charset="0"/>
              </a:defRPr>
            </a:lvl4pPr>
            <a:lvl5pPr marL="857250">
              <a:buClr>
                <a:schemeClr val="accent1"/>
              </a:buClr>
              <a:buSzPct val="60000"/>
              <a:buFont typeface="Arial" pitchFamily="34" charset="0"/>
              <a:buChar char="–"/>
              <a:defRPr sz="12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9"/>
          <p:cNvSpPr>
            <a:spLocks noGrp="1"/>
          </p:cNvSpPr>
          <p:nvPr>
            <p:ph type="sldNum" sz="quarter" idx="18"/>
          </p:nvPr>
        </p:nvSpPr>
        <p:spPr/>
        <p:txBody>
          <a:bodyPr/>
          <a:lstStyle>
            <a:lvl1pPr>
              <a:defRPr/>
            </a:lvl1pPr>
          </a:lstStyle>
          <a:p>
            <a:fld id="{463EAD6B-1B79-144E-A805-1CA6FF1F03FA}" type="slidenum">
              <a:rPr lang="en-US" altLang="en-US"/>
              <a:pPr/>
              <a:t>‹#›</a:t>
            </a:fld>
            <a:endParaRPr lang="en-US" altLang="en-US" dirty="0"/>
          </a:p>
        </p:txBody>
      </p:sp>
      <p:sp>
        <p:nvSpPr>
          <p:cNvPr id="6" name="Footer Placeholder 12"/>
          <p:cNvSpPr>
            <a:spLocks noGrp="1"/>
          </p:cNvSpPr>
          <p:nvPr>
            <p:ph type="ftr" sz="quarter" idx="19"/>
          </p:nvPr>
        </p:nvSpPr>
        <p:spPr/>
        <p:txBody>
          <a:bodyPr/>
          <a:lstStyle>
            <a:lvl1pPr>
              <a:defRPr/>
            </a:lvl1pPr>
          </a:lstStyle>
          <a:p>
            <a:pPr>
              <a:defRPr/>
            </a:pPr>
            <a:r>
              <a:rPr lang="en-US"/>
              <a:t>Internal Rate of Return</a:t>
            </a:r>
          </a:p>
        </p:txBody>
      </p:sp>
      <p:sp>
        <p:nvSpPr>
          <p:cNvPr id="2" name="TextBox 1"/>
          <p:cNvSpPr txBox="1"/>
          <p:nvPr userDrawn="1"/>
        </p:nvSpPr>
        <p:spPr>
          <a:xfrm>
            <a:off x="2061030" y="537029"/>
            <a:ext cx="184731" cy="300082"/>
          </a:xfrm>
          <a:prstGeom prst="rect">
            <a:avLst/>
          </a:prstGeom>
          <a:noFill/>
        </p:spPr>
        <p:txBody>
          <a:bodyPr wrap="none" rtlCol="0">
            <a:spAutoFit/>
          </a:bodyPr>
          <a:lstStyle/>
          <a:p>
            <a:endParaRPr lang="en-US" sz="1350" dirty="0"/>
          </a:p>
        </p:txBody>
      </p:sp>
    </p:spTree>
    <p:extLst>
      <p:ext uri="{BB962C8B-B14F-4D97-AF65-F5344CB8AC3E}">
        <p14:creationId xmlns:p14="http://schemas.microsoft.com/office/powerpoint/2010/main" val="20350488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op / One Bottom">
    <p:spTree>
      <p:nvGrpSpPr>
        <p:cNvPr id="1" name=""/>
        <p:cNvGrpSpPr/>
        <p:nvPr/>
      </p:nvGrpSpPr>
      <p:grpSpPr>
        <a:xfrm>
          <a:off x="0" y="0"/>
          <a:ext cx="0" cy="0"/>
          <a:chOff x="0" y="0"/>
          <a:chExt cx="0" cy="0"/>
        </a:xfrm>
      </p:grpSpPr>
      <p:sp>
        <p:nvSpPr>
          <p:cNvPr id="11" name="Content Placeholder 10"/>
          <p:cNvSpPr>
            <a:spLocks noGrp="1"/>
          </p:cNvSpPr>
          <p:nvPr>
            <p:ph sz="quarter" idx="16"/>
          </p:nvPr>
        </p:nvSpPr>
        <p:spPr>
          <a:xfrm>
            <a:off x="3810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6482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381000" y="3886200"/>
            <a:ext cx="83820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p:cNvSpPr>
            <a:spLocks noGrp="1"/>
          </p:cNvSpPr>
          <p:nvPr>
            <p:ph type="sldNum" sz="quarter" idx="19"/>
          </p:nvPr>
        </p:nvSpPr>
        <p:spPr/>
        <p:txBody>
          <a:bodyPr/>
          <a:lstStyle>
            <a:lvl1pPr>
              <a:defRPr/>
            </a:lvl1pPr>
          </a:lstStyle>
          <a:p>
            <a:fld id="{DBDD9035-58B9-F243-8D2E-5AB7C4167337}" type="slidenum">
              <a:rPr lang="en-US" altLang="en-US"/>
              <a:pPr/>
              <a:t>‹#›</a:t>
            </a:fld>
            <a:endParaRPr lang="en-US" altLang="en-US" dirty="0"/>
          </a:p>
        </p:txBody>
      </p:sp>
      <p:sp>
        <p:nvSpPr>
          <p:cNvPr id="8" name="Footer Placeholder 12"/>
          <p:cNvSpPr>
            <a:spLocks noGrp="1"/>
          </p:cNvSpPr>
          <p:nvPr>
            <p:ph type="ftr" sz="quarter" idx="20"/>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1451987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eft / One Right">
    <p:spTree>
      <p:nvGrpSpPr>
        <p:cNvPr id="1" name=""/>
        <p:cNvGrpSpPr/>
        <p:nvPr/>
      </p:nvGrpSpPr>
      <p:grpSpPr>
        <a:xfrm>
          <a:off x="0" y="0"/>
          <a:ext cx="0" cy="0"/>
          <a:chOff x="0" y="0"/>
          <a:chExt cx="0" cy="0"/>
        </a:xfrm>
      </p:grpSpPr>
      <p:sp>
        <p:nvSpPr>
          <p:cNvPr id="11" name="Content Placeholder 10"/>
          <p:cNvSpPr>
            <a:spLocks noGrp="1"/>
          </p:cNvSpPr>
          <p:nvPr>
            <p:ph sz="quarter" idx="17"/>
          </p:nvPr>
        </p:nvSpPr>
        <p:spPr>
          <a:xfrm>
            <a:off x="4648200" y="1417320"/>
            <a:ext cx="4114800" cy="48006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8"/>
          </p:nvPr>
        </p:nvSpPr>
        <p:spPr>
          <a:xfrm>
            <a:off x="3810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2"/>
          <p:cNvSpPr>
            <a:spLocks noGrp="1"/>
          </p:cNvSpPr>
          <p:nvPr>
            <p:ph sz="quarter" idx="19"/>
          </p:nvPr>
        </p:nvSpPr>
        <p:spPr>
          <a:xfrm>
            <a:off x="381000" y="39319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p:cNvSpPr>
            <a:spLocks noGrp="1"/>
          </p:cNvSpPr>
          <p:nvPr>
            <p:ph type="sldNum" sz="quarter" idx="20"/>
          </p:nvPr>
        </p:nvSpPr>
        <p:spPr/>
        <p:txBody>
          <a:bodyPr/>
          <a:lstStyle>
            <a:lvl1pPr>
              <a:defRPr/>
            </a:lvl1pPr>
          </a:lstStyle>
          <a:p>
            <a:fld id="{6C93E8D5-2692-0D44-9EA4-C6015F0C54D7}" type="slidenum">
              <a:rPr lang="en-US" altLang="en-US"/>
              <a:pPr/>
              <a:t>‹#›</a:t>
            </a:fld>
            <a:endParaRPr lang="en-US" altLang="en-US"/>
          </a:p>
        </p:txBody>
      </p:sp>
      <p:sp>
        <p:nvSpPr>
          <p:cNvPr id="8" name="Footer Placeholder 12"/>
          <p:cNvSpPr>
            <a:spLocks noGrp="1"/>
          </p:cNvSpPr>
          <p:nvPr>
            <p:ph type="ftr" sz="quarter" idx="21"/>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1398043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 name="Slide Number Placeholder 9"/>
          <p:cNvSpPr>
            <a:spLocks noGrp="1"/>
          </p:cNvSpPr>
          <p:nvPr>
            <p:ph type="sldNum" sz="quarter" idx="10"/>
          </p:nvPr>
        </p:nvSpPr>
        <p:spPr/>
        <p:txBody>
          <a:bodyPr/>
          <a:lstStyle>
            <a:lvl1pPr>
              <a:defRPr/>
            </a:lvl1pPr>
          </a:lstStyle>
          <a:p>
            <a:fld id="{395527EB-3756-C241-BFD3-DBB1E111190F}" type="slidenum">
              <a:rPr lang="en-US" altLang="en-US"/>
              <a:pPr/>
              <a:t>‹#›</a:t>
            </a:fld>
            <a:endParaRPr lang="en-US" altLang="en-US"/>
          </a:p>
        </p:txBody>
      </p:sp>
      <p:sp>
        <p:nvSpPr>
          <p:cNvPr id="4" name="Footer Placeholder 12"/>
          <p:cNvSpPr>
            <a:spLocks noGrp="1"/>
          </p:cNvSpPr>
          <p:nvPr>
            <p:ph type="ftr" sz="quarter" idx="11"/>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6540132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384048" y="805002"/>
            <a:ext cx="4040188"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4724400" y="814835"/>
            <a:ext cx="4040188"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379412" y="1195227"/>
            <a:ext cx="4041648" cy="4955707"/>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4724400" y="1195227"/>
            <a:ext cx="4041648" cy="4955707"/>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Internal Rate of Return</a:t>
            </a:r>
          </a:p>
        </p:txBody>
      </p:sp>
      <p:sp>
        <p:nvSpPr>
          <p:cNvPr id="15" name="Rectangle 14"/>
          <p:cNvSpPr/>
          <p:nvPr userDrawn="1"/>
        </p:nvSpPr>
        <p:spPr>
          <a:xfrm>
            <a:off x="384048" y="407061"/>
            <a:ext cx="84582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Rectangle 2"/>
          <p:cNvSpPr>
            <a:spLocks noGrp="1" noChangeArrowheads="1"/>
          </p:cNvSpPr>
          <p:nvPr>
            <p:ph type="title"/>
          </p:nvPr>
        </p:nvSpPr>
        <p:spPr bwMode="gray">
          <a:xfrm>
            <a:off x="384048" y="3"/>
            <a:ext cx="8458200" cy="38959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1"/>
            </a:lvl1pPr>
          </a:lstStyle>
          <a:p>
            <a:pPr lvl="0"/>
            <a:r>
              <a:rPr lang="en-US" dirty="0"/>
              <a:t>Click to edit Master title style</a:t>
            </a:r>
          </a:p>
        </p:txBody>
      </p:sp>
    </p:spTree>
    <p:extLst>
      <p:ext uri="{BB962C8B-B14F-4D97-AF65-F5344CB8AC3E}">
        <p14:creationId xmlns:p14="http://schemas.microsoft.com/office/powerpoint/2010/main" val="10269922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379413" y="1371600"/>
            <a:ext cx="4040188"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4724400" y="1371600"/>
            <a:ext cx="4040188"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379412" y="1807534"/>
            <a:ext cx="4041648"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4724400" y="1807534"/>
            <a:ext cx="4041648" cy="434340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8585360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 by Side Arrow Right">
    <p:spTree>
      <p:nvGrpSpPr>
        <p:cNvPr id="1" name=""/>
        <p:cNvGrpSpPr/>
        <p:nvPr/>
      </p:nvGrpSpPr>
      <p:grpSpPr>
        <a:xfrm>
          <a:off x="0" y="0"/>
          <a:ext cx="0" cy="0"/>
          <a:chOff x="0" y="0"/>
          <a:chExt cx="0" cy="0"/>
        </a:xfrm>
      </p:grpSpPr>
      <p:sp>
        <p:nvSpPr>
          <p:cNvPr id="10" name="Right Arrow 9"/>
          <p:cNvSpPr/>
          <p:nvPr userDrawn="1"/>
        </p:nvSpPr>
        <p:spPr bwMode="auto">
          <a:xfrm>
            <a:off x="4038600" y="3046413"/>
            <a:ext cx="990600" cy="1009650"/>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7" name="Text Placeholder 2"/>
          <p:cNvSpPr>
            <a:spLocks noGrp="1"/>
          </p:cNvSpPr>
          <p:nvPr>
            <p:ph type="body" idx="1"/>
          </p:nvPr>
        </p:nvSpPr>
        <p:spPr>
          <a:xfrm>
            <a:off x="379412"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5029200" y="1371600"/>
            <a:ext cx="3657600" cy="380392"/>
          </a:xfrm>
          <a:prstGeom prst="rect">
            <a:avLst/>
          </a:prstGeom>
          <a:solidFill>
            <a:schemeClr val="accent1"/>
          </a:solidFill>
          <a:ln cmpd="sng">
            <a:solidFill>
              <a:srgbClr val="B01C2E"/>
            </a:solidFill>
            <a:prstDash val="solid"/>
          </a:ln>
        </p:spPr>
        <p:txBody>
          <a:bodyPr lIns="91440" rIns="91440" anchor="ctr"/>
          <a:lstStyle>
            <a:lvl1pPr marL="0" marR="0" indent="0" algn="l"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Content Placeholder 10"/>
          <p:cNvSpPr>
            <a:spLocks noGrp="1"/>
          </p:cNvSpPr>
          <p:nvPr>
            <p:ph sz="quarter" idx="20"/>
          </p:nvPr>
        </p:nvSpPr>
        <p:spPr>
          <a:xfrm>
            <a:off x="379412"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21"/>
          </p:nvPr>
        </p:nvSpPr>
        <p:spPr>
          <a:xfrm>
            <a:off x="5029200" y="1828800"/>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Slide Number Placeholder 2"/>
          <p:cNvSpPr>
            <a:spLocks noGrp="1"/>
          </p:cNvSpPr>
          <p:nvPr>
            <p:ph type="sldNum" sz="quarter" idx="22"/>
          </p:nvPr>
        </p:nvSpPr>
        <p:spPr/>
        <p:txBody>
          <a:bodyPr/>
          <a:lstStyle>
            <a:lvl1pPr>
              <a:defRPr/>
            </a:lvl1pPr>
          </a:lstStyle>
          <a:p>
            <a:fld id="{652385A1-7A9F-1D44-AA51-16856D64E5B5}" type="slidenum">
              <a:rPr lang="en-US" altLang="en-US"/>
              <a:pPr/>
              <a:t>‹#›</a:t>
            </a:fld>
            <a:endParaRPr lang="en-US" altLang="en-US"/>
          </a:p>
        </p:txBody>
      </p:sp>
      <p:sp>
        <p:nvSpPr>
          <p:cNvPr id="14" name="Footer Placeholder 9"/>
          <p:cNvSpPr>
            <a:spLocks noGrp="1"/>
          </p:cNvSpPr>
          <p:nvPr>
            <p:ph type="ftr" sz="quarter" idx="23"/>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693230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de by Side Double Arrow">
    <p:spTree>
      <p:nvGrpSpPr>
        <p:cNvPr id="1" name=""/>
        <p:cNvGrpSpPr/>
        <p:nvPr/>
      </p:nvGrpSpPr>
      <p:grpSpPr>
        <a:xfrm>
          <a:off x="0" y="0"/>
          <a:ext cx="0" cy="0"/>
          <a:chOff x="0" y="0"/>
          <a:chExt cx="0" cy="0"/>
        </a:xfrm>
      </p:grpSpPr>
      <p:sp>
        <p:nvSpPr>
          <p:cNvPr id="9" name="Right Arrow 8"/>
          <p:cNvSpPr/>
          <p:nvPr userDrawn="1"/>
        </p:nvSpPr>
        <p:spPr bwMode="auto">
          <a:xfrm>
            <a:off x="4019344" y="2692959"/>
            <a:ext cx="994787"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2" name="Right Arrow 11"/>
          <p:cNvSpPr/>
          <p:nvPr userDrawn="1"/>
        </p:nvSpPr>
        <p:spPr bwMode="auto">
          <a:xfrm rot="10800000">
            <a:off x="4070503" y="3778177"/>
            <a:ext cx="1014887" cy="102228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7" name="Text Placeholder 2"/>
          <p:cNvSpPr>
            <a:spLocks noGrp="1"/>
          </p:cNvSpPr>
          <p:nvPr>
            <p:ph type="body" idx="1"/>
          </p:nvPr>
        </p:nvSpPr>
        <p:spPr>
          <a:xfrm>
            <a:off x="379412"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5029200"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Content Placeholder 10"/>
          <p:cNvSpPr>
            <a:spLocks noGrp="1"/>
          </p:cNvSpPr>
          <p:nvPr>
            <p:ph sz="quarter" idx="20"/>
          </p:nvPr>
        </p:nvSpPr>
        <p:spPr>
          <a:xfrm>
            <a:off x="379412"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0"/>
          <p:cNvSpPr>
            <a:spLocks noGrp="1"/>
          </p:cNvSpPr>
          <p:nvPr>
            <p:ph sz="quarter" idx="21"/>
          </p:nvPr>
        </p:nvSpPr>
        <p:spPr>
          <a:xfrm>
            <a:off x="5029200"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2"/>
          <p:cNvSpPr>
            <a:spLocks noGrp="1"/>
          </p:cNvSpPr>
          <p:nvPr>
            <p:ph type="sldNum" sz="quarter" idx="22"/>
          </p:nvPr>
        </p:nvSpPr>
        <p:spPr/>
        <p:txBody>
          <a:bodyPr/>
          <a:lstStyle>
            <a:lvl1pPr>
              <a:defRPr/>
            </a:lvl1pPr>
          </a:lstStyle>
          <a:p>
            <a:fld id="{0A6B8188-A85F-5349-B14D-08361E6A7245}" type="slidenum">
              <a:rPr lang="en-US" altLang="en-US"/>
              <a:pPr/>
              <a:t>‹#›</a:t>
            </a:fld>
            <a:endParaRPr lang="en-US" altLang="en-US"/>
          </a:p>
        </p:txBody>
      </p:sp>
      <p:sp>
        <p:nvSpPr>
          <p:cNvPr id="15" name="Footer Placeholder 14"/>
          <p:cNvSpPr>
            <a:spLocks noGrp="1"/>
          </p:cNvSpPr>
          <p:nvPr>
            <p:ph type="ftr" sz="quarter" idx="23"/>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1763777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Top Arrow to Two Bottom">
    <p:spTree>
      <p:nvGrpSpPr>
        <p:cNvPr id="1" name=""/>
        <p:cNvGrpSpPr/>
        <p:nvPr/>
      </p:nvGrpSpPr>
      <p:grpSpPr>
        <a:xfrm>
          <a:off x="0" y="0"/>
          <a:ext cx="0" cy="0"/>
          <a:chOff x="0" y="0"/>
          <a:chExt cx="0" cy="0"/>
        </a:xfrm>
      </p:grpSpPr>
      <p:sp>
        <p:nvSpPr>
          <p:cNvPr id="10" name="Right Arrow 9"/>
          <p:cNvSpPr/>
          <p:nvPr userDrawn="1"/>
        </p:nvSpPr>
        <p:spPr bwMode="auto">
          <a:xfrm rot="5400000">
            <a:off x="4244941" y="3276599"/>
            <a:ext cx="654118"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1" name="Content Placeholder 10"/>
          <p:cNvSpPr>
            <a:spLocks noGrp="1"/>
          </p:cNvSpPr>
          <p:nvPr>
            <p:ph sz="quarter" idx="16"/>
          </p:nvPr>
        </p:nvSpPr>
        <p:spPr>
          <a:xfrm>
            <a:off x="457200" y="4479952"/>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800600" y="4479952"/>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457200" y="1807534"/>
            <a:ext cx="82296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457200" y="1417320"/>
            <a:ext cx="8229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457200" y="4114800"/>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4800600" y="4114800"/>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7C6F7C23-5FF9-2A4B-BF08-C1294322DB52}"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1262762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Top Arrow to One Bottom">
    <p:spTree>
      <p:nvGrpSpPr>
        <p:cNvPr id="1" name=""/>
        <p:cNvGrpSpPr/>
        <p:nvPr/>
      </p:nvGrpSpPr>
      <p:grpSpPr>
        <a:xfrm>
          <a:off x="0" y="0"/>
          <a:ext cx="0" cy="0"/>
          <a:chOff x="0" y="0"/>
          <a:chExt cx="0" cy="0"/>
        </a:xfrm>
      </p:grpSpPr>
      <p:sp>
        <p:nvSpPr>
          <p:cNvPr id="10" name="Right Arrow 9"/>
          <p:cNvSpPr/>
          <p:nvPr userDrawn="1"/>
        </p:nvSpPr>
        <p:spPr bwMode="auto">
          <a:xfrm rot="5400000">
            <a:off x="4244941" y="3276599"/>
            <a:ext cx="654118"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1" name="Content Placeholder 10"/>
          <p:cNvSpPr>
            <a:spLocks noGrp="1"/>
          </p:cNvSpPr>
          <p:nvPr>
            <p:ph sz="quarter" idx="16"/>
          </p:nvPr>
        </p:nvSpPr>
        <p:spPr>
          <a:xfrm>
            <a:off x="457200" y="1783080"/>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800600" y="1783080"/>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457200" y="4505014"/>
            <a:ext cx="82296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457200" y="4114800"/>
            <a:ext cx="8229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457200" y="1417928"/>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4800600" y="1417928"/>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06494A95-A7E5-E34F-8DB1-F10A4839B0B9}"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1403705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locks - Six Palettes">
    <p:spTree>
      <p:nvGrpSpPr>
        <p:cNvPr id="1" name=""/>
        <p:cNvGrpSpPr/>
        <p:nvPr/>
      </p:nvGrpSpPr>
      <p:grpSpPr>
        <a:xfrm>
          <a:off x="0" y="0"/>
          <a:ext cx="0" cy="0"/>
          <a:chOff x="0" y="0"/>
          <a:chExt cx="0" cy="0"/>
        </a:xfrm>
      </p:grpSpPr>
      <p:sp>
        <p:nvSpPr>
          <p:cNvPr id="28" name="Text Placeholder 5"/>
          <p:cNvSpPr>
            <a:spLocks noGrp="1"/>
          </p:cNvSpPr>
          <p:nvPr>
            <p:ph type="body" sz="quarter" idx="30"/>
          </p:nvPr>
        </p:nvSpPr>
        <p:spPr>
          <a:xfrm>
            <a:off x="4643438" y="4627745"/>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7"/>
          </p:nvPr>
        </p:nvSpPr>
        <p:spPr>
          <a:xfrm>
            <a:off x="376238" y="4627745"/>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26"/>
          </p:nvPr>
        </p:nvSpPr>
        <p:spPr>
          <a:xfrm>
            <a:off x="376238" y="3015622"/>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29"/>
          </p:nvPr>
        </p:nvSpPr>
        <p:spPr>
          <a:xfrm>
            <a:off x="4643438" y="3015622"/>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28"/>
          </p:nvPr>
        </p:nvSpPr>
        <p:spPr>
          <a:xfrm>
            <a:off x="4643438" y="1403499"/>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3" name="Text Placeholder 5"/>
          <p:cNvSpPr>
            <a:spLocks noGrp="1"/>
          </p:cNvSpPr>
          <p:nvPr>
            <p:ph type="body" sz="quarter" idx="25"/>
          </p:nvPr>
        </p:nvSpPr>
        <p:spPr>
          <a:xfrm>
            <a:off x="376238" y="1403499"/>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1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376238" y="167640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5"/>
          <p:cNvSpPr>
            <a:spLocks noGrp="1"/>
          </p:cNvSpPr>
          <p:nvPr>
            <p:ph type="body" sz="quarter" idx="32"/>
          </p:nvPr>
        </p:nvSpPr>
        <p:spPr>
          <a:xfrm>
            <a:off x="376238" y="3302419"/>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5"/>
          <p:cNvSpPr>
            <a:spLocks noGrp="1"/>
          </p:cNvSpPr>
          <p:nvPr>
            <p:ph type="body" sz="quarter" idx="33"/>
          </p:nvPr>
        </p:nvSpPr>
        <p:spPr>
          <a:xfrm>
            <a:off x="376238" y="491499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5"/>
          <p:cNvSpPr>
            <a:spLocks noGrp="1"/>
          </p:cNvSpPr>
          <p:nvPr>
            <p:ph type="body" sz="quarter" idx="34"/>
          </p:nvPr>
        </p:nvSpPr>
        <p:spPr>
          <a:xfrm>
            <a:off x="4643438" y="167640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5"/>
          <p:cNvSpPr>
            <a:spLocks noGrp="1"/>
          </p:cNvSpPr>
          <p:nvPr>
            <p:ph type="body" sz="quarter" idx="35"/>
          </p:nvPr>
        </p:nvSpPr>
        <p:spPr>
          <a:xfrm>
            <a:off x="4643438" y="3302418"/>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5"/>
          <p:cNvSpPr>
            <a:spLocks noGrp="1"/>
          </p:cNvSpPr>
          <p:nvPr>
            <p:ph type="body" sz="quarter" idx="36"/>
          </p:nvPr>
        </p:nvSpPr>
        <p:spPr>
          <a:xfrm>
            <a:off x="4643438" y="491499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lide Number Placeholder 9"/>
          <p:cNvSpPr>
            <a:spLocks noGrp="1"/>
          </p:cNvSpPr>
          <p:nvPr>
            <p:ph type="sldNum" sz="quarter" idx="37"/>
          </p:nvPr>
        </p:nvSpPr>
        <p:spPr/>
        <p:txBody>
          <a:bodyPr/>
          <a:lstStyle>
            <a:lvl1pPr>
              <a:defRPr/>
            </a:lvl1pPr>
          </a:lstStyle>
          <a:p>
            <a:fld id="{A23329EE-AB34-E748-89A3-8E74FFF398F3}" type="slidenum">
              <a:rPr lang="en-US" altLang="en-US"/>
              <a:pPr/>
              <a:t>‹#›</a:t>
            </a:fld>
            <a:endParaRPr lang="en-US" altLang="en-US"/>
          </a:p>
        </p:txBody>
      </p:sp>
      <p:sp>
        <p:nvSpPr>
          <p:cNvPr id="16" name="Footer Placeholder 12"/>
          <p:cNvSpPr>
            <a:spLocks noGrp="1"/>
          </p:cNvSpPr>
          <p:nvPr>
            <p:ph type="ftr" sz="quarter" idx="38"/>
          </p:nvPr>
        </p:nvSpPr>
        <p:spPr/>
        <p:txBody>
          <a:bodyPr/>
          <a:lstStyle>
            <a:lvl1pPr>
              <a:defRPr/>
            </a:lvl1pPr>
          </a:lstStyle>
          <a:p>
            <a:pPr>
              <a:defRPr/>
            </a:pPr>
            <a:r>
              <a:rPr lang="en-US"/>
              <a:t>Internal Rate of Return</a:t>
            </a:r>
            <a:endParaRPr lang="en-US" dirty="0"/>
          </a:p>
        </p:txBody>
      </p:sp>
    </p:spTree>
    <p:extLst>
      <p:ext uri="{BB962C8B-B14F-4D97-AF65-F5344CB8AC3E}">
        <p14:creationId xmlns:p14="http://schemas.microsoft.com/office/powerpoint/2010/main" val="4190920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Blocks - Five Palettes">
    <p:spTree>
      <p:nvGrpSpPr>
        <p:cNvPr id="1" name=""/>
        <p:cNvGrpSpPr/>
        <p:nvPr/>
      </p:nvGrpSpPr>
      <p:grpSpPr>
        <a:xfrm>
          <a:off x="0" y="0"/>
          <a:ext cx="0" cy="0"/>
          <a:chOff x="0" y="0"/>
          <a:chExt cx="0" cy="0"/>
        </a:xfrm>
      </p:grpSpPr>
      <p:sp>
        <p:nvSpPr>
          <p:cNvPr id="14" name="Text Placeholder 5"/>
          <p:cNvSpPr>
            <a:spLocks noGrp="1"/>
          </p:cNvSpPr>
          <p:nvPr>
            <p:ph type="body" sz="quarter" idx="25"/>
          </p:nvPr>
        </p:nvSpPr>
        <p:spPr>
          <a:xfrm>
            <a:off x="451174"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4" name="Text Placeholder 5"/>
          <p:cNvSpPr>
            <a:spLocks noGrp="1"/>
          </p:cNvSpPr>
          <p:nvPr>
            <p:ph type="body" sz="quarter" idx="35"/>
          </p:nvPr>
        </p:nvSpPr>
        <p:spPr>
          <a:xfrm>
            <a:off x="2133600"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5" name="Text Placeholder 5"/>
          <p:cNvSpPr>
            <a:spLocks noGrp="1"/>
          </p:cNvSpPr>
          <p:nvPr>
            <p:ph type="body" sz="quarter" idx="36"/>
          </p:nvPr>
        </p:nvSpPr>
        <p:spPr>
          <a:xfrm>
            <a:off x="3847770"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6" name="Text Placeholder 5"/>
          <p:cNvSpPr>
            <a:spLocks noGrp="1"/>
          </p:cNvSpPr>
          <p:nvPr>
            <p:ph type="body" sz="quarter" idx="37"/>
          </p:nvPr>
        </p:nvSpPr>
        <p:spPr>
          <a:xfrm>
            <a:off x="5556729"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7" name="Text Placeholder 5"/>
          <p:cNvSpPr>
            <a:spLocks noGrp="1"/>
          </p:cNvSpPr>
          <p:nvPr>
            <p:ph type="body" sz="quarter" idx="38"/>
          </p:nvPr>
        </p:nvSpPr>
        <p:spPr>
          <a:xfrm>
            <a:off x="7310438"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Text Placeholder 5"/>
          <p:cNvSpPr>
            <a:spLocks noGrp="1"/>
          </p:cNvSpPr>
          <p:nvPr>
            <p:ph type="body" sz="quarter" idx="39"/>
          </p:nvPr>
        </p:nvSpPr>
        <p:spPr>
          <a:xfrm>
            <a:off x="451174"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7" name="Text Placeholder 5"/>
          <p:cNvSpPr>
            <a:spLocks noGrp="1"/>
          </p:cNvSpPr>
          <p:nvPr>
            <p:ph type="body" sz="quarter" idx="40"/>
          </p:nvPr>
        </p:nvSpPr>
        <p:spPr>
          <a:xfrm>
            <a:off x="2133600"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8" name="Text Placeholder 5"/>
          <p:cNvSpPr>
            <a:spLocks noGrp="1"/>
          </p:cNvSpPr>
          <p:nvPr>
            <p:ph type="body" sz="quarter" idx="41"/>
          </p:nvPr>
        </p:nvSpPr>
        <p:spPr>
          <a:xfrm>
            <a:off x="3847770"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8" name="Text Placeholder 5"/>
          <p:cNvSpPr>
            <a:spLocks noGrp="1"/>
          </p:cNvSpPr>
          <p:nvPr>
            <p:ph type="body" sz="quarter" idx="42"/>
          </p:nvPr>
        </p:nvSpPr>
        <p:spPr>
          <a:xfrm>
            <a:off x="5556729"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9" name="Text Placeholder 5"/>
          <p:cNvSpPr>
            <a:spLocks noGrp="1"/>
          </p:cNvSpPr>
          <p:nvPr>
            <p:ph type="body" sz="quarter" idx="43"/>
          </p:nvPr>
        </p:nvSpPr>
        <p:spPr>
          <a:xfrm>
            <a:off x="7310438"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3" name="Slide Number Placeholder 9"/>
          <p:cNvSpPr>
            <a:spLocks noGrp="1"/>
          </p:cNvSpPr>
          <p:nvPr>
            <p:ph type="sldNum" sz="quarter" idx="44"/>
          </p:nvPr>
        </p:nvSpPr>
        <p:spPr/>
        <p:txBody>
          <a:bodyPr/>
          <a:lstStyle>
            <a:lvl1pPr>
              <a:defRPr/>
            </a:lvl1pPr>
          </a:lstStyle>
          <a:p>
            <a:fld id="{1EB3DA79-8920-3645-A529-9AD16B41E65B}" type="slidenum">
              <a:rPr lang="en-US" altLang="en-US"/>
              <a:pPr/>
              <a:t>‹#›</a:t>
            </a:fld>
            <a:endParaRPr lang="en-US" altLang="en-US"/>
          </a:p>
        </p:txBody>
      </p:sp>
      <p:sp>
        <p:nvSpPr>
          <p:cNvPr id="19" name="Footer Placeholder 12"/>
          <p:cNvSpPr>
            <a:spLocks noGrp="1"/>
          </p:cNvSpPr>
          <p:nvPr>
            <p:ph type="ftr" sz="quarter" idx="45"/>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14636446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457200" y="1417320"/>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3" name="Text Placeholder 7"/>
          <p:cNvSpPr>
            <a:spLocks noGrp="1"/>
          </p:cNvSpPr>
          <p:nvPr>
            <p:ph type="body" sz="quarter" idx="21"/>
          </p:nvPr>
        </p:nvSpPr>
        <p:spPr>
          <a:xfrm>
            <a:off x="457200" y="3065544"/>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7" name="Text Placeholder 7"/>
          <p:cNvSpPr>
            <a:spLocks noGrp="1"/>
          </p:cNvSpPr>
          <p:nvPr>
            <p:ph type="body" sz="quarter" idx="23"/>
          </p:nvPr>
        </p:nvSpPr>
        <p:spPr>
          <a:xfrm>
            <a:off x="457200" y="4713767"/>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133600" y="1417320"/>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5"/>
          <p:cNvSpPr>
            <a:spLocks noGrp="1"/>
          </p:cNvSpPr>
          <p:nvPr>
            <p:ph type="body" sz="quarter" idx="32"/>
          </p:nvPr>
        </p:nvSpPr>
        <p:spPr>
          <a:xfrm>
            <a:off x="2133600" y="3065543"/>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p:cNvSpPr>
            <a:spLocks noGrp="1"/>
          </p:cNvSpPr>
          <p:nvPr>
            <p:ph type="body" sz="quarter" idx="33"/>
          </p:nvPr>
        </p:nvSpPr>
        <p:spPr>
          <a:xfrm>
            <a:off x="2133600" y="4713767"/>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p:cNvSpPr>
            <a:spLocks noGrp="1"/>
          </p:cNvSpPr>
          <p:nvPr>
            <p:ph type="sldNum" sz="quarter" idx="34"/>
          </p:nvPr>
        </p:nvSpPr>
        <p:spPr/>
        <p:txBody>
          <a:bodyPr/>
          <a:lstStyle>
            <a:lvl1pPr>
              <a:defRPr/>
            </a:lvl1pPr>
          </a:lstStyle>
          <a:p>
            <a:fld id="{055F7767-1EA1-1B4C-AF44-6A3FCE365276}" type="slidenum">
              <a:rPr lang="en-US" altLang="en-US"/>
              <a:pPr/>
              <a:t>‹#›</a:t>
            </a:fld>
            <a:endParaRPr lang="en-US" altLang="en-US"/>
          </a:p>
        </p:txBody>
      </p:sp>
      <p:sp>
        <p:nvSpPr>
          <p:cNvPr id="11" name="Footer Placeholder 12"/>
          <p:cNvSpPr>
            <a:spLocks noGrp="1"/>
          </p:cNvSpPr>
          <p:nvPr>
            <p:ph type="ftr" sz="quarter" idx="35"/>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20783651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evrons">
    <p:spTree>
      <p:nvGrpSpPr>
        <p:cNvPr id="1" name=""/>
        <p:cNvGrpSpPr/>
        <p:nvPr/>
      </p:nvGrpSpPr>
      <p:grpSpPr>
        <a:xfrm>
          <a:off x="0" y="0"/>
          <a:ext cx="0" cy="0"/>
          <a:chOff x="0" y="0"/>
          <a:chExt cx="0" cy="0"/>
        </a:xfrm>
      </p:grpSpPr>
      <p:sp>
        <p:nvSpPr>
          <p:cNvPr id="35" name="Text Placeholder 2"/>
          <p:cNvSpPr>
            <a:spLocks noGrp="1"/>
          </p:cNvSpPr>
          <p:nvPr>
            <p:ph type="body" sz="quarter" idx="12"/>
          </p:nvPr>
        </p:nvSpPr>
        <p:spPr>
          <a:xfrm>
            <a:off x="422276" y="1397000"/>
            <a:ext cx="1738313" cy="1155700"/>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36" name="Text Placeholder 3"/>
          <p:cNvSpPr>
            <a:spLocks noGrp="1"/>
          </p:cNvSpPr>
          <p:nvPr>
            <p:ph type="body" sz="quarter" idx="13"/>
          </p:nvPr>
        </p:nvSpPr>
        <p:spPr>
          <a:xfrm>
            <a:off x="2060576" y="1397000"/>
            <a:ext cx="173672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7" name="Text Placeholder 4"/>
          <p:cNvSpPr>
            <a:spLocks noGrp="1"/>
          </p:cNvSpPr>
          <p:nvPr>
            <p:ph type="body" sz="quarter" idx="15"/>
          </p:nvPr>
        </p:nvSpPr>
        <p:spPr>
          <a:xfrm>
            <a:off x="5335590" y="1397000"/>
            <a:ext cx="1738312"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8" name="Text Placeholder 5"/>
          <p:cNvSpPr>
            <a:spLocks noGrp="1"/>
          </p:cNvSpPr>
          <p:nvPr>
            <p:ph type="body" sz="quarter" idx="16"/>
          </p:nvPr>
        </p:nvSpPr>
        <p:spPr>
          <a:xfrm>
            <a:off x="3698876" y="1397000"/>
            <a:ext cx="1736725" cy="1155700"/>
          </a:xfrm>
          <a:prstGeom prst="chevron">
            <a:avLst>
              <a:gd name="adj" fmla="val 1868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9" name="Text Placeholder 6"/>
          <p:cNvSpPr>
            <a:spLocks noGrp="1"/>
          </p:cNvSpPr>
          <p:nvPr>
            <p:ph type="body" sz="quarter" idx="17"/>
          </p:nvPr>
        </p:nvSpPr>
        <p:spPr>
          <a:xfrm>
            <a:off x="6973891" y="1397000"/>
            <a:ext cx="173672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0" name="Text Placeholder 7"/>
          <p:cNvSpPr>
            <a:spLocks noGrp="1"/>
          </p:cNvSpPr>
          <p:nvPr>
            <p:ph type="body" sz="quarter" idx="18"/>
          </p:nvPr>
        </p:nvSpPr>
        <p:spPr>
          <a:xfrm>
            <a:off x="422275" y="2954338"/>
            <a:ext cx="2147888" cy="1155700"/>
          </a:xfrm>
          <a:prstGeom prst="homePlate">
            <a:avLst>
              <a:gd name="adj" fmla="val 1955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41" name="Text Placeholder 8"/>
          <p:cNvSpPr>
            <a:spLocks noGrp="1"/>
          </p:cNvSpPr>
          <p:nvPr>
            <p:ph type="body" sz="quarter" idx="19"/>
          </p:nvPr>
        </p:nvSpPr>
        <p:spPr>
          <a:xfrm>
            <a:off x="2468564"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2" name="Text Placeholder 9"/>
          <p:cNvSpPr>
            <a:spLocks noGrp="1"/>
          </p:cNvSpPr>
          <p:nvPr>
            <p:ph type="body" sz="quarter" idx="20"/>
          </p:nvPr>
        </p:nvSpPr>
        <p:spPr>
          <a:xfrm>
            <a:off x="6561140"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3" name="Text Placeholder 10"/>
          <p:cNvSpPr>
            <a:spLocks noGrp="1"/>
          </p:cNvSpPr>
          <p:nvPr>
            <p:ph type="body" sz="quarter" idx="21"/>
          </p:nvPr>
        </p:nvSpPr>
        <p:spPr>
          <a:xfrm>
            <a:off x="4514852"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4" name="Text Placeholder 11"/>
          <p:cNvSpPr>
            <a:spLocks noGrp="1"/>
          </p:cNvSpPr>
          <p:nvPr>
            <p:ph type="body" sz="quarter" idx="22"/>
          </p:nvPr>
        </p:nvSpPr>
        <p:spPr>
          <a:xfrm>
            <a:off x="431801" y="4497388"/>
            <a:ext cx="2816225" cy="1154112"/>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45" name="Text Placeholder 12"/>
          <p:cNvSpPr>
            <a:spLocks noGrp="1"/>
          </p:cNvSpPr>
          <p:nvPr>
            <p:ph type="body" sz="quarter" idx="23"/>
          </p:nvPr>
        </p:nvSpPr>
        <p:spPr>
          <a:xfrm>
            <a:off x="3170239" y="4497388"/>
            <a:ext cx="2816225" cy="1154112"/>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6" name="Text Placeholder 13"/>
          <p:cNvSpPr>
            <a:spLocks noGrp="1"/>
          </p:cNvSpPr>
          <p:nvPr>
            <p:ph type="body" sz="quarter" idx="25"/>
          </p:nvPr>
        </p:nvSpPr>
        <p:spPr>
          <a:xfrm>
            <a:off x="5908676" y="4497388"/>
            <a:ext cx="2816225" cy="1154112"/>
          </a:xfrm>
          <a:prstGeom prst="chevron">
            <a:avLst>
              <a:gd name="adj" fmla="val 1871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6"/>
          </p:nvPr>
        </p:nvSpPr>
        <p:spPr/>
        <p:txBody>
          <a:bodyPr/>
          <a:lstStyle>
            <a:lvl1pPr>
              <a:defRPr/>
            </a:lvl1pPr>
          </a:lstStyle>
          <a:p>
            <a:fld id="{48E524AC-D0C7-2340-84EA-A4DF70E82140}" type="slidenum">
              <a:rPr lang="en-US" altLang="en-US"/>
              <a:pPr/>
              <a:t>‹#›</a:t>
            </a:fld>
            <a:endParaRPr lang="en-US" altLang="en-US"/>
          </a:p>
        </p:txBody>
      </p:sp>
      <p:sp>
        <p:nvSpPr>
          <p:cNvPr id="17" name="Footer Placeholder 12"/>
          <p:cNvSpPr>
            <a:spLocks noGrp="1"/>
          </p:cNvSpPr>
          <p:nvPr>
            <p:ph type="ftr" sz="quarter" idx="27"/>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12906373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Blocks - Major Points - Chevrons">
    <p:spTree>
      <p:nvGrpSpPr>
        <p:cNvPr id="1" name=""/>
        <p:cNvGrpSpPr/>
        <p:nvPr/>
      </p:nvGrpSpPr>
      <p:grpSpPr>
        <a:xfrm>
          <a:off x="0" y="0"/>
          <a:ext cx="0" cy="0"/>
          <a:chOff x="0" y="0"/>
          <a:chExt cx="0" cy="0"/>
        </a:xfrm>
      </p:grpSpPr>
      <p:sp>
        <p:nvSpPr>
          <p:cNvPr id="15" name="Text Placeholder 5"/>
          <p:cNvSpPr>
            <a:spLocks noGrp="1"/>
          </p:cNvSpPr>
          <p:nvPr>
            <p:ph type="body" sz="quarter" idx="31"/>
          </p:nvPr>
        </p:nvSpPr>
        <p:spPr>
          <a:xfrm>
            <a:off x="2133600" y="1344304"/>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6" name="Text Placeholder 5"/>
          <p:cNvSpPr>
            <a:spLocks noGrp="1"/>
          </p:cNvSpPr>
          <p:nvPr>
            <p:ph type="body" sz="quarter" idx="32"/>
          </p:nvPr>
        </p:nvSpPr>
        <p:spPr>
          <a:xfrm>
            <a:off x="2133600" y="2360778"/>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7" name="Text Placeholder 5"/>
          <p:cNvSpPr>
            <a:spLocks noGrp="1"/>
          </p:cNvSpPr>
          <p:nvPr>
            <p:ph type="body" sz="quarter" idx="33"/>
          </p:nvPr>
        </p:nvSpPr>
        <p:spPr>
          <a:xfrm>
            <a:off x="2133600" y="3377252"/>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9" name="Text Placeholder 5"/>
          <p:cNvSpPr>
            <a:spLocks noGrp="1"/>
          </p:cNvSpPr>
          <p:nvPr>
            <p:ph type="body" sz="quarter" idx="34"/>
          </p:nvPr>
        </p:nvSpPr>
        <p:spPr>
          <a:xfrm>
            <a:off x="2133600" y="4393726"/>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0" name="Text Placeholder 5"/>
          <p:cNvSpPr>
            <a:spLocks noGrp="1"/>
          </p:cNvSpPr>
          <p:nvPr>
            <p:ph type="body" sz="quarter" idx="35"/>
          </p:nvPr>
        </p:nvSpPr>
        <p:spPr>
          <a:xfrm>
            <a:off x="2133600" y="5410200"/>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Text Placeholder 19"/>
          <p:cNvSpPr>
            <a:spLocks noGrp="1"/>
          </p:cNvSpPr>
          <p:nvPr>
            <p:ph type="body" sz="quarter" idx="10"/>
          </p:nvPr>
        </p:nvSpPr>
        <p:spPr>
          <a:xfrm>
            <a:off x="457200" y="1344304"/>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6" name="Text Placeholder 19"/>
          <p:cNvSpPr>
            <a:spLocks noGrp="1"/>
          </p:cNvSpPr>
          <p:nvPr>
            <p:ph type="body" sz="quarter" idx="22"/>
          </p:nvPr>
        </p:nvSpPr>
        <p:spPr>
          <a:xfrm>
            <a:off x="457200" y="2357366"/>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8" name="Text Placeholder 19"/>
          <p:cNvSpPr>
            <a:spLocks noGrp="1"/>
          </p:cNvSpPr>
          <p:nvPr>
            <p:ph type="body" sz="quarter" idx="24"/>
          </p:nvPr>
        </p:nvSpPr>
        <p:spPr>
          <a:xfrm>
            <a:off x="457200" y="3370428"/>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0" name="Text Placeholder 19"/>
          <p:cNvSpPr>
            <a:spLocks noGrp="1"/>
          </p:cNvSpPr>
          <p:nvPr>
            <p:ph type="body" sz="quarter" idx="26"/>
          </p:nvPr>
        </p:nvSpPr>
        <p:spPr>
          <a:xfrm>
            <a:off x="457200" y="4383490"/>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2" name="Text Placeholder 19"/>
          <p:cNvSpPr>
            <a:spLocks noGrp="1"/>
          </p:cNvSpPr>
          <p:nvPr>
            <p:ph type="body" sz="quarter" idx="28"/>
          </p:nvPr>
        </p:nvSpPr>
        <p:spPr>
          <a:xfrm>
            <a:off x="457200" y="5396552"/>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Slide Number Placeholder 9"/>
          <p:cNvSpPr>
            <a:spLocks noGrp="1"/>
          </p:cNvSpPr>
          <p:nvPr>
            <p:ph type="sldNum" sz="quarter" idx="36"/>
          </p:nvPr>
        </p:nvSpPr>
        <p:spPr/>
        <p:txBody>
          <a:bodyPr/>
          <a:lstStyle>
            <a:lvl1pPr>
              <a:defRPr/>
            </a:lvl1pPr>
          </a:lstStyle>
          <a:p>
            <a:fld id="{19846C2F-D19C-FA45-A159-B087F18BCDE0}"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2249452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5" name="Line 105"/>
          <p:cNvSpPr>
            <a:spLocks noChangeShapeType="1"/>
          </p:cNvSpPr>
          <p:nvPr/>
        </p:nvSpPr>
        <p:spPr bwMode="gray">
          <a:xfrm>
            <a:off x="4419600"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16" name="Line 115"/>
          <p:cNvSpPr>
            <a:spLocks noChangeShapeType="1"/>
          </p:cNvSpPr>
          <p:nvPr userDrawn="1"/>
        </p:nvSpPr>
        <p:spPr bwMode="gray">
          <a:xfrm>
            <a:off x="2286000"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17" name="Line 118"/>
          <p:cNvSpPr>
            <a:spLocks noChangeShapeType="1"/>
          </p:cNvSpPr>
          <p:nvPr/>
        </p:nvSpPr>
        <p:spPr bwMode="gray">
          <a:xfrm>
            <a:off x="6753225"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grpSp>
        <p:nvGrpSpPr>
          <p:cNvPr id="18" name="Group 123"/>
          <p:cNvGrpSpPr>
            <a:grpSpLocks/>
          </p:cNvGrpSpPr>
          <p:nvPr userDrawn="1"/>
        </p:nvGrpSpPr>
        <p:grpSpPr bwMode="auto">
          <a:xfrm>
            <a:off x="458789" y="3478213"/>
            <a:ext cx="7769225" cy="182562"/>
            <a:chOff x="289" y="2191"/>
            <a:chExt cx="4894" cy="115"/>
          </a:xfrm>
        </p:grpSpPr>
        <p:grpSp>
          <p:nvGrpSpPr>
            <p:cNvPr id="19" name="Group 44"/>
            <p:cNvGrpSpPr>
              <a:grpSpLocks/>
            </p:cNvGrpSpPr>
            <p:nvPr/>
          </p:nvGrpSpPr>
          <p:grpSpPr bwMode="auto">
            <a:xfrm>
              <a:off x="289" y="2191"/>
              <a:ext cx="1470" cy="115"/>
              <a:chOff x="696" y="2508"/>
              <a:chExt cx="1470" cy="168"/>
            </a:xfrm>
          </p:grpSpPr>
          <p:sp>
            <p:nvSpPr>
              <p:cNvPr id="53"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4"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5"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6"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7"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8"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9"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0"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1"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2"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3"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4"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5"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20" name="Group 58"/>
            <p:cNvGrpSpPr>
              <a:grpSpLocks/>
            </p:cNvGrpSpPr>
            <p:nvPr/>
          </p:nvGrpSpPr>
          <p:grpSpPr bwMode="auto">
            <a:xfrm>
              <a:off x="1758" y="2191"/>
              <a:ext cx="1470" cy="115"/>
              <a:chOff x="696" y="2508"/>
              <a:chExt cx="1470" cy="168"/>
            </a:xfrm>
          </p:grpSpPr>
          <p:sp>
            <p:nvSpPr>
              <p:cNvPr id="40"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2"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3"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4"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5"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6"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7"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8"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9"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0"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1"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2"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21" name="Group 72"/>
            <p:cNvGrpSpPr>
              <a:grpSpLocks/>
            </p:cNvGrpSpPr>
            <p:nvPr/>
          </p:nvGrpSpPr>
          <p:grpSpPr bwMode="auto">
            <a:xfrm>
              <a:off x="3227" y="2191"/>
              <a:ext cx="1470" cy="115"/>
              <a:chOff x="696" y="2508"/>
              <a:chExt cx="1470" cy="168"/>
            </a:xfrm>
          </p:grpSpPr>
          <p:sp>
            <p:nvSpPr>
              <p:cNvPr id="27"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8"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9"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0"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1"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2"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3"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6"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7"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9"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22"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3"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4"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5"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6"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66" name="Line 125"/>
          <p:cNvSpPr>
            <a:spLocks noChangeShapeType="1"/>
          </p:cNvSpPr>
          <p:nvPr userDrawn="1"/>
        </p:nvSpPr>
        <p:spPr bwMode="gray">
          <a:xfrm>
            <a:off x="3429000" y="3651252"/>
            <a:ext cx="0" cy="175736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67" name="Line 4"/>
          <p:cNvSpPr>
            <a:spLocks noChangeShapeType="1"/>
          </p:cNvSpPr>
          <p:nvPr userDrawn="1"/>
        </p:nvSpPr>
        <p:spPr bwMode="gray">
          <a:xfrm>
            <a:off x="16764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68" name="Line 108"/>
          <p:cNvSpPr>
            <a:spLocks noChangeShapeType="1"/>
          </p:cNvSpPr>
          <p:nvPr userDrawn="1"/>
        </p:nvSpPr>
        <p:spPr bwMode="gray">
          <a:xfrm>
            <a:off x="55626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69" name="Line 111"/>
          <p:cNvSpPr>
            <a:spLocks noChangeShapeType="1"/>
          </p:cNvSpPr>
          <p:nvPr userDrawn="1"/>
        </p:nvSpPr>
        <p:spPr bwMode="gray">
          <a:xfrm>
            <a:off x="76962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70" name="Line 139"/>
          <p:cNvSpPr>
            <a:spLocks noChangeShapeType="1"/>
          </p:cNvSpPr>
          <p:nvPr userDrawn="1"/>
        </p:nvSpPr>
        <p:spPr bwMode="gray">
          <a:xfrm>
            <a:off x="3281363" y="2074863"/>
            <a:ext cx="0" cy="14144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71" name="AutoShape 3"/>
          <p:cNvSpPr>
            <a:spLocks noChangeArrowheads="1"/>
          </p:cNvSpPr>
          <p:nvPr userDrawn="1"/>
        </p:nvSpPr>
        <p:spPr bwMode="gray">
          <a:xfrm>
            <a:off x="452438" y="3413125"/>
            <a:ext cx="8239125" cy="311150"/>
          </a:xfrm>
          <a:prstGeom prst="rightArrow">
            <a:avLst>
              <a:gd name="adj1" fmla="val 52037"/>
              <a:gd name="adj2" fmla="val 96479"/>
            </a:avLst>
          </a:prstGeom>
          <a:solidFill>
            <a:srgbClr val="808080"/>
          </a:solidFill>
          <a:ln>
            <a:noFill/>
          </a:ln>
          <a:extLs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tIns="68580" bIns="68580" anchor="ctr"/>
          <a:lstStyle>
            <a:lvl1pPr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1pPr>
            <a:lvl2pPr marL="742950" indent="-28575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2pPr>
            <a:lvl3pPr marL="11430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3pPr>
            <a:lvl4pPr marL="16002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4pPr>
            <a:lvl5pPr marL="20574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9pPr>
          </a:lstStyle>
          <a:p>
            <a:pPr eaLnBrk="1" hangingPunct="1"/>
            <a:endParaRPr lang="nl-NL" altLang="en-US" sz="750" b="1">
              <a:solidFill>
                <a:srgbClr val="4D4D4D"/>
              </a:solidFill>
              <a:latin typeface="Arial" charset="0"/>
            </a:endParaRPr>
          </a:p>
        </p:txBody>
      </p:sp>
      <p:grpSp>
        <p:nvGrpSpPr>
          <p:cNvPr id="72" name="Group 123"/>
          <p:cNvGrpSpPr>
            <a:grpSpLocks/>
          </p:cNvGrpSpPr>
          <p:nvPr userDrawn="1"/>
        </p:nvGrpSpPr>
        <p:grpSpPr bwMode="auto">
          <a:xfrm>
            <a:off x="611189" y="3460752"/>
            <a:ext cx="7769225" cy="182563"/>
            <a:chOff x="289" y="2191"/>
            <a:chExt cx="4894" cy="115"/>
          </a:xfrm>
        </p:grpSpPr>
        <p:grpSp>
          <p:nvGrpSpPr>
            <p:cNvPr id="73" name="Group 44"/>
            <p:cNvGrpSpPr>
              <a:grpSpLocks/>
            </p:cNvGrpSpPr>
            <p:nvPr/>
          </p:nvGrpSpPr>
          <p:grpSpPr bwMode="auto">
            <a:xfrm>
              <a:off x="289" y="2191"/>
              <a:ext cx="1470" cy="115"/>
              <a:chOff x="696" y="2508"/>
              <a:chExt cx="1470" cy="168"/>
            </a:xfrm>
          </p:grpSpPr>
          <p:sp>
            <p:nvSpPr>
              <p:cNvPr id="107"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8"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9"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0"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1"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2"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3"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4"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5"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6"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7"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8"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9"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74" name="Group 58"/>
            <p:cNvGrpSpPr>
              <a:grpSpLocks/>
            </p:cNvGrpSpPr>
            <p:nvPr/>
          </p:nvGrpSpPr>
          <p:grpSpPr bwMode="auto">
            <a:xfrm>
              <a:off x="1758" y="2191"/>
              <a:ext cx="1470" cy="115"/>
              <a:chOff x="696" y="2508"/>
              <a:chExt cx="1470" cy="168"/>
            </a:xfrm>
          </p:grpSpPr>
          <p:sp>
            <p:nvSpPr>
              <p:cNvPr id="94"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5"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6"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7"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8"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9"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0"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1"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2"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3"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4"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5"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6"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75" name="Group 72"/>
            <p:cNvGrpSpPr>
              <a:grpSpLocks/>
            </p:cNvGrpSpPr>
            <p:nvPr/>
          </p:nvGrpSpPr>
          <p:grpSpPr bwMode="auto">
            <a:xfrm>
              <a:off x="3227" y="2191"/>
              <a:ext cx="1470" cy="115"/>
              <a:chOff x="696" y="2508"/>
              <a:chExt cx="1470" cy="168"/>
            </a:xfrm>
          </p:grpSpPr>
          <p:sp>
            <p:nvSpPr>
              <p:cNvPr id="81"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2"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3"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4"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5"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6"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7"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8"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9"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0"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1"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2"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3"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76"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77"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78"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79"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0"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248" name="Text Placeholder 246"/>
          <p:cNvSpPr>
            <a:spLocks noGrp="1"/>
          </p:cNvSpPr>
          <p:nvPr>
            <p:ph type="body" sz="quarter" idx="11"/>
          </p:nvPr>
        </p:nvSpPr>
        <p:spPr>
          <a:xfrm>
            <a:off x="2535866" y="12954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3" name="Text Placeholder 142"/>
          <p:cNvSpPr>
            <a:spLocks noGrp="1"/>
          </p:cNvSpPr>
          <p:nvPr>
            <p:ph type="body" sz="quarter" idx="19"/>
          </p:nvPr>
        </p:nvSpPr>
        <p:spPr>
          <a:xfrm>
            <a:off x="106680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4" name="Text Placeholder 142"/>
          <p:cNvSpPr>
            <a:spLocks noGrp="1"/>
          </p:cNvSpPr>
          <p:nvPr>
            <p:ph type="body" sz="quarter" idx="20"/>
          </p:nvPr>
        </p:nvSpPr>
        <p:spPr>
          <a:xfrm>
            <a:off x="358140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6" name="Text Placeholder 142"/>
          <p:cNvSpPr>
            <a:spLocks noGrp="1"/>
          </p:cNvSpPr>
          <p:nvPr>
            <p:ph type="body" sz="quarter" idx="21"/>
          </p:nvPr>
        </p:nvSpPr>
        <p:spPr>
          <a:xfrm>
            <a:off x="530352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7" name="Text Placeholder 142"/>
          <p:cNvSpPr>
            <a:spLocks noGrp="1"/>
          </p:cNvSpPr>
          <p:nvPr>
            <p:ph type="body" sz="quarter" idx="22"/>
          </p:nvPr>
        </p:nvSpPr>
        <p:spPr>
          <a:xfrm>
            <a:off x="722376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2" name="Text Placeholder 246"/>
          <p:cNvSpPr>
            <a:spLocks noGrp="1"/>
          </p:cNvSpPr>
          <p:nvPr>
            <p:ph type="body" sz="quarter" idx="23"/>
          </p:nvPr>
        </p:nvSpPr>
        <p:spPr>
          <a:xfrm>
            <a:off x="9144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8" name="Text Placeholder 246"/>
          <p:cNvSpPr>
            <a:spLocks noGrp="1"/>
          </p:cNvSpPr>
          <p:nvPr>
            <p:ph type="body" sz="quarter" idx="24"/>
          </p:nvPr>
        </p:nvSpPr>
        <p:spPr>
          <a:xfrm>
            <a:off x="69342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9" name="Text Placeholder 246"/>
          <p:cNvSpPr>
            <a:spLocks noGrp="1"/>
          </p:cNvSpPr>
          <p:nvPr>
            <p:ph type="body" sz="quarter" idx="25"/>
          </p:nvPr>
        </p:nvSpPr>
        <p:spPr>
          <a:xfrm>
            <a:off x="1524000"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0" name="Text Placeholder 246"/>
          <p:cNvSpPr>
            <a:spLocks noGrp="1"/>
          </p:cNvSpPr>
          <p:nvPr>
            <p:ph type="body" sz="quarter" idx="26"/>
          </p:nvPr>
        </p:nvSpPr>
        <p:spPr>
          <a:xfrm>
            <a:off x="48006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1" name="Text Placeholder 246"/>
          <p:cNvSpPr>
            <a:spLocks noGrp="1"/>
          </p:cNvSpPr>
          <p:nvPr>
            <p:ph type="body" sz="quarter" idx="27"/>
          </p:nvPr>
        </p:nvSpPr>
        <p:spPr>
          <a:xfrm>
            <a:off x="2667000" y="5181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2" name="Text Placeholder 246"/>
          <p:cNvSpPr>
            <a:spLocks noGrp="1"/>
          </p:cNvSpPr>
          <p:nvPr>
            <p:ph type="body" sz="quarter" idx="28"/>
          </p:nvPr>
        </p:nvSpPr>
        <p:spPr>
          <a:xfrm>
            <a:off x="5991225"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3" name="Text Placeholder 246"/>
          <p:cNvSpPr>
            <a:spLocks noGrp="1"/>
          </p:cNvSpPr>
          <p:nvPr>
            <p:ph type="body" sz="quarter" idx="29"/>
          </p:nvPr>
        </p:nvSpPr>
        <p:spPr>
          <a:xfrm>
            <a:off x="3657600"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20" name="Slide Number Placeholder 9"/>
          <p:cNvSpPr>
            <a:spLocks noGrp="1"/>
          </p:cNvSpPr>
          <p:nvPr>
            <p:ph type="sldNum" sz="quarter" idx="30"/>
          </p:nvPr>
        </p:nvSpPr>
        <p:spPr/>
        <p:txBody>
          <a:bodyPr/>
          <a:lstStyle>
            <a:lvl1pPr>
              <a:defRPr/>
            </a:lvl1pPr>
          </a:lstStyle>
          <a:p>
            <a:fld id="{132B4441-E44F-854A-A9C3-46F08E0FCFC7}" type="slidenum">
              <a:rPr lang="en-US" altLang="en-US"/>
              <a:pPr/>
              <a:t>‹#›</a:t>
            </a:fld>
            <a:endParaRPr lang="en-US" altLang="en-US"/>
          </a:p>
        </p:txBody>
      </p:sp>
      <p:sp>
        <p:nvSpPr>
          <p:cNvPr id="121" name="Footer Placeholder 133"/>
          <p:cNvSpPr>
            <a:spLocks noGrp="1"/>
          </p:cNvSpPr>
          <p:nvPr>
            <p:ph type="ftr" sz="quarter" idx="31"/>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3565397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 TOC">
    <p:spTree>
      <p:nvGrpSpPr>
        <p:cNvPr id="1" name=""/>
        <p:cNvGrpSpPr/>
        <p:nvPr/>
      </p:nvGrpSpPr>
      <p:grpSpPr>
        <a:xfrm>
          <a:off x="0" y="0"/>
          <a:ext cx="0" cy="0"/>
          <a:chOff x="0" y="0"/>
          <a:chExt cx="0" cy="0"/>
        </a:xfrm>
      </p:grpSpPr>
      <p:sp>
        <p:nvSpPr>
          <p:cNvPr id="28" name="Text Placeholder 27"/>
          <p:cNvSpPr>
            <a:spLocks noGrp="1"/>
          </p:cNvSpPr>
          <p:nvPr>
            <p:ph type="body" sz="quarter" idx="21"/>
          </p:nvPr>
        </p:nvSpPr>
        <p:spPr>
          <a:xfrm>
            <a:off x="914401" y="1295400"/>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0" name="Text Placeholder 27"/>
          <p:cNvSpPr>
            <a:spLocks noGrp="1"/>
          </p:cNvSpPr>
          <p:nvPr>
            <p:ph type="body" sz="quarter" idx="22"/>
          </p:nvPr>
        </p:nvSpPr>
        <p:spPr>
          <a:xfrm>
            <a:off x="914401" y="1800013"/>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1" name="Text Placeholder 27"/>
          <p:cNvSpPr>
            <a:spLocks noGrp="1"/>
          </p:cNvSpPr>
          <p:nvPr>
            <p:ph type="body" sz="quarter" idx="23"/>
          </p:nvPr>
        </p:nvSpPr>
        <p:spPr>
          <a:xfrm>
            <a:off x="914401" y="2304626"/>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2" name="Text Placeholder 27"/>
          <p:cNvSpPr>
            <a:spLocks noGrp="1"/>
          </p:cNvSpPr>
          <p:nvPr>
            <p:ph type="body" sz="quarter" idx="24"/>
          </p:nvPr>
        </p:nvSpPr>
        <p:spPr>
          <a:xfrm>
            <a:off x="914401" y="2809239"/>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3" name="Text Placeholder 27"/>
          <p:cNvSpPr>
            <a:spLocks noGrp="1"/>
          </p:cNvSpPr>
          <p:nvPr>
            <p:ph type="body" sz="quarter" idx="25"/>
          </p:nvPr>
        </p:nvSpPr>
        <p:spPr>
          <a:xfrm>
            <a:off x="914401" y="3313852"/>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4" name="Text Placeholder 27"/>
          <p:cNvSpPr>
            <a:spLocks noGrp="1"/>
          </p:cNvSpPr>
          <p:nvPr>
            <p:ph type="body" sz="quarter" idx="26"/>
          </p:nvPr>
        </p:nvSpPr>
        <p:spPr>
          <a:xfrm>
            <a:off x="914401" y="3818465"/>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5" name="Text Placeholder 27"/>
          <p:cNvSpPr>
            <a:spLocks noGrp="1"/>
          </p:cNvSpPr>
          <p:nvPr>
            <p:ph type="body" sz="quarter" idx="27"/>
          </p:nvPr>
        </p:nvSpPr>
        <p:spPr>
          <a:xfrm>
            <a:off x="914401" y="4323078"/>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6" name="Text Placeholder 27"/>
          <p:cNvSpPr>
            <a:spLocks noGrp="1"/>
          </p:cNvSpPr>
          <p:nvPr>
            <p:ph type="body" sz="quarter" idx="28"/>
          </p:nvPr>
        </p:nvSpPr>
        <p:spPr>
          <a:xfrm>
            <a:off x="914401" y="4827691"/>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23" name="Text Placeholder 22"/>
          <p:cNvSpPr>
            <a:spLocks noGrp="1"/>
          </p:cNvSpPr>
          <p:nvPr>
            <p:ph type="body" sz="quarter" idx="29"/>
          </p:nvPr>
        </p:nvSpPr>
        <p:spPr>
          <a:xfrm>
            <a:off x="457200" y="1295400"/>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4" name="Text Placeholder 22"/>
          <p:cNvSpPr>
            <a:spLocks noGrp="1"/>
          </p:cNvSpPr>
          <p:nvPr>
            <p:ph type="body" sz="quarter" idx="30"/>
          </p:nvPr>
        </p:nvSpPr>
        <p:spPr>
          <a:xfrm>
            <a:off x="457200" y="1800013"/>
            <a:ext cx="457200" cy="411480"/>
          </a:xfrm>
          <a:prstGeom prst="rect">
            <a:avLst/>
          </a:prstGeom>
          <a:solidFill>
            <a:srgbClr val="B01C2E"/>
          </a:solidFill>
          <a:ln>
            <a:solidFill>
              <a:srgbClr val="999999"/>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1050" b="1">
                <a:solidFill>
                  <a:srgbClr val="FFFFFF"/>
                </a:solidFill>
              </a:defRPr>
            </a:lvl1pPr>
          </a:lstStyle>
          <a:p>
            <a:pPr lvl="0"/>
            <a:r>
              <a:rPr lang="en-US"/>
              <a:t>Click to edit Master text styles</a:t>
            </a:r>
          </a:p>
        </p:txBody>
      </p:sp>
      <p:sp>
        <p:nvSpPr>
          <p:cNvPr id="27" name="Text Placeholder 22"/>
          <p:cNvSpPr>
            <a:spLocks noGrp="1"/>
          </p:cNvSpPr>
          <p:nvPr>
            <p:ph type="body" sz="quarter" idx="31"/>
          </p:nvPr>
        </p:nvSpPr>
        <p:spPr>
          <a:xfrm>
            <a:off x="457200" y="2304626"/>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9" name="Text Placeholder 22"/>
          <p:cNvSpPr>
            <a:spLocks noGrp="1"/>
          </p:cNvSpPr>
          <p:nvPr>
            <p:ph type="body" sz="quarter" idx="32"/>
          </p:nvPr>
        </p:nvSpPr>
        <p:spPr>
          <a:xfrm>
            <a:off x="457200" y="2809239"/>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7" name="Text Placeholder 22"/>
          <p:cNvSpPr>
            <a:spLocks noGrp="1"/>
          </p:cNvSpPr>
          <p:nvPr>
            <p:ph type="body" sz="quarter" idx="33"/>
          </p:nvPr>
        </p:nvSpPr>
        <p:spPr>
          <a:xfrm>
            <a:off x="457200" y="3313852"/>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8" name="Text Placeholder 22"/>
          <p:cNvSpPr>
            <a:spLocks noGrp="1"/>
          </p:cNvSpPr>
          <p:nvPr>
            <p:ph type="body" sz="quarter" idx="34"/>
          </p:nvPr>
        </p:nvSpPr>
        <p:spPr>
          <a:xfrm>
            <a:off x="457200" y="3818465"/>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9" name="Text Placeholder 22"/>
          <p:cNvSpPr>
            <a:spLocks noGrp="1"/>
          </p:cNvSpPr>
          <p:nvPr>
            <p:ph type="body" sz="quarter" idx="35"/>
          </p:nvPr>
        </p:nvSpPr>
        <p:spPr>
          <a:xfrm>
            <a:off x="457200" y="4323078"/>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0" name="Text Placeholder 22"/>
          <p:cNvSpPr>
            <a:spLocks noGrp="1"/>
          </p:cNvSpPr>
          <p:nvPr>
            <p:ph type="body" sz="quarter" idx="36"/>
          </p:nvPr>
        </p:nvSpPr>
        <p:spPr>
          <a:xfrm>
            <a:off x="457200" y="4827691"/>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2" name="Text Placeholder 22"/>
          <p:cNvSpPr>
            <a:spLocks noGrp="1"/>
          </p:cNvSpPr>
          <p:nvPr>
            <p:ph type="body" sz="quarter" idx="37"/>
          </p:nvPr>
        </p:nvSpPr>
        <p:spPr>
          <a:xfrm>
            <a:off x="8229600" y="1295400"/>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25" name="Text Placeholder 22"/>
          <p:cNvSpPr>
            <a:spLocks noGrp="1"/>
          </p:cNvSpPr>
          <p:nvPr>
            <p:ph type="body" sz="quarter" idx="38"/>
          </p:nvPr>
        </p:nvSpPr>
        <p:spPr>
          <a:xfrm>
            <a:off x="8229600" y="1800013"/>
            <a:ext cx="457200" cy="411480"/>
          </a:xfrm>
          <a:prstGeom prst="rect">
            <a:avLst/>
          </a:prstGeom>
          <a:noFill/>
          <a:ln>
            <a:solidFill>
              <a:srgbClr val="C0C0C0"/>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900" b="1">
                <a:solidFill>
                  <a:schemeClr val="tx1"/>
                </a:solidFill>
              </a:defRPr>
            </a:lvl1pPr>
          </a:lstStyle>
          <a:p>
            <a:pPr lvl="0"/>
            <a:r>
              <a:rPr lang="en-US"/>
              <a:t>Click to edit Master text styles</a:t>
            </a:r>
          </a:p>
        </p:txBody>
      </p:sp>
      <p:sp>
        <p:nvSpPr>
          <p:cNvPr id="26" name="Text Placeholder 22"/>
          <p:cNvSpPr>
            <a:spLocks noGrp="1"/>
          </p:cNvSpPr>
          <p:nvPr>
            <p:ph type="body" sz="quarter" idx="39"/>
          </p:nvPr>
        </p:nvSpPr>
        <p:spPr>
          <a:xfrm>
            <a:off x="8229600" y="2304626"/>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1" name="Text Placeholder 22"/>
          <p:cNvSpPr>
            <a:spLocks noGrp="1"/>
          </p:cNvSpPr>
          <p:nvPr>
            <p:ph type="body" sz="quarter" idx="40"/>
          </p:nvPr>
        </p:nvSpPr>
        <p:spPr>
          <a:xfrm>
            <a:off x="8229600" y="2809239"/>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2" name="Text Placeholder 22"/>
          <p:cNvSpPr>
            <a:spLocks noGrp="1"/>
          </p:cNvSpPr>
          <p:nvPr>
            <p:ph type="body" sz="quarter" idx="41"/>
          </p:nvPr>
        </p:nvSpPr>
        <p:spPr>
          <a:xfrm>
            <a:off x="8229600" y="3313852"/>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3" name="Text Placeholder 22"/>
          <p:cNvSpPr>
            <a:spLocks noGrp="1"/>
          </p:cNvSpPr>
          <p:nvPr>
            <p:ph type="body" sz="quarter" idx="42"/>
          </p:nvPr>
        </p:nvSpPr>
        <p:spPr>
          <a:xfrm>
            <a:off x="8229600" y="3818465"/>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4" name="Text Placeholder 22"/>
          <p:cNvSpPr>
            <a:spLocks noGrp="1"/>
          </p:cNvSpPr>
          <p:nvPr>
            <p:ph type="body" sz="quarter" idx="43"/>
          </p:nvPr>
        </p:nvSpPr>
        <p:spPr>
          <a:xfrm>
            <a:off x="8229600" y="4323078"/>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5" name="Text Placeholder 22"/>
          <p:cNvSpPr>
            <a:spLocks noGrp="1"/>
          </p:cNvSpPr>
          <p:nvPr>
            <p:ph type="body" sz="quarter" idx="44"/>
          </p:nvPr>
        </p:nvSpPr>
        <p:spPr>
          <a:xfrm>
            <a:off x="8229600" y="4827691"/>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6" name="Text Placeholder 27"/>
          <p:cNvSpPr>
            <a:spLocks noGrp="1"/>
          </p:cNvSpPr>
          <p:nvPr>
            <p:ph type="body" sz="quarter" idx="45"/>
          </p:nvPr>
        </p:nvSpPr>
        <p:spPr>
          <a:xfrm>
            <a:off x="911777" y="5332304"/>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47" name="Text Placeholder 22"/>
          <p:cNvSpPr>
            <a:spLocks noGrp="1"/>
          </p:cNvSpPr>
          <p:nvPr>
            <p:ph type="body" sz="quarter" idx="46"/>
          </p:nvPr>
        </p:nvSpPr>
        <p:spPr>
          <a:xfrm>
            <a:off x="454575" y="5332304"/>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8" name="Text Placeholder 22"/>
          <p:cNvSpPr>
            <a:spLocks noGrp="1"/>
          </p:cNvSpPr>
          <p:nvPr>
            <p:ph type="body" sz="quarter" idx="47"/>
          </p:nvPr>
        </p:nvSpPr>
        <p:spPr>
          <a:xfrm>
            <a:off x="8226975" y="5332304"/>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9" name="Text Placeholder 27"/>
          <p:cNvSpPr>
            <a:spLocks noGrp="1"/>
          </p:cNvSpPr>
          <p:nvPr>
            <p:ph type="body" sz="quarter" idx="48"/>
          </p:nvPr>
        </p:nvSpPr>
        <p:spPr>
          <a:xfrm>
            <a:off x="911777" y="5836920"/>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50" name="Text Placeholder 22"/>
          <p:cNvSpPr>
            <a:spLocks noGrp="1"/>
          </p:cNvSpPr>
          <p:nvPr>
            <p:ph type="body" sz="quarter" idx="49"/>
          </p:nvPr>
        </p:nvSpPr>
        <p:spPr>
          <a:xfrm>
            <a:off x="454575" y="5836920"/>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51" name="Text Placeholder 22"/>
          <p:cNvSpPr>
            <a:spLocks noGrp="1"/>
          </p:cNvSpPr>
          <p:nvPr>
            <p:ph type="body" sz="quarter" idx="50"/>
          </p:nvPr>
        </p:nvSpPr>
        <p:spPr>
          <a:xfrm>
            <a:off x="8226975" y="5836920"/>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52" name="Slide Number Placeholder 9"/>
          <p:cNvSpPr>
            <a:spLocks noGrp="1"/>
          </p:cNvSpPr>
          <p:nvPr>
            <p:ph type="sldNum" sz="quarter" idx="51"/>
          </p:nvPr>
        </p:nvSpPr>
        <p:spPr/>
        <p:txBody>
          <a:bodyPr/>
          <a:lstStyle>
            <a:lvl1pPr>
              <a:defRPr/>
            </a:lvl1pPr>
          </a:lstStyle>
          <a:p>
            <a:fld id="{4A9EBD57-3091-C548-9F5E-83F63CC3338F}" type="slidenum">
              <a:rPr lang="en-US" altLang="en-US"/>
              <a:pPr/>
              <a:t>‹#›</a:t>
            </a:fld>
            <a:endParaRPr lang="en-US" altLang="en-US"/>
          </a:p>
        </p:txBody>
      </p:sp>
      <p:sp>
        <p:nvSpPr>
          <p:cNvPr id="53" name="Footer Placeholder 12"/>
          <p:cNvSpPr>
            <a:spLocks noGrp="1"/>
          </p:cNvSpPr>
          <p:nvPr>
            <p:ph type="ftr" sz="quarter" idx="52"/>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21344887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Blocks - Major and Sub Points">
    <p:spTree>
      <p:nvGrpSpPr>
        <p:cNvPr id="1" name=""/>
        <p:cNvGrpSpPr/>
        <p:nvPr/>
      </p:nvGrpSpPr>
      <p:grpSpPr>
        <a:xfrm>
          <a:off x="0" y="0"/>
          <a:ext cx="0" cy="0"/>
          <a:chOff x="0" y="0"/>
          <a:chExt cx="0" cy="0"/>
        </a:xfrm>
      </p:grpSpPr>
      <p:sp>
        <p:nvSpPr>
          <p:cNvPr id="16" name="Text Placeholder 15"/>
          <p:cNvSpPr>
            <a:spLocks noGrp="1"/>
          </p:cNvSpPr>
          <p:nvPr>
            <p:ph type="body" sz="quarter" idx="21"/>
          </p:nvPr>
        </p:nvSpPr>
        <p:spPr>
          <a:xfrm>
            <a:off x="457200" y="1335024"/>
            <a:ext cx="13716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7" name="Text Placeholder 15"/>
          <p:cNvSpPr>
            <a:spLocks noGrp="1"/>
          </p:cNvSpPr>
          <p:nvPr>
            <p:ph type="body" sz="quarter" idx="22"/>
          </p:nvPr>
        </p:nvSpPr>
        <p:spPr>
          <a:xfrm>
            <a:off x="457200" y="3744363"/>
            <a:ext cx="13716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8" name="Text Placeholder 15"/>
          <p:cNvSpPr>
            <a:spLocks noGrp="1"/>
          </p:cNvSpPr>
          <p:nvPr>
            <p:ph type="body" sz="quarter" idx="23"/>
          </p:nvPr>
        </p:nvSpPr>
        <p:spPr>
          <a:xfrm>
            <a:off x="1905000" y="1348565"/>
            <a:ext cx="9144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9" name="Text Placeholder 15"/>
          <p:cNvSpPr>
            <a:spLocks noGrp="1"/>
          </p:cNvSpPr>
          <p:nvPr>
            <p:ph type="body" sz="quarter" idx="24"/>
          </p:nvPr>
        </p:nvSpPr>
        <p:spPr>
          <a:xfrm>
            <a:off x="1905000" y="3763963"/>
            <a:ext cx="9144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0" name="Text Placeholder 15"/>
          <p:cNvSpPr>
            <a:spLocks noGrp="1"/>
          </p:cNvSpPr>
          <p:nvPr>
            <p:ph type="body" sz="quarter" idx="25"/>
          </p:nvPr>
        </p:nvSpPr>
        <p:spPr>
          <a:xfrm>
            <a:off x="1905000" y="2199167"/>
            <a:ext cx="9144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1" name="Text Placeholder 15"/>
          <p:cNvSpPr>
            <a:spLocks noGrp="1"/>
          </p:cNvSpPr>
          <p:nvPr>
            <p:ph type="body" sz="quarter" idx="26"/>
          </p:nvPr>
        </p:nvSpPr>
        <p:spPr>
          <a:xfrm>
            <a:off x="1905000" y="4619625"/>
            <a:ext cx="9144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819400" y="1348565"/>
            <a:ext cx="5870448"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2" name="Text Placeholder 5"/>
          <p:cNvSpPr>
            <a:spLocks noGrp="1"/>
          </p:cNvSpPr>
          <p:nvPr>
            <p:ph type="body" sz="quarter" idx="32"/>
          </p:nvPr>
        </p:nvSpPr>
        <p:spPr>
          <a:xfrm>
            <a:off x="2819400" y="3763963"/>
            <a:ext cx="5870448"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6" name="Text Placeholder 5"/>
          <p:cNvSpPr>
            <a:spLocks noGrp="1"/>
          </p:cNvSpPr>
          <p:nvPr>
            <p:ph type="body" sz="quarter" idx="33"/>
          </p:nvPr>
        </p:nvSpPr>
        <p:spPr>
          <a:xfrm>
            <a:off x="2819400" y="2199167"/>
            <a:ext cx="5870448"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8" name="Text Placeholder 5"/>
          <p:cNvSpPr>
            <a:spLocks noGrp="1"/>
          </p:cNvSpPr>
          <p:nvPr>
            <p:ph type="body" sz="quarter" idx="34"/>
          </p:nvPr>
        </p:nvSpPr>
        <p:spPr>
          <a:xfrm>
            <a:off x="2819400" y="4619625"/>
            <a:ext cx="5870448"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Slide Number Placeholder 9"/>
          <p:cNvSpPr>
            <a:spLocks noGrp="1"/>
          </p:cNvSpPr>
          <p:nvPr>
            <p:ph type="sldNum" sz="quarter" idx="35"/>
          </p:nvPr>
        </p:nvSpPr>
        <p:spPr/>
        <p:txBody>
          <a:bodyPr/>
          <a:lstStyle>
            <a:lvl1pPr>
              <a:defRPr/>
            </a:lvl1pPr>
          </a:lstStyle>
          <a:p>
            <a:fld id="{1622A13A-1CFD-CA4E-A8DD-C641C07281EA}" type="slidenum">
              <a:rPr lang="en-US" altLang="en-US"/>
              <a:pPr/>
              <a:t>‹#›</a:t>
            </a:fld>
            <a:endParaRPr lang="en-US" altLang="en-US"/>
          </a:p>
        </p:txBody>
      </p:sp>
      <p:sp>
        <p:nvSpPr>
          <p:cNvPr id="23" name="Footer Placeholder 12"/>
          <p:cNvSpPr>
            <a:spLocks noGrp="1"/>
          </p:cNvSpPr>
          <p:nvPr>
            <p:ph type="ftr" sz="quarter" idx="36"/>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9959095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sequences Vertical 2">
    <p:spTree>
      <p:nvGrpSpPr>
        <p:cNvPr id="1" name=""/>
        <p:cNvGrpSpPr/>
        <p:nvPr/>
      </p:nvGrpSpPr>
      <p:grpSpPr>
        <a:xfrm>
          <a:off x="0" y="0"/>
          <a:ext cx="0" cy="0"/>
          <a:chOff x="0" y="0"/>
          <a:chExt cx="0" cy="0"/>
        </a:xfrm>
      </p:grpSpPr>
      <p:sp>
        <p:nvSpPr>
          <p:cNvPr id="7" name="Freeform 4"/>
          <p:cNvSpPr>
            <a:spLocks/>
          </p:cNvSpPr>
          <p:nvPr userDrawn="1"/>
        </p:nvSpPr>
        <p:spPr bwMode="auto">
          <a:xfrm>
            <a:off x="4646613" y="1914525"/>
            <a:ext cx="36576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endParaRPr lang="en-US" sz="1350"/>
          </a:p>
        </p:txBody>
      </p:sp>
      <p:sp>
        <p:nvSpPr>
          <p:cNvPr id="8" name="Freeform 4"/>
          <p:cNvSpPr>
            <a:spLocks/>
          </p:cNvSpPr>
          <p:nvPr userDrawn="1"/>
        </p:nvSpPr>
        <p:spPr bwMode="auto">
          <a:xfrm>
            <a:off x="752475" y="1914525"/>
            <a:ext cx="36576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endParaRPr lang="en-US" sz="1350"/>
          </a:p>
        </p:txBody>
      </p:sp>
      <p:sp>
        <p:nvSpPr>
          <p:cNvPr id="9" name="Text Placeholder 8"/>
          <p:cNvSpPr>
            <a:spLocks noGrp="1"/>
          </p:cNvSpPr>
          <p:nvPr>
            <p:ph type="body" sz="quarter" idx="21"/>
          </p:nvPr>
        </p:nvSpPr>
        <p:spPr>
          <a:xfrm rot="5400000">
            <a:off x="2262459" y="-89846"/>
            <a:ext cx="636898" cy="36576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2" name="Text Placeholder 8"/>
          <p:cNvSpPr>
            <a:spLocks noGrp="1"/>
          </p:cNvSpPr>
          <p:nvPr>
            <p:ph type="body" sz="quarter" idx="25"/>
          </p:nvPr>
        </p:nvSpPr>
        <p:spPr>
          <a:xfrm rot="5400000">
            <a:off x="6157271" y="-89846"/>
            <a:ext cx="636898" cy="36576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Text Placeholder 5"/>
          <p:cNvSpPr>
            <a:spLocks noGrp="1"/>
          </p:cNvSpPr>
          <p:nvPr>
            <p:ph type="body" sz="quarter" idx="31"/>
          </p:nvPr>
        </p:nvSpPr>
        <p:spPr>
          <a:xfrm>
            <a:off x="752108" y="2282953"/>
            <a:ext cx="36576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Text Placeholder 5"/>
          <p:cNvSpPr>
            <a:spLocks noGrp="1"/>
          </p:cNvSpPr>
          <p:nvPr>
            <p:ph type="body" sz="quarter" idx="32"/>
          </p:nvPr>
        </p:nvSpPr>
        <p:spPr>
          <a:xfrm>
            <a:off x="4646920" y="2282953"/>
            <a:ext cx="36576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vl6pPr marL="857250">
              <a:buClr>
                <a:srgbClr val="B01C2E"/>
              </a:buClr>
              <a:buFont typeface="Arial" pitchFamily="34" charset="0"/>
              <a:buChar char="–"/>
              <a:defRPr sz="900"/>
            </a:lvl6pPr>
          </a:lstStyle>
          <a:p>
            <a:pPr lvl="0"/>
            <a:r>
              <a:rPr lang="en-US"/>
              <a:t>Click to edit Master text styles</a:t>
            </a:r>
          </a:p>
        </p:txBody>
      </p:sp>
      <p:sp>
        <p:nvSpPr>
          <p:cNvPr id="11" name="Slide Number Placeholder 9"/>
          <p:cNvSpPr>
            <a:spLocks noGrp="1"/>
          </p:cNvSpPr>
          <p:nvPr>
            <p:ph type="sldNum" sz="quarter" idx="33"/>
          </p:nvPr>
        </p:nvSpPr>
        <p:spPr/>
        <p:txBody>
          <a:bodyPr/>
          <a:lstStyle>
            <a:lvl1pPr>
              <a:defRPr/>
            </a:lvl1pPr>
          </a:lstStyle>
          <a:p>
            <a:fld id="{9B3A2EF8-18A0-3548-8284-3CDE95E84B95}" type="slidenum">
              <a:rPr lang="en-US" altLang="en-US"/>
              <a:pPr/>
              <a:t>‹#›</a:t>
            </a:fld>
            <a:endParaRPr lang="en-US" altLang="en-US"/>
          </a:p>
        </p:txBody>
      </p:sp>
      <p:sp>
        <p:nvSpPr>
          <p:cNvPr id="14" name="Footer Placeholder 10"/>
          <p:cNvSpPr>
            <a:spLocks noGrp="1"/>
          </p:cNvSpPr>
          <p:nvPr>
            <p:ph type="ftr" sz="quarter" idx="34"/>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7961212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sequences Vertical 4">
    <p:spTree>
      <p:nvGrpSpPr>
        <p:cNvPr id="1" name=""/>
        <p:cNvGrpSpPr/>
        <p:nvPr/>
      </p:nvGrpSpPr>
      <p:grpSpPr>
        <a:xfrm>
          <a:off x="0" y="0"/>
          <a:ext cx="0" cy="0"/>
          <a:chOff x="0" y="0"/>
          <a:chExt cx="0" cy="0"/>
        </a:xfrm>
      </p:grpSpPr>
      <p:sp>
        <p:nvSpPr>
          <p:cNvPr id="11" name="Freeform 4"/>
          <p:cNvSpPr>
            <a:spLocks/>
          </p:cNvSpPr>
          <p:nvPr userDrawn="1"/>
        </p:nvSpPr>
        <p:spPr bwMode="auto">
          <a:xfrm>
            <a:off x="441326"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2" name="Freeform 4"/>
          <p:cNvSpPr>
            <a:spLocks/>
          </p:cNvSpPr>
          <p:nvPr userDrawn="1"/>
        </p:nvSpPr>
        <p:spPr bwMode="auto">
          <a:xfrm>
            <a:off x="2552701" y="1911352"/>
            <a:ext cx="1919288"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3" name="Freeform 4"/>
          <p:cNvSpPr>
            <a:spLocks/>
          </p:cNvSpPr>
          <p:nvPr userDrawn="1"/>
        </p:nvSpPr>
        <p:spPr bwMode="auto">
          <a:xfrm>
            <a:off x="4648201"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4" name="Freeform 4"/>
          <p:cNvSpPr>
            <a:spLocks/>
          </p:cNvSpPr>
          <p:nvPr userDrawn="1"/>
        </p:nvSpPr>
        <p:spPr bwMode="auto">
          <a:xfrm>
            <a:off x="6770689"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7" name="Text Placeholder 8"/>
          <p:cNvSpPr>
            <a:spLocks noGrp="1"/>
          </p:cNvSpPr>
          <p:nvPr>
            <p:ph type="body" sz="quarter" idx="21"/>
          </p:nvPr>
        </p:nvSpPr>
        <p:spPr>
          <a:xfrm rot="5400000">
            <a:off x="1095755"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8"/>
          <p:cNvSpPr>
            <a:spLocks noGrp="1"/>
          </p:cNvSpPr>
          <p:nvPr>
            <p:ph type="body" sz="quarter" idx="27"/>
          </p:nvPr>
        </p:nvSpPr>
        <p:spPr>
          <a:xfrm rot="5400000">
            <a:off x="3206179"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3" name="Text Placeholder 8"/>
          <p:cNvSpPr>
            <a:spLocks noGrp="1"/>
          </p:cNvSpPr>
          <p:nvPr>
            <p:ph type="body" sz="quarter" idx="28"/>
          </p:nvPr>
        </p:nvSpPr>
        <p:spPr>
          <a:xfrm rot="5400000">
            <a:off x="5301996"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4" name="Text Placeholder 8"/>
          <p:cNvSpPr>
            <a:spLocks noGrp="1"/>
          </p:cNvSpPr>
          <p:nvPr>
            <p:ph type="body" sz="quarter" idx="29"/>
          </p:nvPr>
        </p:nvSpPr>
        <p:spPr>
          <a:xfrm rot="5400000">
            <a:off x="7425119"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441959"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2"/>
          </p:nvPr>
        </p:nvSpPr>
        <p:spPr>
          <a:xfrm>
            <a:off x="2552383"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0" name="Text Placeholder 5"/>
          <p:cNvSpPr>
            <a:spLocks noGrp="1"/>
          </p:cNvSpPr>
          <p:nvPr>
            <p:ph type="body" sz="quarter" idx="33"/>
          </p:nvPr>
        </p:nvSpPr>
        <p:spPr>
          <a:xfrm>
            <a:off x="4648200"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5" name="Text Placeholder 5"/>
          <p:cNvSpPr>
            <a:spLocks noGrp="1"/>
          </p:cNvSpPr>
          <p:nvPr>
            <p:ph type="body" sz="quarter" idx="34"/>
          </p:nvPr>
        </p:nvSpPr>
        <p:spPr>
          <a:xfrm>
            <a:off x="6771323"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Slide Number Placeholder 9"/>
          <p:cNvSpPr>
            <a:spLocks noGrp="1"/>
          </p:cNvSpPr>
          <p:nvPr>
            <p:ph type="sldNum" sz="quarter" idx="35"/>
          </p:nvPr>
        </p:nvSpPr>
        <p:spPr/>
        <p:txBody>
          <a:bodyPr/>
          <a:lstStyle>
            <a:lvl1pPr>
              <a:defRPr/>
            </a:lvl1pPr>
          </a:lstStyle>
          <a:p>
            <a:fld id="{6D75ED15-758A-614E-A17B-56CD5E692F69}" type="slidenum">
              <a:rPr lang="en-US" altLang="en-US"/>
              <a:pPr/>
              <a:t>‹#›</a:t>
            </a:fld>
            <a:endParaRPr lang="en-US" altLang="en-US"/>
          </a:p>
        </p:txBody>
      </p:sp>
      <p:sp>
        <p:nvSpPr>
          <p:cNvPr id="21" name="Footer Placeholder 20"/>
          <p:cNvSpPr>
            <a:spLocks noGrp="1"/>
          </p:cNvSpPr>
          <p:nvPr>
            <p:ph type="ftr" sz="quarter" idx="36"/>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7968774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ject">
    <p:spTree>
      <p:nvGrpSpPr>
        <p:cNvPr id="1" name=""/>
        <p:cNvGrpSpPr/>
        <p:nvPr/>
      </p:nvGrpSpPr>
      <p:grpSpPr>
        <a:xfrm>
          <a:off x="0" y="0"/>
          <a:ext cx="0" cy="0"/>
          <a:chOff x="0" y="0"/>
          <a:chExt cx="0" cy="0"/>
        </a:xfrm>
      </p:grpSpPr>
      <p:sp>
        <p:nvSpPr>
          <p:cNvPr id="20" name="Text Placeholder 12"/>
          <p:cNvSpPr>
            <a:spLocks noGrp="1"/>
          </p:cNvSpPr>
          <p:nvPr>
            <p:ph type="body" sz="quarter" idx="12"/>
          </p:nvPr>
        </p:nvSpPr>
        <p:spPr>
          <a:xfrm>
            <a:off x="338328" y="1450181"/>
            <a:ext cx="2596896"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l">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11" name="Text Placeholder 13"/>
          <p:cNvSpPr>
            <a:spLocks noGrp="1"/>
          </p:cNvSpPr>
          <p:nvPr>
            <p:ph type="body" sz="quarter" idx="17"/>
          </p:nvPr>
        </p:nvSpPr>
        <p:spPr>
          <a:xfrm>
            <a:off x="3273554" y="1447806"/>
            <a:ext cx="2651125"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2" name="Text Placeholder 13"/>
          <p:cNvSpPr>
            <a:spLocks noGrp="1"/>
          </p:cNvSpPr>
          <p:nvPr>
            <p:ph type="body" sz="quarter" idx="29"/>
          </p:nvPr>
        </p:nvSpPr>
        <p:spPr>
          <a:xfrm>
            <a:off x="6208779" y="1447806"/>
            <a:ext cx="2651125"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Text Placeholder 5"/>
          <p:cNvSpPr>
            <a:spLocks noGrp="1"/>
          </p:cNvSpPr>
          <p:nvPr>
            <p:ph type="body" sz="quarter" idx="31"/>
          </p:nvPr>
        </p:nvSpPr>
        <p:spPr>
          <a:xfrm>
            <a:off x="3273552" y="2057400"/>
            <a:ext cx="2523744"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8" name="Text Placeholder 5"/>
          <p:cNvSpPr>
            <a:spLocks noGrp="1"/>
          </p:cNvSpPr>
          <p:nvPr>
            <p:ph type="body" sz="quarter" idx="32"/>
          </p:nvPr>
        </p:nvSpPr>
        <p:spPr>
          <a:xfrm>
            <a:off x="6208776" y="2057400"/>
            <a:ext cx="2523744"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3"/>
          </p:nvPr>
        </p:nvSpPr>
        <p:spPr>
          <a:xfrm>
            <a:off x="338328" y="2057403"/>
            <a:ext cx="2523744" cy="230832"/>
          </a:xfrm>
          <a:prstGeom prst="rect">
            <a:avLst/>
          </a:prstGeom>
          <a:solidFill>
            <a:srgbClr val="FFFFFF"/>
          </a:solidFill>
          <a:ln>
            <a:solidFill>
              <a:srgbClr val="C0C0C0"/>
            </a:solidFill>
          </a:ln>
        </p:spPr>
        <p:txBody>
          <a:bodyPr lIns="91440" anchor="t" anchorCtr="0">
            <a:spAutoFit/>
          </a:bodyP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9" name="Slide Number Placeholder 9"/>
          <p:cNvSpPr>
            <a:spLocks noGrp="1"/>
          </p:cNvSpPr>
          <p:nvPr>
            <p:ph type="sldNum" sz="quarter" idx="34"/>
          </p:nvPr>
        </p:nvSpPr>
        <p:spPr/>
        <p:txBody>
          <a:bodyPr/>
          <a:lstStyle>
            <a:lvl1pPr>
              <a:defRPr/>
            </a:lvl1pPr>
          </a:lstStyle>
          <a:p>
            <a:fld id="{8A4AF9FF-8501-8442-BA34-6C86C862CF8D}" type="slidenum">
              <a:rPr lang="en-US" altLang="en-US"/>
              <a:pPr/>
              <a:t>‹#›</a:t>
            </a:fld>
            <a:endParaRPr lang="en-US" altLang="en-US"/>
          </a:p>
        </p:txBody>
      </p:sp>
      <p:sp>
        <p:nvSpPr>
          <p:cNvPr id="10" name="Footer Placeholder 12"/>
          <p:cNvSpPr>
            <a:spLocks noGrp="1"/>
          </p:cNvSpPr>
          <p:nvPr>
            <p:ph type="ftr" sz="quarter" idx="35"/>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188171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rget">
    <p:spTree>
      <p:nvGrpSpPr>
        <p:cNvPr id="1" name=""/>
        <p:cNvGrpSpPr/>
        <p:nvPr/>
      </p:nvGrpSpPr>
      <p:grpSpPr>
        <a:xfrm>
          <a:off x="0" y="0"/>
          <a:ext cx="0" cy="0"/>
          <a:chOff x="0" y="0"/>
          <a:chExt cx="0" cy="0"/>
        </a:xfrm>
      </p:grpSpPr>
      <p:sp>
        <p:nvSpPr>
          <p:cNvPr id="17" name="Text Placeholder 8"/>
          <p:cNvSpPr>
            <a:spLocks noGrp="1"/>
          </p:cNvSpPr>
          <p:nvPr>
            <p:ph type="body" sz="quarter" idx="29"/>
          </p:nvPr>
        </p:nvSpPr>
        <p:spPr>
          <a:xfrm>
            <a:off x="7129272" y="1493520"/>
            <a:ext cx="1481328" cy="4754880"/>
          </a:xfrm>
          <a:prstGeom prst="rect">
            <a:avLst/>
          </a:prstGeom>
          <a:ln>
            <a:solidFill>
              <a:srgbClr val="C0C0C0"/>
            </a:solidFill>
          </a:ln>
        </p:spPr>
        <p:txBody>
          <a:bodyPr lIns="45720" anchor="t"/>
          <a:lstStyle>
            <a:lvl1pPr marL="123444" indent="-123444" algn="l">
              <a:lnSpc>
                <a:spcPts val="1050"/>
              </a:lnSpc>
              <a:spcBef>
                <a:spcPts val="0"/>
              </a:spcBef>
              <a:buClr>
                <a:schemeClr val="accent1"/>
              </a:buClr>
              <a:buFont typeface="Wingdings" pitchFamily="2" charset="2"/>
              <a:buChar char="§"/>
              <a:defRPr sz="900" b="0">
                <a:solidFill>
                  <a:srgbClr val="000000"/>
                </a:solidFill>
              </a:defRPr>
            </a:lvl1pPr>
            <a:lvl2pPr marL="123444" indent="0" algn="l">
              <a:spcBef>
                <a:spcPts val="525"/>
              </a:spcBef>
              <a:buNone/>
              <a:defRPr sz="900" b="0"/>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5"/>
          <p:cNvSpPr>
            <a:spLocks noGrp="1"/>
          </p:cNvSpPr>
          <p:nvPr>
            <p:ph type="body" sz="quarter" idx="21"/>
          </p:nvPr>
        </p:nvSpPr>
        <p:spPr>
          <a:xfrm>
            <a:off x="457200" y="16002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rgbClr val="C0C0C0"/>
              </a:buClr>
              <a:buSzTx/>
              <a:buFont typeface="Wingdings 2" pitchFamily="18" charset="2"/>
              <a:buChar char="¡"/>
              <a:tabLst/>
              <a:defRPr sz="900" b="1" baseline="0">
                <a:solidFill>
                  <a:srgbClr val="FFFFFF"/>
                </a:solidFill>
              </a:defRPr>
            </a:lvl1pPr>
            <a:lvl2pPr marL="88106" indent="0">
              <a:buFontTx/>
              <a:buNone/>
              <a:defRPr sz="750"/>
            </a:lvl2pPr>
          </a:lstStyle>
          <a:p>
            <a:pPr lvl="0"/>
            <a:r>
              <a:rPr lang="en-US"/>
              <a:t>Click to edit Master text styles</a:t>
            </a:r>
          </a:p>
        </p:txBody>
      </p:sp>
      <p:sp>
        <p:nvSpPr>
          <p:cNvPr id="24" name="Text Placeholder 5"/>
          <p:cNvSpPr>
            <a:spLocks noGrp="1"/>
          </p:cNvSpPr>
          <p:nvPr>
            <p:ph type="body" sz="quarter" idx="23"/>
          </p:nvPr>
        </p:nvSpPr>
        <p:spPr>
          <a:xfrm>
            <a:off x="457200" y="48768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25" name="Text Placeholder 5"/>
          <p:cNvSpPr>
            <a:spLocks noGrp="1"/>
          </p:cNvSpPr>
          <p:nvPr>
            <p:ph type="body" sz="quarter" idx="24"/>
          </p:nvPr>
        </p:nvSpPr>
        <p:spPr>
          <a:xfrm>
            <a:off x="457200" y="32385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12" name="Text Placeholder 5"/>
          <p:cNvSpPr>
            <a:spLocks noGrp="1"/>
          </p:cNvSpPr>
          <p:nvPr>
            <p:ph type="body" sz="quarter" idx="30"/>
          </p:nvPr>
        </p:nvSpPr>
        <p:spPr>
          <a:xfrm>
            <a:off x="2191512" y="16002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191512" y="32385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6" name="Text Placeholder 5"/>
          <p:cNvSpPr>
            <a:spLocks noGrp="1"/>
          </p:cNvSpPr>
          <p:nvPr>
            <p:ph type="body" sz="quarter" idx="32"/>
          </p:nvPr>
        </p:nvSpPr>
        <p:spPr>
          <a:xfrm>
            <a:off x="2191512" y="48768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0" name="Slide Number Placeholder 9"/>
          <p:cNvSpPr>
            <a:spLocks noGrp="1"/>
          </p:cNvSpPr>
          <p:nvPr>
            <p:ph type="sldNum" sz="quarter" idx="33"/>
          </p:nvPr>
        </p:nvSpPr>
        <p:spPr/>
        <p:txBody>
          <a:bodyPr/>
          <a:lstStyle>
            <a:lvl1pPr>
              <a:defRPr/>
            </a:lvl1pPr>
          </a:lstStyle>
          <a:p>
            <a:fld id="{00398512-78EB-D84B-88E3-8EFD360D49EF}" type="slidenum">
              <a:rPr lang="en-US" altLang="en-US"/>
              <a:pPr/>
              <a:t>‹#›</a:t>
            </a:fld>
            <a:endParaRPr lang="en-US" altLang="en-US"/>
          </a:p>
        </p:txBody>
      </p:sp>
      <p:sp>
        <p:nvSpPr>
          <p:cNvPr id="13" name="Footer Placeholder 12"/>
          <p:cNvSpPr>
            <a:spLocks noGrp="1"/>
          </p:cNvSpPr>
          <p:nvPr>
            <p:ph type="ftr" sz="quarter" idx="34"/>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18686880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blocks - Two palettes moving forward">
    <p:spTree>
      <p:nvGrpSpPr>
        <p:cNvPr id="1" name=""/>
        <p:cNvGrpSpPr/>
        <p:nvPr/>
      </p:nvGrpSpPr>
      <p:grpSpPr>
        <a:xfrm>
          <a:off x="0" y="0"/>
          <a:ext cx="0" cy="0"/>
          <a:chOff x="0" y="0"/>
          <a:chExt cx="0" cy="0"/>
        </a:xfrm>
      </p:grpSpPr>
      <p:sp>
        <p:nvSpPr>
          <p:cNvPr id="7" name="AutoShape 3"/>
          <p:cNvSpPr>
            <a:spLocks noChangeArrowheads="1"/>
          </p:cNvSpPr>
          <p:nvPr userDrawn="1"/>
        </p:nvSpPr>
        <p:spPr bwMode="auto">
          <a:xfrm>
            <a:off x="684213" y="2635250"/>
            <a:ext cx="7777162" cy="1587500"/>
          </a:xfrm>
          <a:prstGeom prst="homePlate">
            <a:avLst>
              <a:gd name="adj" fmla="val 32592"/>
            </a:avLst>
          </a:prstGeom>
          <a:gradFill rotWithShape="1">
            <a:gsLst>
              <a:gs pos="0">
                <a:srgbClr val="9E9E9E"/>
              </a:gs>
              <a:gs pos="50000">
                <a:srgbClr val="C4C4C4"/>
              </a:gs>
              <a:gs pos="100000">
                <a:srgbClr val="E3E3E3"/>
              </a:gs>
            </a:gsLst>
            <a:lin ang="10800000" scaled="1"/>
          </a:gradFill>
          <a:ln>
            <a:noFill/>
          </a:ln>
          <a:extLst>
            <a:ext uri="{91240B29-F687-4F45-9708-019B960494DF}">
              <a14:hiddenLine xmlns:a14="http://schemas.microsoft.com/office/drawing/2010/main" w="6350">
                <a:solidFill>
                  <a:srgbClr val="000000"/>
                </a:solidFill>
                <a:miter lim="800000"/>
                <a:headEnd/>
                <a:tailEnd/>
              </a14:hiddenLine>
            </a:ext>
          </a:extLst>
        </p:spPr>
        <p:txBody>
          <a:bodyPr tIns="68580" bIns="6858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eaLnBrk="1" hangingPunct="1"/>
            <a:endParaRPr lang="en-US" altLang="en-US" sz="1350">
              <a:latin typeface="Arial" charset="0"/>
            </a:endParaRPr>
          </a:p>
        </p:txBody>
      </p:sp>
      <p:sp>
        <p:nvSpPr>
          <p:cNvPr id="18" name="Text Placeholder 17"/>
          <p:cNvSpPr>
            <a:spLocks noGrp="1"/>
          </p:cNvSpPr>
          <p:nvPr>
            <p:ph type="body" sz="quarter" idx="21"/>
          </p:nvPr>
        </p:nvSpPr>
        <p:spPr>
          <a:xfrm>
            <a:off x="1051560" y="1417320"/>
            <a:ext cx="329184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4572000" y="1417320"/>
            <a:ext cx="329184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4" name="Content Placeholder 10"/>
          <p:cNvSpPr>
            <a:spLocks noGrp="1"/>
          </p:cNvSpPr>
          <p:nvPr>
            <p:ph sz="quarter" idx="20"/>
          </p:nvPr>
        </p:nvSpPr>
        <p:spPr>
          <a:xfrm>
            <a:off x="1051560" y="1874520"/>
            <a:ext cx="329184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0"/>
          <p:cNvSpPr>
            <a:spLocks noGrp="1"/>
          </p:cNvSpPr>
          <p:nvPr>
            <p:ph sz="quarter" idx="24"/>
          </p:nvPr>
        </p:nvSpPr>
        <p:spPr>
          <a:xfrm>
            <a:off x="4572000" y="1874520"/>
            <a:ext cx="329184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B47071-B393-DC4F-9921-408D035EE572}" type="slidenum">
              <a:rPr lang="en-US" altLang="en-US"/>
              <a:pPr/>
              <a:t>‹#›</a:t>
            </a:fld>
            <a:endParaRPr lang="en-US" altLang="en-US"/>
          </a:p>
        </p:txBody>
      </p:sp>
      <p:sp>
        <p:nvSpPr>
          <p:cNvPr id="9" name="Footer Placeholder 8"/>
          <p:cNvSpPr>
            <a:spLocks noGrp="1"/>
          </p:cNvSpPr>
          <p:nvPr>
            <p:ph type="ftr" sz="quarter" idx="26"/>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86977362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flict">
    <p:spTree>
      <p:nvGrpSpPr>
        <p:cNvPr id="1" name=""/>
        <p:cNvGrpSpPr/>
        <p:nvPr/>
      </p:nvGrpSpPr>
      <p:grpSpPr>
        <a:xfrm>
          <a:off x="0" y="0"/>
          <a:ext cx="0" cy="0"/>
          <a:chOff x="0" y="0"/>
          <a:chExt cx="0" cy="0"/>
        </a:xfrm>
      </p:grpSpPr>
      <p:sp>
        <p:nvSpPr>
          <p:cNvPr id="7" name="Freeform 7"/>
          <p:cNvSpPr>
            <a:spLocks/>
          </p:cNvSpPr>
          <p:nvPr userDrawn="1"/>
        </p:nvSpPr>
        <p:spPr bwMode="auto">
          <a:xfrm>
            <a:off x="4384675" y="3341688"/>
            <a:ext cx="376238" cy="1403350"/>
          </a:xfrm>
          <a:custGeom>
            <a:avLst/>
            <a:gdLst>
              <a:gd name="T0" fmla="*/ 2147483647 w 176"/>
              <a:gd name="T1" fmla="*/ 0 h 608"/>
              <a:gd name="T2" fmla="*/ 0 w 176"/>
              <a:gd name="T3" fmla="*/ 2147483647 h 608"/>
              <a:gd name="T4" fmla="*/ 2147483647 w 176"/>
              <a:gd name="T5" fmla="*/ 2147483647 h 608"/>
              <a:gd name="T6" fmla="*/ 0 w 176"/>
              <a:gd name="T7" fmla="*/ 2147483647 h 608"/>
              <a:gd name="T8" fmla="*/ 2147483647 w 176"/>
              <a:gd name="T9" fmla="*/ 2147483647 h 608"/>
              <a:gd name="T10" fmla="*/ 2147483647 w 176"/>
              <a:gd name="T11" fmla="*/ 2147483647 h 608"/>
              <a:gd name="T12" fmla="*/ 0 w 176"/>
              <a:gd name="T13" fmla="*/ 2147483647 h 608"/>
              <a:gd name="T14" fmla="*/ 0 w 176"/>
              <a:gd name="T15" fmla="*/ 2147483647 h 608"/>
              <a:gd name="T16" fmla="*/ 2147483647 w 176"/>
              <a:gd name="T17" fmla="*/ 2147483647 h 608"/>
              <a:gd name="T18" fmla="*/ 2147483647 w 176"/>
              <a:gd name="T19" fmla="*/ 2147483647 h 608"/>
              <a:gd name="T20" fmla="*/ 2147483647 w 176"/>
              <a:gd name="T21" fmla="*/ 2147483647 h 608"/>
              <a:gd name="T22" fmla="*/ 2147483647 w 176"/>
              <a:gd name="T23" fmla="*/ 2147483647 h 608"/>
              <a:gd name="T24" fmla="*/ 2147483647 w 176"/>
              <a:gd name="T25" fmla="*/ 2147483647 h 608"/>
              <a:gd name="T26" fmla="*/ 2147483647 w 176"/>
              <a:gd name="T27" fmla="*/ 2147483647 h 608"/>
              <a:gd name="T28" fmla="*/ 2147483647 w 176"/>
              <a:gd name="T29" fmla="*/ 0 h 608"/>
              <a:gd name="T30" fmla="*/ 2147483647 w 176"/>
              <a:gd name="T31" fmla="*/ 0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6" h="608">
                <a:moveTo>
                  <a:pt x="72" y="0"/>
                </a:moveTo>
                <a:lnTo>
                  <a:pt x="0" y="232"/>
                </a:lnTo>
                <a:lnTo>
                  <a:pt x="48" y="232"/>
                </a:lnTo>
                <a:lnTo>
                  <a:pt x="0" y="376"/>
                </a:lnTo>
                <a:lnTo>
                  <a:pt x="72" y="376"/>
                </a:lnTo>
                <a:lnTo>
                  <a:pt x="32" y="504"/>
                </a:lnTo>
                <a:lnTo>
                  <a:pt x="0" y="504"/>
                </a:lnTo>
                <a:lnTo>
                  <a:pt x="0" y="608"/>
                </a:lnTo>
                <a:lnTo>
                  <a:pt x="96" y="496"/>
                </a:lnTo>
                <a:lnTo>
                  <a:pt x="48" y="504"/>
                </a:lnTo>
                <a:lnTo>
                  <a:pt x="144" y="336"/>
                </a:lnTo>
                <a:lnTo>
                  <a:pt x="72" y="336"/>
                </a:lnTo>
                <a:lnTo>
                  <a:pt x="144" y="192"/>
                </a:lnTo>
                <a:lnTo>
                  <a:pt x="88" y="192"/>
                </a:lnTo>
                <a:lnTo>
                  <a:pt x="176" y="0"/>
                </a:lnTo>
                <a:lnTo>
                  <a:pt x="72" y="0"/>
                </a:lnTo>
                <a:close/>
              </a:path>
            </a:pathLst>
          </a:custGeom>
          <a:solidFill>
            <a:srgbClr val="B01C2E"/>
          </a:solidFill>
          <a:ln w="6350" cap="flat" cmpd="sng">
            <a:solidFill>
              <a:srgbClr val="B01C2E"/>
            </a:solidFill>
            <a:prstDash val="solid"/>
            <a:round/>
            <a:headEnd/>
            <a:tailEnd/>
          </a:ln>
        </p:spPr>
        <p:txBody>
          <a:bodyPr lIns="54000" tIns="54000" rIns="54000" bIns="54000" anchor="ctr"/>
          <a:lstStyle/>
          <a:p>
            <a:endParaRPr lang="en-US" sz="1350"/>
          </a:p>
        </p:txBody>
      </p:sp>
      <p:sp>
        <p:nvSpPr>
          <p:cNvPr id="18" name="Text Placeholder 17"/>
          <p:cNvSpPr>
            <a:spLocks noGrp="1"/>
          </p:cNvSpPr>
          <p:nvPr>
            <p:ph type="body" sz="quarter" idx="21"/>
          </p:nvPr>
        </p:nvSpPr>
        <p:spPr>
          <a:xfrm>
            <a:off x="835152" y="1417320"/>
            <a:ext cx="3035808" cy="457200"/>
          </a:xfrm>
          <a:prstGeom prst="rect">
            <a:avLst/>
          </a:prstGeom>
          <a:solidFill>
            <a:srgbClr val="B01C2E"/>
          </a:solidFill>
          <a:ln>
            <a:solidFill>
              <a:srgbClr val="C0C0C0"/>
            </a:solidFill>
          </a:ln>
        </p:spPr>
        <p:txBody>
          <a:bodyPr anchor="ctr"/>
          <a:lstStyle>
            <a:lvl1pPr algn="ctr">
              <a:buNone/>
              <a:defRPr sz="900" b="1" baseline="0">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5266627" y="1417320"/>
            <a:ext cx="3054096"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Content Placeholder 10"/>
          <p:cNvSpPr>
            <a:spLocks noGrp="1"/>
          </p:cNvSpPr>
          <p:nvPr>
            <p:ph sz="quarter" idx="20"/>
          </p:nvPr>
        </p:nvSpPr>
        <p:spPr>
          <a:xfrm>
            <a:off x="835152" y="1874520"/>
            <a:ext cx="3291840" cy="4343400"/>
          </a:xfrm>
          <a:prstGeom prst="homePlate">
            <a:avLst>
              <a:gd name="adj" fmla="val 7684"/>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4"/>
          </p:nvPr>
        </p:nvSpPr>
        <p:spPr>
          <a:xfrm flipH="1">
            <a:off x="5028883" y="1874520"/>
            <a:ext cx="3291840" cy="4343400"/>
          </a:xfrm>
          <a:prstGeom prst="homePlate">
            <a:avLst>
              <a:gd name="adj" fmla="val 7343"/>
            </a:avLst>
          </a:prstGeom>
          <a:solidFill>
            <a:srgbClr val="FFFFFF"/>
          </a:solidFill>
          <a:ln>
            <a:solidFill>
              <a:srgbClr val="C0C0C0"/>
            </a:solidFill>
          </a:ln>
        </p:spPr>
        <p:txBody>
          <a:bodyPr lIns="2286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637242-61C1-4C47-AFEF-079B86936FE6}" type="slidenum">
              <a:rPr lang="en-US" altLang="en-US"/>
              <a:pPr/>
              <a:t>‹#›</a:t>
            </a:fld>
            <a:endParaRPr lang="en-US" altLang="en-US"/>
          </a:p>
        </p:txBody>
      </p:sp>
      <p:sp>
        <p:nvSpPr>
          <p:cNvPr id="10" name="Footer Placeholder 12"/>
          <p:cNvSpPr>
            <a:spLocks noGrp="1"/>
          </p:cNvSpPr>
          <p:nvPr>
            <p:ph type="ftr" sz="quarter" idx="26"/>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34375797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sequences List">
    <p:spTree>
      <p:nvGrpSpPr>
        <p:cNvPr id="1" name=""/>
        <p:cNvGrpSpPr/>
        <p:nvPr/>
      </p:nvGrpSpPr>
      <p:grpSpPr>
        <a:xfrm>
          <a:off x="0" y="0"/>
          <a:ext cx="0" cy="0"/>
          <a:chOff x="0" y="0"/>
          <a:chExt cx="0" cy="0"/>
        </a:xfrm>
      </p:grpSpPr>
      <p:sp>
        <p:nvSpPr>
          <p:cNvPr id="20" name="Content Placeholder 10"/>
          <p:cNvSpPr>
            <a:spLocks noGrp="1"/>
          </p:cNvSpPr>
          <p:nvPr>
            <p:ph sz="quarter" idx="35"/>
          </p:nvPr>
        </p:nvSpPr>
        <p:spPr>
          <a:xfrm>
            <a:off x="6181725" y="1577977"/>
            <a:ext cx="2487168" cy="3931920"/>
          </a:xfrm>
          <a:prstGeom prst="rect">
            <a:avLst/>
          </a:prstGeom>
          <a:solidFill>
            <a:srgbClr val="FFFFFF"/>
          </a:solidFill>
          <a:ln>
            <a:solidFill>
              <a:srgbClr val="C0C0C0"/>
            </a:solidFill>
          </a:ln>
        </p:spPr>
        <p:txBody>
          <a:bodyPr lIns="457200" rIns="9144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0"/>
          <p:cNvSpPr>
            <a:spLocks noGrp="1"/>
          </p:cNvSpPr>
          <p:nvPr>
            <p:ph sz="quarter" idx="20"/>
          </p:nvPr>
        </p:nvSpPr>
        <p:spPr>
          <a:xfrm>
            <a:off x="484632" y="1577977"/>
            <a:ext cx="2487168" cy="393192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0"/>
          </p:nvPr>
        </p:nvSpPr>
        <p:spPr>
          <a:xfrm>
            <a:off x="2667000" y="182880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1" name="Text Placeholder 23"/>
          <p:cNvSpPr>
            <a:spLocks noGrp="1"/>
          </p:cNvSpPr>
          <p:nvPr>
            <p:ph type="body" sz="quarter" idx="21"/>
          </p:nvPr>
        </p:nvSpPr>
        <p:spPr>
          <a:xfrm>
            <a:off x="2667000" y="242316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2" name="Text Placeholder 23"/>
          <p:cNvSpPr>
            <a:spLocks noGrp="1"/>
          </p:cNvSpPr>
          <p:nvPr>
            <p:ph type="body" sz="quarter" idx="22"/>
          </p:nvPr>
        </p:nvSpPr>
        <p:spPr>
          <a:xfrm>
            <a:off x="2667000" y="301752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3" name="Text Placeholder 23"/>
          <p:cNvSpPr>
            <a:spLocks noGrp="1"/>
          </p:cNvSpPr>
          <p:nvPr>
            <p:ph type="body" sz="quarter" idx="23"/>
          </p:nvPr>
        </p:nvSpPr>
        <p:spPr>
          <a:xfrm>
            <a:off x="2667000" y="361188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4" name="Text Placeholder 23"/>
          <p:cNvSpPr>
            <a:spLocks noGrp="1"/>
          </p:cNvSpPr>
          <p:nvPr>
            <p:ph type="body" sz="quarter" idx="24"/>
          </p:nvPr>
        </p:nvSpPr>
        <p:spPr>
          <a:xfrm>
            <a:off x="2667000" y="420624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5" name="Text Placeholder 23"/>
          <p:cNvSpPr>
            <a:spLocks noGrp="1"/>
          </p:cNvSpPr>
          <p:nvPr>
            <p:ph type="body" sz="quarter" idx="25"/>
          </p:nvPr>
        </p:nvSpPr>
        <p:spPr>
          <a:xfrm>
            <a:off x="2667000" y="480060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6" name="Text Placeholder 22"/>
          <p:cNvSpPr>
            <a:spLocks noGrp="1"/>
          </p:cNvSpPr>
          <p:nvPr>
            <p:ph type="body" sz="quarter" idx="29"/>
          </p:nvPr>
        </p:nvSpPr>
        <p:spPr>
          <a:xfrm>
            <a:off x="2514600" y="1981200"/>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7" name="Text Placeholder 22"/>
          <p:cNvSpPr>
            <a:spLocks noGrp="1"/>
          </p:cNvSpPr>
          <p:nvPr>
            <p:ph type="body" sz="quarter" idx="30"/>
          </p:nvPr>
        </p:nvSpPr>
        <p:spPr>
          <a:xfrm>
            <a:off x="2514600" y="2570074"/>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8" name="Text Placeholder 22"/>
          <p:cNvSpPr>
            <a:spLocks noGrp="1"/>
          </p:cNvSpPr>
          <p:nvPr>
            <p:ph type="body" sz="quarter" idx="31"/>
          </p:nvPr>
        </p:nvSpPr>
        <p:spPr>
          <a:xfrm>
            <a:off x="2514600" y="3158948"/>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9" name="Text Placeholder 22"/>
          <p:cNvSpPr>
            <a:spLocks noGrp="1"/>
          </p:cNvSpPr>
          <p:nvPr>
            <p:ph type="body" sz="quarter" idx="32"/>
          </p:nvPr>
        </p:nvSpPr>
        <p:spPr>
          <a:xfrm>
            <a:off x="2514600" y="3747822"/>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0" name="Text Placeholder 22"/>
          <p:cNvSpPr>
            <a:spLocks noGrp="1"/>
          </p:cNvSpPr>
          <p:nvPr>
            <p:ph type="body" sz="quarter" idx="33"/>
          </p:nvPr>
        </p:nvSpPr>
        <p:spPr>
          <a:xfrm>
            <a:off x="2514600" y="4336696"/>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1" name="Text Placeholder 22"/>
          <p:cNvSpPr>
            <a:spLocks noGrp="1"/>
          </p:cNvSpPr>
          <p:nvPr>
            <p:ph type="body" sz="quarter" idx="34"/>
          </p:nvPr>
        </p:nvSpPr>
        <p:spPr>
          <a:xfrm>
            <a:off x="2514600" y="4925568"/>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18"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p:cNvSpPr>
            <a:spLocks noGrp="1"/>
          </p:cNvSpPr>
          <p:nvPr>
            <p:ph type="sldNum" sz="quarter" idx="36"/>
          </p:nvPr>
        </p:nvSpPr>
        <p:spPr/>
        <p:txBody>
          <a:bodyPr/>
          <a:lstStyle>
            <a:lvl1pPr>
              <a:defRPr/>
            </a:lvl1pPr>
          </a:lstStyle>
          <a:p>
            <a:fld id="{6F716D94-026E-1240-A247-91A0127FD885}"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11951520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Blocks - Horizontal chevrons with text">
    <p:spTree>
      <p:nvGrpSpPr>
        <p:cNvPr id="1" name=""/>
        <p:cNvGrpSpPr/>
        <p:nvPr/>
      </p:nvGrpSpPr>
      <p:grpSpPr>
        <a:xfrm>
          <a:off x="0" y="0"/>
          <a:ext cx="0" cy="0"/>
          <a:chOff x="0" y="0"/>
          <a:chExt cx="0" cy="0"/>
        </a:xfrm>
      </p:grpSpPr>
      <p:sp>
        <p:nvSpPr>
          <p:cNvPr id="10" name="Text Placeholder 19"/>
          <p:cNvSpPr>
            <a:spLocks noGrp="1"/>
          </p:cNvSpPr>
          <p:nvPr>
            <p:ph type="body" sz="quarter" idx="10"/>
          </p:nvPr>
        </p:nvSpPr>
        <p:spPr>
          <a:xfrm>
            <a:off x="396240" y="1600200"/>
            <a:ext cx="1828800" cy="1051560"/>
          </a:xfrm>
          <a:prstGeom prst="homePlate">
            <a:avLst>
              <a:gd name="adj" fmla="val 24892"/>
            </a:avLst>
          </a:prstGeom>
          <a:solidFill>
            <a:srgbClr val="B01C2E"/>
          </a:solidFill>
          <a:ln>
            <a:solidFill>
              <a:srgbClr val="B01C2E"/>
            </a:solidFill>
          </a:ln>
        </p:spPr>
        <p:txBody>
          <a:bodyPr anchor="ctr"/>
          <a:lstStyle>
            <a:lvl1pPr marL="0" indent="0">
              <a:buNone/>
              <a:defRPr sz="900" b="1">
                <a:solidFill>
                  <a:srgbClr val="FFFFFF"/>
                </a:solidFill>
              </a:defRPr>
            </a:lvl1pPr>
          </a:lstStyle>
          <a:p>
            <a:pPr lvl="0"/>
            <a:r>
              <a:rPr lang="en-US"/>
              <a:t>Click to edit Master text styles</a:t>
            </a:r>
          </a:p>
        </p:txBody>
      </p:sp>
      <p:sp>
        <p:nvSpPr>
          <p:cNvPr id="11" name="Text Placeholder 19"/>
          <p:cNvSpPr>
            <a:spLocks noGrp="1"/>
          </p:cNvSpPr>
          <p:nvPr>
            <p:ph type="body" sz="quarter" idx="29"/>
          </p:nvPr>
        </p:nvSpPr>
        <p:spPr>
          <a:xfrm>
            <a:off x="2621280" y="160020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0"/>
          </p:nvPr>
        </p:nvSpPr>
        <p:spPr>
          <a:xfrm>
            <a:off x="396240" y="274828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8" name="Text Placeholder 19"/>
          <p:cNvSpPr>
            <a:spLocks noGrp="1"/>
          </p:cNvSpPr>
          <p:nvPr>
            <p:ph type="body" sz="quarter" idx="31"/>
          </p:nvPr>
        </p:nvSpPr>
        <p:spPr>
          <a:xfrm>
            <a:off x="2621280" y="274828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396240" y="389636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9"/>
          <p:cNvSpPr>
            <a:spLocks noGrp="1"/>
          </p:cNvSpPr>
          <p:nvPr>
            <p:ph type="body" sz="quarter" idx="33"/>
          </p:nvPr>
        </p:nvSpPr>
        <p:spPr>
          <a:xfrm>
            <a:off x="2621280" y="389636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3" name="Text Placeholder 19"/>
          <p:cNvSpPr>
            <a:spLocks noGrp="1"/>
          </p:cNvSpPr>
          <p:nvPr>
            <p:ph type="body" sz="quarter" idx="34"/>
          </p:nvPr>
        </p:nvSpPr>
        <p:spPr>
          <a:xfrm>
            <a:off x="402266" y="504444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4" name="Text Placeholder 19"/>
          <p:cNvSpPr>
            <a:spLocks noGrp="1"/>
          </p:cNvSpPr>
          <p:nvPr>
            <p:ph type="body" sz="quarter" idx="35"/>
          </p:nvPr>
        </p:nvSpPr>
        <p:spPr>
          <a:xfrm>
            <a:off x="2627306" y="504444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9"/>
          <p:cNvSpPr>
            <a:spLocks noGrp="1"/>
          </p:cNvSpPr>
          <p:nvPr>
            <p:ph type="sldNum" sz="quarter" idx="36"/>
          </p:nvPr>
        </p:nvSpPr>
        <p:spPr/>
        <p:txBody>
          <a:bodyPr/>
          <a:lstStyle>
            <a:lvl1pPr>
              <a:defRPr/>
            </a:lvl1pPr>
          </a:lstStyle>
          <a:p>
            <a:fld id="{DDD5FA0E-3EAB-CB47-B428-C2E5915BFD66}" type="slidenum">
              <a:rPr lang="en-US" altLang="en-US"/>
              <a:pPr/>
              <a:t>‹#›</a:t>
            </a:fld>
            <a:endParaRPr lang="en-US" altLang="en-US"/>
          </a:p>
        </p:txBody>
      </p:sp>
      <p:sp>
        <p:nvSpPr>
          <p:cNvPr id="14" name="Footer Placeholder 12"/>
          <p:cNvSpPr>
            <a:spLocks noGrp="1"/>
          </p:cNvSpPr>
          <p:nvPr>
            <p:ph type="ftr" sz="quarter" idx="37"/>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26808681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Blocks - Vertical chevrons with text">
    <p:spTree>
      <p:nvGrpSpPr>
        <p:cNvPr id="1" name=""/>
        <p:cNvGrpSpPr/>
        <p:nvPr/>
      </p:nvGrpSpPr>
      <p:grpSpPr>
        <a:xfrm>
          <a:off x="0" y="0"/>
          <a:ext cx="0" cy="0"/>
          <a:chOff x="0" y="0"/>
          <a:chExt cx="0" cy="0"/>
        </a:xfrm>
      </p:grpSpPr>
      <p:sp>
        <p:nvSpPr>
          <p:cNvPr id="20" name="Text Placeholder 13"/>
          <p:cNvSpPr>
            <a:spLocks noGrp="1"/>
          </p:cNvSpPr>
          <p:nvPr>
            <p:ph type="body" sz="quarter" idx="17"/>
          </p:nvPr>
        </p:nvSpPr>
        <p:spPr>
          <a:xfrm rot="5400000">
            <a:off x="731520" y="1097281"/>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4" name="Text Placeholder 19"/>
          <p:cNvSpPr>
            <a:spLocks noGrp="1"/>
          </p:cNvSpPr>
          <p:nvPr>
            <p:ph type="body" sz="quarter" idx="29"/>
          </p:nvPr>
        </p:nvSpPr>
        <p:spPr>
          <a:xfrm>
            <a:off x="2362200" y="1371600"/>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5" name="Text Placeholder 19"/>
          <p:cNvSpPr>
            <a:spLocks noGrp="1"/>
          </p:cNvSpPr>
          <p:nvPr>
            <p:ph type="body" sz="quarter" idx="30"/>
          </p:nvPr>
        </p:nvSpPr>
        <p:spPr>
          <a:xfrm>
            <a:off x="2362200" y="2474977"/>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31"/>
          </p:nvPr>
        </p:nvSpPr>
        <p:spPr>
          <a:xfrm>
            <a:off x="2362200" y="3578353"/>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2"/>
          </p:nvPr>
        </p:nvSpPr>
        <p:spPr>
          <a:xfrm>
            <a:off x="2362200" y="4681728"/>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1" name="Text Placeholder 13"/>
          <p:cNvSpPr>
            <a:spLocks noGrp="1"/>
          </p:cNvSpPr>
          <p:nvPr>
            <p:ph type="body" sz="quarter" idx="33"/>
          </p:nvPr>
        </p:nvSpPr>
        <p:spPr>
          <a:xfrm rot="5400000">
            <a:off x="731520" y="2200657"/>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2" name="Text Placeholder 13"/>
          <p:cNvSpPr>
            <a:spLocks noGrp="1"/>
          </p:cNvSpPr>
          <p:nvPr>
            <p:ph type="body" sz="quarter" idx="34"/>
          </p:nvPr>
        </p:nvSpPr>
        <p:spPr>
          <a:xfrm rot="5400000">
            <a:off x="731520" y="3304033"/>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3" name="Text Placeholder 13"/>
          <p:cNvSpPr>
            <a:spLocks noGrp="1"/>
          </p:cNvSpPr>
          <p:nvPr>
            <p:ph type="body" sz="quarter" idx="35"/>
          </p:nvPr>
        </p:nvSpPr>
        <p:spPr>
          <a:xfrm rot="5400000">
            <a:off x="731520" y="4407408"/>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1" name="Slide Number Placeholder 9"/>
          <p:cNvSpPr>
            <a:spLocks noGrp="1"/>
          </p:cNvSpPr>
          <p:nvPr>
            <p:ph type="sldNum" sz="quarter" idx="36"/>
          </p:nvPr>
        </p:nvSpPr>
        <p:spPr/>
        <p:txBody>
          <a:bodyPr/>
          <a:lstStyle>
            <a:lvl1pPr>
              <a:defRPr/>
            </a:lvl1pPr>
          </a:lstStyle>
          <a:p>
            <a:fld id="{4835DA82-056E-9542-8819-BE1B86DFF077}" type="slidenum">
              <a:rPr lang="en-US" altLang="en-US"/>
              <a:pPr/>
              <a:t>‹#›</a:t>
            </a:fld>
            <a:endParaRPr lang="en-US" altLang="en-US"/>
          </a:p>
        </p:txBody>
      </p:sp>
      <p:sp>
        <p:nvSpPr>
          <p:cNvPr id="12" name="Footer Placeholder 12"/>
          <p:cNvSpPr>
            <a:spLocks noGrp="1"/>
          </p:cNvSpPr>
          <p:nvPr>
            <p:ph type="ftr" sz="quarter" idx="37"/>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60308392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sp>
        <p:nvSpPr>
          <p:cNvPr id="11" name="AutoShape 8"/>
          <p:cNvSpPr>
            <a:spLocks noChangeArrowheads="1"/>
          </p:cNvSpPr>
          <p:nvPr userDrawn="1"/>
        </p:nvSpPr>
        <p:spPr bwMode="auto">
          <a:xfrm rot="5400000">
            <a:off x="5297488" y="3346450"/>
            <a:ext cx="4406900" cy="13716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2" name="AutoShape 4"/>
          <p:cNvSpPr>
            <a:spLocks noChangeArrowheads="1"/>
          </p:cNvSpPr>
          <p:nvPr userDrawn="1"/>
        </p:nvSpPr>
        <p:spPr bwMode="auto">
          <a:xfrm rot="5400000">
            <a:off x="-760413"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3" name="AutoShape 5"/>
          <p:cNvSpPr>
            <a:spLocks noChangeArrowheads="1"/>
          </p:cNvSpPr>
          <p:nvPr userDrawn="1"/>
        </p:nvSpPr>
        <p:spPr bwMode="auto">
          <a:xfrm rot="5400000">
            <a:off x="754063"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4" name="AutoShape 6"/>
          <p:cNvSpPr>
            <a:spLocks noChangeArrowheads="1"/>
          </p:cNvSpPr>
          <p:nvPr userDrawn="1"/>
        </p:nvSpPr>
        <p:spPr bwMode="auto">
          <a:xfrm rot="5400000">
            <a:off x="2266951" y="3351213"/>
            <a:ext cx="4416425" cy="13716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5" name="AutoShape 7"/>
          <p:cNvSpPr>
            <a:spLocks noChangeArrowheads="1"/>
          </p:cNvSpPr>
          <p:nvPr userDrawn="1"/>
        </p:nvSpPr>
        <p:spPr bwMode="auto">
          <a:xfrm rot="5400000">
            <a:off x="3781426"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7" name="Text Placeholder 16"/>
          <p:cNvSpPr>
            <a:spLocks noGrp="1"/>
          </p:cNvSpPr>
          <p:nvPr>
            <p:ph type="body" sz="quarter" idx="10"/>
          </p:nvPr>
        </p:nvSpPr>
        <p:spPr>
          <a:xfrm>
            <a:off x="762000" y="1417320"/>
            <a:ext cx="1371600" cy="457200"/>
          </a:xfrm>
          <a:prstGeom prst="rect">
            <a:avLst/>
          </a:prstGeom>
          <a:solidFill>
            <a:srgbClr val="4D4D4D"/>
          </a:solidFill>
        </p:spPr>
        <p:txBody>
          <a:bodyPr anchor="ctr"/>
          <a:lstStyle>
            <a:lvl1pPr marL="0" indent="0" algn="ctr">
              <a:spcBef>
                <a:spcPts val="0"/>
              </a:spcBef>
              <a:buNone/>
              <a:defRPr sz="900" b="1">
                <a:solidFill>
                  <a:srgbClr val="FFFFFF"/>
                </a:solidFill>
              </a:defRPr>
            </a:lvl1pPr>
          </a:lstStyle>
          <a:p>
            <a:pPr lvl="0"/>
            <a:r>
              <a:rPr lang="en-US"/>
              <a:t>Click to edit Master text styles</a:t>
            </a:r>
          </a:p>
        </p:txBody>
      </p:sp>
      <p:sp>
        <p:nvSpPr>
          <p:cNvPr id="18" name="Text Placeholder 16"/>
          <p:cNvSpPr>
            <a:spLocks noGrp="1"/>
          </p:cNvSpPr>
          <p:nvPr>
            <p:ph type="body" sz="quarter" idx="11"/>
          </p:nvPr>
        </p:nvSpPr>
        <p:spPr>
          <a:xfrm>
            <a:off x="2276475"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9" name="Text Placeholder 16"/>
          <p:cNvSpPr>
            <a:spLocks noGrp="1"/>
          </p:cNvSpPr>
          <p:nvPr>
            <p:ph type="body" sz="quarter" idx="12"/>
          </p:nvPr>
        </p:nvSpPr>
        <p:spPr>
          <a:xfrm>
            <a:off x="3789363"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6"/>
          <p:cNvSpPr>
            <a:spLocks noGrp="1"/>
          </p:cNvSpPr>
          <p:nvPr>
            <p:ph type="body" sz="quarter" idx="13"/>
          </p:nvPr>
        </p:nvSpPr>
        <p:spPr>
          <a:xfrm>
            <a:off x="5303838"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1" name="Text Placeholder 16"/>
          <p:cNvSpPr>
            <a:spLocks noGrp="1"/>
          </p:cNvSpPr>
          <p:nvPr>
            <p:ph type="body" sz="quarter" idx="14"/>
          </p:nvPr>
        </p:nvSpPr>
        <p:spPr>
          <a:xfrm>
            <a:off x="6815138"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6" name="Text Placeholder 19"/>
          <p:cNvSpPr>
            <a:spLocks noGrp="1"/>
          </p:cNvSpPr>
          <p:nvPr>
            <p:ph type="body" sz="quarter" idx="15"/>
          </p:nvPr>
        </p:nvSpPr>
        <p:spPr>
          <a:xfrm>
            <a:off x="609600" y="2133601"/>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marL="514350">
              <a:buClr>
                <a:srgbClr val="B01C2E"/>
              </a:buClr>
              <a:buFont typeface="Arial" pitchFamily="34" charset="0"/>
              <a:buChar char="–"/>
              <a:defRPr sz="900"/>
            </a:lvl4pPr>
          </a:lstStyle>
          <a:p>
            <a:pPr lvl="0"/>
            <a:r>
              <a:rPr lang="en-US"/>
              <a:t>Click to edit Master text styles</a:t>
            </a:r>
          </a:p>
          <a:p>
            <a:pPr lvl="1"/>
            <a:r>
              <a:rPr lang="en-US"/>
              <a:t>Second level</a:t>
            </a:r>
          </a:p>
          <a:p>
            <a:pPr lvl="2"/>
            <a:r>
              <a:rPr lang="en-US"/>
              <a:t>Third level</a:t>
            </a:r>
          </a:p>
        </p:txBody>
      </p:sp>
      <p:sp>
        <p:nvSpPr>
          <p:cNvPr id="31" name="Text Placeholder 19"/>
          <p:cNvSpPr>
            <a:spLocks noGrp="1"/>
          </p:cNvSpPr>
          <p:nvPr>
            <p:ph type="body" sz="quarter" idx="21"/>
          </p:nvPr>
        </p:nvSpPr>
        <p:spPr>
          <a:xfrm>
            <a:off x="609600" y="3390901"/>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22"/>
          </p:nvPr>
        </p:nvSpPr>
        <p:spPr>
          <a:xfrm>
            <a:off x="609600" y="4648200"/>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2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p:cNvSpPr>
            <a:spLocks noGrp="1"/>
          </p:cNvSpPr>
          <p:nvPr>
            <p:ph type="sldNum" sz="quarter" idx="23"/>
          </p:nvPr>
        </p:nvSpPr>
        <p:spPr/>
        <p:txBody>
          <a:bodyPr/>
          <a:lstStyle>
            <a:lvl1pPr>
              <a:defRPr/>
            </a:lvl1pPr>
          </a:lstStyle>
          <a:p>
            <a:fld id="{4755A724-3117-D848-90FF-6F79FEC20653}" type="slidenum">
              <a:rPr lang="en-US" altLang="en-US"/>
              <a:pPr/>
              <a:t>‹#›</a:t>
            </a:fld>
            <a:endParaRPr lang="en-US" altLang="en-US"/>
          </a:p>
        </p:txBody>
      </p:sp>
      <p:sp>
        <p:nvSpPr>
          <p:cNvPr id="22" name="Footer Placeholder 21"/>
          <p:cNvSpPr>
            <a:spLocks noGrp="1"/>
          </p:cNvSpPr>
          <p:nvPr>
            <p:ph type="ftr" sz="quarter" idx="24"/>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14833462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 Chevrons resulting From">
    <p:spTree>
      <p:nvGrpSpPr>
        <p:cNvPr id="1" name=""/>
        <p:cNvGrpSpPr/>
        <p:nvPr/>
      </p:nvGrpSpPr>
      <p:grpSpPr>
        <a:xfrm>
          <a:off x="0" y="0"/>
          <a:ext cx="0" cy="0"/>
          <a:chOff x="0" y="0"/>
          <a:chExt cx="0" cy="0"/>
        </a:xfrm>
      </p:grpSpPr>
      <p:sp>
        <p:nvSpPr>
          <p:cNvPr id="21" name="Text Placeholder 12"/>
          <p:cNvSpPr>
            <a:spLocks noGrp="1"/>
          </p:cNvSpPr>
          <p:nvPr>
            <p:ph type="body" sz="quarter" idx="18"/>
          </p:nvPr>
        </p:nvSpPr>
        <p:spPr>
          <a:xfrm>
            <a:off x="3273552" y="1444752"/>
            <a:ext cx="2596896" cy="3968496"/>
          </a:xfrm>
          <a:prstGeom prst="rect">
            <a:avLst/>
          </a:prstGeom>
        </p:spPr>
        <p:txBody>
          <a:bodyPr wrap="square" lIns="640080" rIns="640080" anchor="ctr" anchorCtr="1">
            <a:noAutofit/>
          </a:bodyPr>
          <a:lstStyle>
            <a:lvl1pPr marL="0" indent="0" algn="ctr">
              <a:spcBef>
                <a:spcPts val="0"/>
              </a:spcBef>
              <a:spcAft>
                <a:spcPts val="0"/>
              </a:spcAft>
              <a:buNone/>
              <a:defRPr sz="900" b="1"/>
            </a:lvl1pPr>
          </a:lstStyle>
          <a:p>
            <a:pPr lvl="0"/>
            <a:r>
              <a:rPr lang="en-US"/>
              <a:t>Click to edit Master text styles</a:t>
            </a:r>
          </a:p>
        </p:txBody>
      </p:sp>
      <p:sp>
        <p:nvSpPr>
          <p:cNvPr id="14" name="Text Placeholder 19"/>
          <p:cNvSpPr>
            <a:spLocks noGrp="1"/>
          </p:cNvSpPr>
          <p:nvPr>
            <p:ph type="body" sz="quarter" idx="15"/>
          </p:nvPr>
        </p:nvSpPr>
        <p:spPr>
          <a:xfrm>
            <a:off x="5370576" y="152400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8" name="Text Placeholder 19"/>
          <p:cNvSpPr>
            <a:spLocks noGrp="1"/>
          </p:cNvSpPr>
          <p:nvPr>
            <p:ph type="body" sz="quarter" idx="31"/>
          </p:nvPr>
        </p:nvSpPr>
        <p:spPr>
          <a:xfrm flipH="1">
            <a:off x="609600" y="152400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5370576" y="255016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0" name="Text Placeholder 19"/>
          <p:cNvSpPr>
            <a:spLocks noGrp="1"/>
          </p:cNvSpPr>
          <p:nvPr>
            <p:ph type="body" sz="quarter" idx="33"/>
          </p:nvPr>
        </p:nvSpPr>
        <p:spPr>
          <a:xfrm flipH="1">
            <a:off x="609600" y="255016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8" name="Text Placeholder 19"/>
          <p:cNvSpPr>
            <a:spLocks noGrp="1"/>
          </p:cNvSpPr>
          <p:nvPr>
            <p:ph type="body" sz="quarter" idx="34"/>
          </p:nvPr>
        </p:nvSpPr>
        <p:spPr>
          <a:xfrm>
            <a:off x="5370576" y="357632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35"/>
          </p:nvPr>
        </p:nvSpPr>
        <p:spPr>
          <a:xfrm flipH="1">
            <a:off x="609600" y="357632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3" name="Text Placeholder 19"/>
          <p:cNvSpPr>
            <a:spLocks noGrp="1"/>
          </p:cNvSpPr>
          <p:nvPr>
            <p:ph type="body" sz="quarter" idx="36"/>
          </p:nvPr>
        </p:nvSpPr>
        <p:spPr>
          <a:xfrm>
            <a:off x="5370576" y="460248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4" name="Text Placeholder 19"/>
          <p:cNvSpPr>
            <a:spLocks noGrp="1"/>
          </p:cNvSpPr>
          <p:nvPr>
            <p:ph type="body" sz="quarter" idx="37"/>
          </p:nvPr>
        </p:nvSpPr>
        <p:spPr>
          <a:xfrm flipH="1">
            <a:off x="609600" y="460248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2" name="Slide Number Placeholder 9"/>
          <p:cNvSpPr>
            <a:spLocks noGrp="1"/>
          </p:cNvSpPr>
          <p:nvPr>
            <p:ph type="sldNum" sz="quarter" idx="38"/>
          </p:nvPr>
        </p:nvSpPr>
        <p:spPr/>
        <p:txBody>
          <a:bodyPr/>
          <a:lstStyle>
            <a:lvl1pPr>
              <a:defRPr/>
            </a:lvl1pPr>
          </a:lstStyle>
          <a:p>
            <a:fld id="{BA6B416F-5AE6-D74C-AE38-5D34E63DFA9A}" type="slidenum">
              <a:rPr lang="en-US" altLang="en-US"/>
              <a:pPr/>
              <a:t>‹#›</a:t>
            </a:fld>
            <a:endParaRPr lang="en-US" altLang="en-US"/>
          </a:p>
        </p:txBody>
      </p:sp>
      <p:sp>
        <p:nvSpPr>
          <p:cNvPr id="15" name="Footer Placeholder 12"/>
          <p:cNvSpPr>
            <a:spLocks noGrp="1"/>
          </p:cNvSpPr>
          <p:nvPr>
            <p:ph type="ftr" sz="quarter" idx="39"/>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4741895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Blocks - Chevrons leading to">
    <p:spTree>
      <p:nvGrpSpPr>
        <p:cNvPr id="1" name=""/>
        <p:cNvGrpSpPr/>
        <p:nvPr/>
      </p:nvGrpSpPr>
      <p:grpSpPr>
        <a:xfrm>
          <a:off x="0" y="0"/>
          <a:ext cx="0" cy="0"/>
          <a:chOff x="0" y="0"/>
          <a:chExt cx="0" cy="0"/>
        </a:xfrm>
      </p:grpSpPr>
      <p:sp>
        <p:nvSpPr>
          <p:cNvPr id="19" name="Text Placeholder 12"/>
          <p:cNvSpPr>
            <a:spLocks noGrp="1"/>
          </p:cNvSpPr>
          <p:nvPr>
            <p:ph type="body" sz="quarter" idx="18"/>
          </p:nvPr>
        </p:nvSpPr>
        <p:spPr>
          <a:xfrm>
            <a:off x="6248400" y="1420504"/>
            <a:ext cx="2587752" cy="48006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vl6pPr marL="836676">
              <a:buClr>
                <a:srgbClr val="B01C1A"/>
              </a:buClr>
              <a:buFont typeface="Arial" pitchFamily="34" charset="0"/>
              <a:buChar char="–"/>
              <a:defRPr sz="9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9"/>
          <p:cNvSpPr>
            <a:spLocks noGrp="1"/>
          </p:cNvSpPr>
          <p:nvPr>
            <p:ph type="body" sz="quarter" idx="15"/>
          </p:nvPr>
        </p:nvSpPr>
        <p:spPr>
          <a:xfrm>
            <a:off x="502920" y="15544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1" name="Text Placeholder 19"/>
          <p:cNvSpPr>
            <a:spLocks noGrp="1"/>
          </p:cNvSpPr>
          <p:nvPr>
            <p:ph type="body" sz="quarter" idx="21"/>
          </p:nvPr>
        </p:nvSpPr>
        <p:spPr>
          <a:xfrm>
            <a:off x="502920" y="27482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Text Placeholder 19"/>
          <p:cNvSpPr>
            <a:spLocks noGrp="1"/>
          </p:cNvSpPr>
          <p:nvPr>
            <p:ph type="body" sz="quarter" idx="22"/>
          </p:nvPr>
        </p:nvSpPr>
        <p:spPr>
          <a:xfrm>
            <a:off x="502920" y="39420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23"/>
          </p:nvPr>
        </p:nvSpPr>
        <p:spPr>
          <a:xfrm>
            <a:off x="502920" y="51358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24"/>
          </p:nvPr>
        </p:nvSpPr>
        <p:spPr/>
        <p:txBody>
          <a:bodyPr/>
          <a:lstStyle>
            <a:lvl1pPr>
              <a:defRPr/>
            </a:lvl1pPr>
          </a:lstStyle>
          <a:p>
            <a:fld id="{12EFD6B5-614C-464C-AC16-8E45A0815BB5}" type="slidenum">
              <a:rPr lang="en-US" altLang="en-US"/>
              <a:pPr/>
              <a:t>‹#›</a:t>
            </a:fld>
            <a:endParaRPr lang="en-US" altLang="en-US"/>
          </a:p>
        </p:txBody>
      </p:sp>
      <p:sp>
        <p:nvSpPr>
          <p:cNvPr id="13" name="Footer Placeholder 12"/>
          <p:cNvSpPr>
            <a:spLocks noGrp="1"/>
          </p:cNvSpPr>
          <p:nvPr>
            <p:ph type="ftr" sz="quarter" idx="25"/>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155587391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hases and threads with arrows">
    <p:spTree>
      <p:nvGrpSpPr>
        <p:cNvPr id="1" name=""/>
        <p:cNvGrpSpPr/>
        <p:nvPr/>
      </p:nvGrpSpPr>
      <p:grpSpPr>
        <a:xfrm>
          <a:off x="0" y="0"/>
          <a:ext cx="0" cy="0"/>
          <a:chOff x="0" y="0"/>
          <a:chExt cx="0" cy="0"/>
        </a:xfrm>
      </p:grpSpPr>
      <p:sp>
        <p:nvSpPr>
          <p:cNvPr id="32" name="Text Placeholder 19"/>
          <p:cNvSpPr>
            <a:spLocks noGrp="1"/>
          </p:cNvSpPr>
          <p:nvPr>
            <p:ph type="body" sz="quarter" idx="15"/>
          </p:nvPr>
        </p:nvSpPr>
        <p:spPr>
          <a:xfrm>
            <a:off x="304800" y="2362200"/>
            <a:ext cx="6117336"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3" name="Text Placeholder 19"/>
          <p:cNvSpPr>
            <a:spLocks noGrp="1"/>
          </p:cNvSpPr>
          <p:nvPr>
            <p:ph type="body" sz="quarter" idx="33"/>
          </p:nvPr>
        </p:nvSpPr>
        <p:spPr>
          <a:xfrm>
            <a:off x="304800" y="3491484"/>
            <a:ext cx="6096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6" name="Text Placeholder 19"/>
          <p:cNvSpPr>
            <a:spLocks noGrp="1"/>
          </p:cNvSpPr>
          <p:nvPr>
            <p:ph type="body" sz="quarter" idx="34"/>
          </p:nvPr>
        </p:nvSpPr>
        <p:spPr>
          <a:xfrm>
            <a:off x="304800" y="4620768"/>
            <a:ext cx="6096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26" name="Text Placeholder 25"/>
          <p:cNvSpPr>
            <a:spLocks noGrp="1"/>
          </p:cNvSpPr>
          <p:nvPr>
            <p:ph type="body" sz="quarter" idx="21"/>
          </p:nvPr>
        </p:nvSpPr>
        <p:spPr>
          <a:xfrm>
            <a:off x="6411433" y="1417320"/>
            <a:ext cx="2103120" cy="429768"/>
          </a:xfrm>
          <a:prstGeom prst="rect">
            <a:avLst/>
          </a:prstGeom>
          <a:solidFill>
            <a:srgbClr val="B01C2E"/>
          </a:solidFill>
          <a:ln>
            <a:solidFill>
              <a:srgbClr val="B01C2E"/>
            </a:solidFill>
          </a:ln>
        </p:spPr>
        <p:txBody>
          <a:bodyPr anchor="ctr"/>
          <a:lstStyle>
            <a:lvl1pPr algn="ctr">
              <a:buNone/>
              <a:defRPr sz="900" b="1">
                <a:solidFill>
                  <a:srgbClr val="FFFFFF"/>
                </a:solidFill>
              </a:defRPr>
            </a:lvl1pPr>
          </a:lstStyle>
          <a:p>
            <a:pPr lvl="0"/>
            <a:r>
              <a:rPr lang="en-US"/>
              <a:t>Click to edit Master text styles</a:t>
            </a:r>
          </a:p>
        </p:txBody>
      </p:sp>
      <p:sp>
        <p:nvSpPr>
          <p:cNvPr id="17" name="Text Placeholder 12"/>
          <p:cNvSpPr>
            <a:spLocks noGrp="1"/>
          </p:cNvSpPr>
          <p:nvPr>
            <p:ph type="body" sz="quarter" idx="27"/>
          </p:nvPr>
        </p:nvSpPr>
        <p:spPr>
          <a:xfrm>
            <a:off x="4391025"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p:cNvSpPr>
            <a:spLocks noGrp="1"/>
          </p:cNvSpPr>
          <p:nvPr>
            <p:ph type="body" sz="quarter" idx="28"/>
          </p:nvPr>
        </p:nvSpPr>
        <p:spPr>
          <a:xfrm>
            <a:off x="2774061"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2"/>
          <p:cNvSpPr>
            <a:spLocks noGrp="1"/>
          </p:cNvSpPr>
          <p:nvPr>
            <p:ph type="body" sz="quarter" idx="29"/>
          </p:nvPr>
        </p:nvSpPr>
        <p:spPr>
          <a:xfrm>
            <a:off x="1157097"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5"/>
          <p:cNvSpPr>
            <a:spLocks noGrp="1"/>
          </p:cNvSpPr>
          <p:nvPr>
            <p:ph type="body" sz="quarter" idx="30"/>
          </p:nvPr>
        </p:nvSpPr>
        <p:spPr>
          <a:xfrm>
            <a:off x="1157097"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1" name="Text Placeholder 25"/>
          <p:cNvSpPr>
            <a:spLocks noGrp="1"/>
          </p:cNvSpPr>
          <p:nvPr>
            <p:ph type="body" sz="quarter" idx="31"/>
          </p:nvPr>
        </p:nvSpPr>
        <p:spPr>
          <a:xfrm>
            <a:off x="2774061"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5" name="Text Placeholder 25"/>
          <p:cNvSpPr>
            <a:spLocks noGrp="1"/>
          </p:cNvSpPr>
          <p:nvPr>
            <p:ph type="body" sz="quarter" idx="32"/>
          </p:nvPr>
        </p:nvSpPr>
        <p:spPr>
          <a:xfrm>
            <a:off x="4391025"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Content Placeholder 10"/>
          <p:cNvSpPr>
            <a:spLocks noGrp="1"/>
          </p:cNvSpPr>
          <p:nvPr>
            <p:ph sz="quarter" idx="20"/>
          </p:nvPr>
        </p:nvSpPr>
        <p:spPr>
          <a:xfrm>
            <a:off x="6411433" y="1861185"/>
            <a:ext cx="2103120" cy="420624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p:txBody>
      </p:sp>
      <p:sp>
        <p:nvSpPr>
          <p:cNvPr id="14" name="Slide Number Placeholder 9"/>
          <p:cNvSpPr>
            <a:spLocks noGrp="1"/>
          </p:cNvSpPr>
          <p:nvPr>
            <p:ph type="sldNum" sz="quarter" idx="35"/>
          </p:nvPr>
        </p:nvSpPr>
        <p:spPr/>
        <p:txBody>
          <a:bodyPr/>
          <a:lstStyle>
            <a:lvl1pPr>
              <a:defRPr/>
            </a:lvl1pPr>
          </a:lstStyle>
          <a:p>
            <a:fld id="{08AE5534-AA48-F74E-87DE-645A72BA9DD1}" type="slidenum">
              <a:rPr lang="en-US" altLang="en-US"/>
              <a:pPr/>
              <a:t>‹#›</a:t>
            </a:fld>
            <a:endParaRPr lang="en-US" altLang="en-US"/>
          </a:p>
        </p:txBody>
      </p:sp>
      <p:sp>
        <p:nvSpPr>
          <p:cNvPr id="22" name="Footer Placeholder 12"/>
          <p:cNvSpPr>
            <a:spLocks noGrp="1"/>
          </p:cNvSpPr>
          <p:nvPr>
            <p:ph type="ftr" sz="quarter" idx="36"/>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144273152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oject Phases">
    <p:spTree>
      <p:nvGrpSpPr>
        <p:cNvPr id="1" name=""/>
        <p:cNvGrpSpPr/>
        <p:nvPr/>
      </p:nvGrpSpPr>
      <p:grpSpPr>
        <a:xfrm>
          <a:off x="0" y="0"/>
          <a:ext cx="0" cy="0"/>
          <a:chOff x="0" y="0"/>
          <a:chExt cx="0" cy="0"/>
        </a:xfrm>
      </p:grpSpPr>
      <p:sp>
        <p:nvSpPr>
          <p:cNvPr id="15" name="Freeform 11"/>
          <p:cNvSpPr>
            <a:spLocks/>
          </p:cNvSpPr>
          <p:nvPr userDrawn="1"/>
        </p:nvSpPr>
        <p:spPr bwMode="auto">
          <a:xfrm>
            <a:off x="3068639" y="1981202"/>
            <a:ext cx="2536825" cy="339725"/>
          </a:xfrm>
          <a:custGeom>
            <a:avLst/>
            <a:gdLst>
              <a:gd name="T0" fmla="*/ 0 w 2536891"/>
              <a:gd name="T1" fmla="*/ 0 h 488372"/>
              <a:gd name="T2" fmla="*/ 1942613 w 2536891"/>
              <a:gd name="T3" fmla="*/ 0 h 488372"/>
              <a:gd name="T4" fmla="*/ 2455867 w 2536891"/>
              <a:gd name="T5" fmla="*/ 200 h 488372"/>
              <a:gd name="T6" fmla="*/ 2536627 w 2536891"/>
              <a:gd name="T7" fmla="*/ 114356 h 488372"/>
              <a:gd name="T8" fmla="*/ 131751 w 2536891"/>
              <a:gd name="T9" fmla="*/ 114356 h 488372"/>
              <a:gd name="T10" fmla="*/ 81090 w 2536891"/>
              <a:gd name="T11" fmla="*/ 113442 h 488372"/>
              <a:gd name="T12" fmla="*/ 0 w 2536891"/>
              <a:gd name="T13" fmla="*/ 0 h 488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36891" h="488372">
                <a:moveTo>
                  <a:pt x="0" y="0"/>
                </a:moveTo>
                <a:lnTo>
                  <a:pt x="1942817" y="0"/>
                </a:lnTo>
                <a:lnTo>
                  <a:pt x="2456123" y="856"/>
                </a:lnTo>
                <a:lnTo>
                  <a:pt x="2536891" y="488372"/>
                </a:lnTo>
                <a:lnTo>
                  <a:pt x="131763" y="488372"/>
                </a:lnTo>
                <a:lnTo>
                  <a:pt x="81098" y="484467"/>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a:p>
        </p:txBody>
      </p:sp>
      <p:sp>
        <p:nvSpPr>
          <p:cNvPr id="17" name="Freeform 13"/>
          <p:cNvSpPr>
            <a:spLocks/>
          </p:cNvSpPr>
          <p:nvPr userDrawn="1"/>
        </p:nvSpPr>
        <p:spPr bwMode="auto">
          <a:xfrm>
            <a:off x="457201" y="1982790"/>
            <a:ext cx="2530475" cy="339725"/>
          </a:xfrm>
          <a:custGeom>
            <a:avLst/>
            <a:gdLst>
              <a:gd name="T0" fmla="*/ 0 w 2529680"/>
              <a:gd name="T1" fmla="*/ 0 h 488372"/>
              <a:gd name="T2" fmla="*/ 1945261 w 2529680"/>
              <a:gd name="T3" fmla="*/ 0 h 488372"/>
              <a:gd name="T4" fmla="*/ 2463980 w 2529680"/>
              <a:gd name="T5" fmla="*/ 200 h 488372"/>
              <a:gd name="T6" fmla="*/ 2532861 w 2529680"/>
              <a:gd name="T7" fmla="*/ 113442 h 488372"/>
              <a:gd name="T8" fmla="*/ 0 w 2529680"/>
              <a:gd name="T9" fmla="*/ 114356 h 488372"/>
              <a:gd name="T10" fmla="*/ 0 w 2529680"/>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29680" h="488372">
                <a:moveTo>
                  <a:pt x="0" y="0"/>
                </a:moveTo>
                <a:lnTo>
                  <a:pt x="1942817" y="0"/>
                </a:lnTo>
                <a:lnTo>
                  <a:pt x="2460885" y="856"/>
                </a:lnTo>
                <a:lnTo>
                  <a:pt x="2529680" y="484467"/>
                </a:lnTo>
                <a:lnTo>
                  <a:pt x="0"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a:p>
        </p:txBody>
      </p:sp>
      <p:sp>
        <p:nvSpPr>
          <p:cNvPr id="21" name="Freeform 14"/>
          <p:cNvSpPr>
            <a:spLocks/>
          </p:cNvSpPr>
          <p:nvPr userDrawn="1"/>
        </p:nvSpPr>
        <p:spPr bwMode="auto">
          <a:xfrm>
            <a:off x="5684839" y="1981202"/>
            <a:ext cx="2871787" cy="339725"/>
          </a:xfrm>
          <a:custGeom>
            <a:avLst/>
            <a:gdLst>
              <a:gd name="T0" fmla="*/ 0 w 2996886"/>
              <a:gd name="T1" fmla="*/ 0 h 488372"/>
              <a:gd name="T2" fmla="*/ 1638173 w 2996886"/>
              <a:gd name="T3" fmla="*/ 0 h 488372"/>
              <a:gd name="T4" fmla="*/ 2526959 w 2996886"/>
              <a:gd name="T5" fmla="*/ 200 h 488372"/>
              <a:gd name="T6" fmla="*/ 2525539 w 2996886"/>
              <a:gd name="T7" fmla="*/ 114356 h 488372"/>
              <a:gd name="T8" fmla="*/ 60236 w 2996886"/>
              <a:gd name="T9" fmla="*/ 114356 h 488372"/>
              <a:gd name="T10" fmla="*/ 0 w 2996886"/>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96886" h="488372">
                <a:moveTo>
                  <a:pt x="0" y="0"/>
                </a:moveTo>
                <a:lnTo>
                  <a:pt x="1942817" y="0"/>
                </a:lnTo>
                <a:lnTo>
                  <a:pt x="2996886" y="855"/>
                </a:lnTo>
                <a:cubicBezTo>
                  <a:pt x="2996325" y="163361"/>
                  <a:pt x="2995763" y="325866"/>
                  <a:pt x="2995202" y="488372"/>
                </a:cubicBezTo>
                <a:lnTo>
                  <a:pt x="71438"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a:p>
        </p:txBody>
      </p:sp>
      <p:sp>
        <p:nvSpPr>
          <p:cNvPr id="28" name="Text Placeholder 12"/>
          <p:cNvSpPr>
            <a:spLocks noGrp="1"/>
          </p:cNvSpPr>
          <p:nvPr>
            <p:ph type="body" sz="quarter" idx="16"/>
          </p:nvPr>
        </p:nvSpPr>
        <p:spPr bwMode="gray">
          <a:xfrm>
            <a:off x="5680886" y="1983087"/>
            <a:ext cx="2875741" cy="1903112"/>
          </a:xfrm>
          <a:custGeom>
            <a:avLst/>
            <a:gdLst>
              <a:gd name="connsiteX0" fmla="*/ 0 w 2674468"/>
              <a:gd name="connsiteY0" fmla="*/ 0 h 1724992"/>
              <a:gd name="connsiteX1" fmla="*/ 2472747 w 2674468"/>
              <a:gd name="connsiteY1" fmla="*/ 0 h 1724992"/>
              <a:gd name="connsiteX2" fmla="*/ 2674468 w 2674468"/>
              <a:gd name="connsiteY2" fmla="*/ 862496 h 1724992"/>
              <a:gd name="connsiteX3" fmla="*/ 2472747 w 2674468"/>
              <a:gd name="connsiteY3" fmla="*/ 1724992 h 1724992"/>
              <a:gd name="connsiteX4" fmla="*/ 0 w 2674468"/>
              <a:gd name="connsiteY4" fmla="*/ 1724992 h 1724992"/>
              <a:gd name="connsiteX5" fmla="*/ 201721 w 2674468"/>
              <a:gd name="connsiteY5" fmla="*/ 862496 h 1724992"/>
              <a:gd name="connsiteX6" fmla="*/ 0 w 2674468"/>
              <a:gd name="connsiteY6"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201721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747" h="1724992">
                <a:moveTo>
                  <a:pt x="0" y="0"/>
                </a:moveTo>
                <a:lnTo>
                  <a:pt x="2472747" y="0"/>
                </a:lnTo>
                <a:lnTo>
                  <a:pt x="2472747" y="1724992"/>
                </a:lnTo>
                <a:lnTo>
                  <a:pt x="0" y="1724992"/>
                </a:lnTo>
                <a:lnTo>
                  <a:pt x="169327" y="862496"/>
                </a:lnTo>
                <a:lnTo>
                  <a:pt x="0" y="0"/>
                </a:lnTo>
                <a:close/>
              </a:path>
            </a:pathLst>
          </a:custGeom>
          <a:noFill/>
          <a:ln w="6350">
            <a:solidFill>
              <a:srgbClr val="A9A9A9"/>
            </a:solidFill>
            <a:miter lim="800000"/>
            <a:headEnd/>
            <a:tailEnd/>
          </a:ln>
        </p:spPr>
        <p:txBody>
          <a:bodyPr lIns="411480" tIns="457200" rIns="137160" bIns="137160"/>
          <a:lstStyle>
            <a:lvl1pPr marL="128588" indent="-128588">
              <a:buClr>
                <a:srgbClr val="B01C2E"/>
              </a:buClr>
              <a:buFont typeface="Wingdings 2" pitchFamily="18" charset="2"/>
              <a:buChar char=""/>
              <a:defRPr sz="90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12"/>
          <p:cNvSpPr>
            <a:spLocks noGrp="1"/>
          </p:cNvSpPr>
          <p:nvPr>
            <p:ph type="body" sz="quarter" idx="33"/>
          </p:nvPr>
        </p:nvSpPr>
        <p:spPr>
          <a:xfrm>
            <a:off x="3068559" y="1983087"/>
            <a:ext cx="2674468" cy="1903112"/>
          </a:xfrm>
          <a:prstGeom prst="chevron">
            <a:avLst>
              <a:gd name="adj" fmla="val 10431"/>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21"/>
          </p:nvPr>
        </p:nvSpPr>
        <p:spPr>
          <a:xfrm>
            <a:off x="457200" y="4038600"/>
            <a:ext cx="8077200" cy="310896"/>
          </a:xfrm>
          <a:prstGeom prst="rect">
            <a:avLst/>
          </a:prstGeom>
          <a:solidFill>
            <a:srgbClr val="4D4D4D"/>
          </a:solidFill>
          <a:ln>
            <a:noFill/>
          </a:ln>
        </p:spPr>
        <p:txBody>
          <a:bodyPr anchor="ctr" anchorCtr="1"/>
          <a:lstStyle>
            <a:lvl1pPr marL="0" indent="0" algn="ctr">
              <a:buNone/>
              <a:defRPr sz="900" b="1">
                <a:solidFill>
                  <a:srgbClr val="FFFFFF"/>
                </a:solidFill>
              </a:defRPr>
            </a:lvl1pPr>
          </a:lstStyle>
          <a:p>
            <a:pPr lvl="0"/>
            <a:r>
              <a:rPr lang="en-US"/>
              <a:t>Click to edit Master text styles</a:t>
            </a:r>
          </a:p>
        </p:txBody>
      </p:sp>
      <p:sp>
        <p:nvSpPr>
          <p:cNvPr id="18" name="Text Placeholder 15"/>
          <p:cNvSpPr>
            <a:spLocks noGrp="1"/>
          </p:cNvSpPr>
          <p:nvPr>
            <p:ph type="body" sz="quarter" idx="23"/>
          </p:nvPr>
        </p:nvSpPr>
        <p:spPr>
          <a:xfrm>
            <a:off x="457200" y="5937504"/>
            <a:ext cx="3950208"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19" name="Text Placeholder 15"/>
          <p:cNvSpPr>
            <a:spLocks noGrp="1"/>
          </p:cNvSpPr>
          <p:nvPr>
            <p:ph type="body" sz="quarter" idx="24"/>
          </p:nvPr>
        </p:nvSpPr>
        <p:spPr>
          <a:xfrm>
            <a:off x="4585778" y="5937504"/>
            <a:ext cx="3950208"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26" name="Text Placeholder 12"/>
          <p:cNvSpPr>
            <a:spLocks noGrp="1"/>
          </p:cNvSpPr>
          <p:nvPr>
            <p:ph type="body" sz="quarter" idx="12"/>
          </p:nvPr>
        </p:nvSpPr>
        <p:spPr>
          <a:xfrm>
            <a:off x="457200" y="1417320"/>
            <a:ext cx="5193792"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27" name="Text Placeholder 13"/>
          <p:cNvSpPr>
            <a:spLocks noGrp="1"/>
          </p:cNvSpPr>
          <p:nvPr>
            <p:ph type="body" sz="quarter" idx="17"/>
          </p:nvPr>
        </p:nvSpPr>
        <p:spPr>
          <a:xfrm>
            <a:off x="5656263" y="1417326"/>
            <a:ext cx="3035808" cy="461963"/>
          </a:xfrm>
          <a:prstGeom prst="chevron">
            <a:avLst>
              <a:gd name="adj" fmla="val 34831"/>
            </a:avLst>
          </a:prstGeom>
          <a:solidFill>
            <a:srgbClr val="B01C2E"/>
          </a:solidFill>
        </p:spPr>
        <p:txBody>
          <a:bodyPr anchor="ctr"/>
          <a:lstStyle>
            <a:lvl1pPr marL="257175" marR="0" indent="-257175" algn="ctr" defTabSz="685800" rtl="0" eaLnBrk="1" fontAlgn="auto" latinLnBrk="0" hangingPunct="1">
              <a:lnSpc>
                <a:spcPct val="100000"/>
              </a:lnSpc>
              <a:spcBef>
                <a:spcPct val="20000"/>
              </a:spcBef>
              <a:spcAft>
                <a:spcPts val="0"/>
              </a:spcAft>
              <a:buClrTx/>
              <a:buSzTx/>
              <a:buFont typeface="Arial" pitchFamily="34" charset="0"/>
              <a:buNone/>
              <a:tabLst/>
              <a:defRPr sz="900" b="1">
                <a:solidFill>
                  <a:srgbClr val="FFFFFF"/>
                </a:solidFill>
              </a:defRPr>
            </a:lvl1pPr>
          </a:lstStyle>
          <a:p>
            <a:pPr lvl="0"/>
            <a:r>
              <a:rPr lang="en-US"/>
              <a:t>Click to edit Master text styles</a:t>
            </a:r>
          </a:p>
        </p:txBody>
      </p:sp>
      <p:sp>
        <p:nvSpPr>
          <p:cNvPr id="40" name="Text Placeholder 12"/>
          <p:cNvSpPr>
            <a:spLocks noGrp="1"/>
          </p:cNvSpPr>
          <p:nvPr>
            <p:ph type="body" sz="quarter" idx="11"/>
          </p:nvPr>
        </p:nvSpPr>
        <p:spPr>
          <a:xfrm>
            <a:off x="457200" y="1983087"/>
            <a:ext cx="2674468" cy="1903112"/>
          </a:xfrm>
          <a:prstGeom prst="homePlate">
            <a:avLst>
              <a:gd name="adj" fmla="val 11448"/>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9"/>
          <p:cNvSpPr>
            <a:spLocks noGrp="1"/>
          </p:cNvSpPr>
          <p:nvPr>
            <p:ph type="body" sz="quarter" idx="13"/>
          </p:nvPr>
        </p:nvSpPr>
        <p:spPr>
          <a:xfrm>
            <a:off x="457200" y="1981200"/>
            <a:ext cx="2473180"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3" name="Text Placeholder 29"/>
          <p:cNvSpPr>
            <a:spLocks noGrp="1"/>
          </p:cNvSpPr>
          <p:nvPr>
            <p:ph type="body" sz="quarter" idx="15"/>
          </p:nvPr>
        </p:nvSpPr>
        <p:spPr>
          <a:xfrm>
            <a:off x="3144323" y="1988239"/>
            <a:ext cx="2387536"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9" name="Content Placeholder 10"/>
          <p:cNvSpPr>
            <a:spLocks noGrp="1"/>
          </p:cNvSpPr>
          <p:nvPr>
            <p:ph sz="quarter" idx="18"/>
          </p:nvPr>
        </p:nvSpPr>
        <p:spPr>
          <a:xfrm>
            <a:off x="457200" y="4343400"/>
            <a:ext cx="8077200" cy="1481328"/>
          </a:xfrm>
          <a:prstGeom prst="rect">
            <a:avLst/>
          </a:prstGeom>
          <a:solidFill>
            <a:srgbClr val="FFFFFF"/>
          </a:solidFill>
          <a:ln>
            <a:solidFill>
              <a:srgbClr val="C0C0C0"/>
            </a:solidFill>
          </a:ln>
        </p:spPr>
        <p:txBody>
          <a:bodyPr/>
          <a:lstStyle>
            <a:lvl1pPr marL="130302" indent="-130302">
              <a:lnSpc>
                <a:spcPct val="95000"/>
              </a:lnSpc>
              <a:spcBef>
                <a:spcPts val="540"/>
              </a:spcBef>
              <a:buClr>
                <a:schemeClr val="accent1"/>
              </a:buClr>
              <a:buFont typeface="Wingdings 2" pitchFamily="18" charset="2"/>
              <a:buChar char=""/>
              <a:defRPr sz="900"/>
            </a:lvl1pPr>
            <a:lvl2pPr marL="260604" indent="-130302">
              <a:lnSpc>
                <a:spcPct val="95000"/>
              </a:lnSpc>
              <a:spcBef>
                <a:spcPts val="225"/>
              </a:spcBef>
              <a:buClr>
                <a:schemeClr val="accent1"/>
              </a:buClr>
              <a:buFont typeface="Arial" pitchFamily="34" charset="0"/>
              <a:buChar char="•"/>
              <a:defRPr sz="900"/>
            </a:lvl2pPr>
            <a:lvl3pPr marL="390906" indent="-130302">
              <a:lnSpc>
                <a:spcPct val="95000"/>
              </a:lnSpc>
              <a:spcBef>
                <a:spcPts val="225"/>
              </a:spcBef>
              <a:buClr>
                <a:schemeClr val="accent1"/>
              </a:buClr>
              <a:buFont typeface="Arial" pitchFamily="34" charset="0"/>
              <a:buChar char="–"/>
              <a:defRPr sz="900"/>
            </a:lvl3pPr>
            <a:lvl4pPr marL="514350" indent="-130302">
              <a:lnSpc>
                <a:spcPct val="95000"/>
              </a:lnSpc>
              <a:spcBef>
                <a:spcPts val="225"/>
              </a:spcBef>
              <a:buClr>
                <a:schemeClr val="accent1"/>
              </a:buClr>
              <a:buFont typeface="Arial" pitchFamily="34" charset="0"/>
              <a:buChar char="–"/>
              <a:defRPr sz="900"/>
            </a:lvl4pPr>
            <a:lvl5pPr marL="685800" indent="-130302">
              <a:lnSpc>
                <a:spcPct val="95000"/>
              </a:lnSpc>
              <a:spcBef>
                <a:spcPts val="225"/>
              </a:spcBef>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9"/>
          <p:cNvSpPr>
            <a:spLocks noGrp="1"/>
          </p:cNvSpPr>
          <p:nvPr>
            <p:ph type="body" sz="quarter" idx="34"/>
          </p:nvPr>
        </p:nvSpPr>
        <p:spPr>
          <a:xfrm>
            <a:off x="5762431" y="1987175"/>
            <a:ext cx="2794197"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2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3" name="Slide Number Placeholder 9"/>
          <p:cNvSpPr>
            <a:spLocks noGrp="1"/>
          </p:cNvSpPr>
          <p:nvPr>
            <p:ph type="sldNum" sz="quarter" idx="35"/>
          </p:nvPr>
        </p:nvSpPr>
        <p:spPr/>
        <p:txBody>
          <a:bodyPr/>
          <a:lstStyle>
            <a:lvl1pPr>
              <a:defRPr/>
            </a:lvl1pPr>
          </a:lstStyle>
          <a:p>
            <a:fld id="{E70D8206-912D-3041-8A60-C5747B4B98EB}" type="slidenum">
              <a:rPr lang="en-US" altLang="en-US"/>
              <a:pPr/>
              <a:t>‹#›</a:t>
            </a:fld>
            <a:endParaRPr lang="en-US" altLang="en-US"/>
          </a:p>
        </p:txBody>
      </p:sp>
      <p:sp>
        <p:nvSpPr>
          <p:cNvPr id="24" name="Footer Placeholder 23"/>
          <p:cNvSpPr>
            <a:spLocks noGrp="1"/>
          </p:cNvSpPr>
          <p:nvPr>
            <p:ph type="ftr" sz="quarter" idx="36"/>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61912766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Blocks - Workstreams and outcomes">
    <p:spTree>
      <p:nvGrpSpPr>
        <p:cNvPr id="1" name=""/>
        <p:cNvGrpSpPr/>
        <p:nvPr/>
      </p:nvGrpSpPr>
      <p:grpSpPr>
        <a:xfrm>
          <a:off x="0" y="0"/>
          <a:ext cx="0" cy="0"/>
          <a:chOff x="0" y="0"/>
          <a:chExt cx="0" cy="0"/>
        </a:xfrm>
      </p:grpSpPr>
      <p:sp>
        <p:nvSpPr>
          <p:cNvPr id="33" name="Pentagon 32"/>
          <p:cNvSpPr/>
          <p:nvPr userDrawn="1"/>
        </p:nvSpPr>
        <p:spPr bwMode="auto">
          <a:xfrm>
            <a:off x="5507039" y="1755775"/>
            <a:ext cx="679450" cy="4343400"/>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nchor="ctr"/>
          <a:lstStyle/>
          <a:p>
            <a:pPr indent="-88106" eaLnBrk="0" hangingPunct="0">
              <a:lnSpc>
                <a:spcPct val="95000"/>
              </a:lnSpc>
              <a:defRPr/>
            </a:pPr>
            <a:endParaRPr lang="en-US" sz="1350">
              <a:latin typeface="Arial" charset="0"/>
              <a:ea typeface="+mn-ea"/>
            </a:endParaRPr>
          </a:p>
        </p:txBody>
      </p:sp>
      <p:sp>
        <p:nvSpPr>
          <p:cNvPr id="6" name="Text Placeholder 2"/>
          <p:cNvSpPr>
            <a:spLocks noGrp="1"/>
          </p:cNvSpPr>
          <p:nvPr>
            <p:ph type="body" idx="38"/>
          </p:nvPr>
        </p:nvSpPr>
        <p:spPr>
          <a:xfrm>
            <a:off x="2993735" y="1290639"/>
            <a:ext cx="237744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7" name="Text Placeholder 2"/>
          <p:cNvSpPr>
            <a:spLocks noGrp="1"/>
          </p:cNvSpPr>
          <p:nvPr>
            <p:ph type="body" idx="39"/>
          </p:nvPr>
        </p:nvSpPr>
        <p:spPr>
          <a:xfrm>
            <a:off x="477838" y="1290639"/>
            <a:ext cx="237744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5"/>
          </p:nvPr>
        </p:nvSpPr>
        <p:spPr>
          <a:xfrm>
            <a:off x="2993735" y="1290638"/>
            <a:ext cx="2377440" cy="380392"/>
          </a:xfrm>
          <a:prstGeom prst="rect">
            <a:avLst/>
          </a:prstGeom>
          <a:solidFill>
            <a:schemeClr val="tx1">
              <a:lumMod val="50000"/>
              <a:lumOff val="50000"/>
            </a:schemeClr>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2"/>
          </p:nvPr>
        </p:nvSpPr>
        <p:spPr>
          <a:xfrm>
            <a:off x="6300383" y="1290638"/>
            <a:ext cx="237744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2"/>
          <p:cNvSpPr>
            <a:spLocks noGrp="1"/>
          </p:cNvSpPr>
          <p:nvPr>
            <p:ph type="body" idx="30"/>
          </p:nvPr>
        </p:nvSpPr>
        <p:spPr>
          <a:xfrm>
            <a:off x="477838" y="1290638"/>
            <a:ext cx="2377440" cy="380392"/>
          </a:xfrm>
          <a:prstGeom prst="rect">
            <a:avLst/>
          </a:prstGeom>
          <a:solidFill>
            <a:srgbClr val="4D4D4D"/>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Text Placeholder 19"/>
          <p:cNvSpPr>
            <a:spLocks noGrp="1"/>
          </p:cNvSpPr>
          <p:nvPr>
            <p:ph type="body" sz="quarter" idx="40"/>
          </p:nvPr>
        </p:nvSpPr>
        <p:spPr>
          <a:xfrm>
            <a:off x="569278" y="1731264"/>
            <a:ext cx="2194560" cy="521208"/>
          </a:xfrm>
          <a:prstGeom prst="flowChartAlternateProcess">
            <a:avLst/>
          </a:prstGeom>
          <a:solidFill>
            <a:srgbClr val="FFFFFF"/>
          </a:solidFill>
          <a:ln>
            <a:solidFill>
              <a:srgbClr val="C0C0C0"/>
            </a:solidFill>
          </a:ln>
        </p:spPr>
        <p:txBody>
          <a:bodyPr lIns="45720" tIns="0" rIns="45720" bIns="0" anchor="ctr" anchorCtr="0"/>
          <a:lstStyle>
            <a:lvl1pPr marL="0" indent="-89154">
              <a:lnSpc>
                <a:spcPct val="95000"/>
              </a:lnSpc>
              <a:spcBef>
                <a:spcPts val="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2" name="Text Placeholder 19"/>
          <p:cNvSpPr>
            <a:spLocks noGrp="1"/>
          </p:cNvSpPr>
          <p:nvPr>
            <p:ph type="body" sz="quarter" idx="41"/>
          </p:nvPr>
        </p:nvSpPr>
        <p:spPr>
          <a:xfrm>
            <a:off x="569278" y="2357120"/>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3" name="Text Placeholder 19"/>
          <p:cNvSpPr>
            <a:spLocks noGrp="1"/>
          </p:cNvSpPr>
          <p:nvPr>
            <p:ph type="body" sz="quarter" idx="42"/>
          </p:nvPr>
        </p:nvSpPr>
        <p:spPr>
          <a:xfrm>
            <a:off x="569278" y="2982976"/>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4" name="Text Placeholder 19"/>
          <p:cNvSpPr>
            <a:spLocks noGrp="1"/>
          </p:cNvSpPr>
          <p:nvPr>
            <p:ph type="body" sz="quarter" idx="43"/>
          </p:nvPr>
        </p:nvSpPr>
        <p:spPr>
          <a:xfrm>
            <a:off x="569278" y="3608832"/>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5" name="Text Placeholder 19"/>
          <p:cNvSpPr>
            <a:spLocks noGrp="1"/>
          </p:cNvSpPr>
          <p:nvPr>
            <p:ph type="body" sz="quarter" idx="44"/>
          </p:nvPr>
        </p:nvSpPr>
        <p:spPr>
          <a:xfrm>
            <a:off x="569278" y="4234688"/>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6" name="Text Placeholder 19"/>
          <p:cNvSpPr>
            <a:spLocks noGrp="1"/>
          </p:cNvSpPr>
          <p:nvPr>
            <p:ph type="body" sz="quarter" idx="45"/>
          </p:nvPr>
        </p:nvSpPr>
        <p:spPr>
          <a:xfrm>
            <a:off x="569278" y="5486400"/>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7" name="Text Placeholder 19"/>
          <p:cNvSpPr>
            <a:spLocks noGrp="1"/>
          </p:cNvSpPr>
          <p:nvPr>
            <p:ph type="body" sz="quarter" idx="46"/>
          </p:nvPr>
        </p:nvSpPr>
        <p:spPr>
          <a:xfrm>
            <a:off x="569278" y="4860544"/>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8" name="Text Placeholder 19"/>
          <p:cNvSpPr>
            <a:spLocks noGrp="1"/>
          </p:cNvSpPr>
          <p:nvPr>
            <p:ph type="body" sz="quarter" idx="47"/>
          </p:nvPr>
        </p:nvSpPr>
        <p:spPr>
          <a:xfrm>
            <a:off x="3085175" y="1743456"/>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9" name="Text Placeholder 19"/>
          <p:cNvSpPr>
            <a:spLocks noGrp="1"/>
          </p:cNvSpPr>
          <p:nvPr>
            <p:ph type="body" sz="quarter" idx="48"/>
          </p:nvPr>
        </p:nvSpPr>
        <p:spPr>
          <a:xfrm>
            <a:off x="3085175" y="2369312"/>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0" name="Text Placeholder 19"/>
          <p:cNvSpPr>
            <a:spLocks noGrp="1"/>
          </p:cNvSpPr>
          <p:nvPr>
            <p:ph type="body" sz="quarter" idx="49"/>
          </p:nvPr>
        </p:nvSpPr>
        <p:spPr>
          <a:xfrm>
            <a:off x="3085175" y="2995168"/>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1" name="Text Placeholder 19"/>
          <p:cNvSpPr>
            <a:spLocks noGrp="1"/>
          </p:cNvSpPr>
          <p:nvPr>
            <p:ph type="body" sz="quarter" idx="50"/>
          </p:nvPr>
        </p:nvSpPr>
        <p:spPr>
          <a:xfrm>
            <a:off x="3085175" y="3621024"/>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2" name="Text Placeholder 19"/>
          <p:cNvSpPr>
            <a:spLocks noGrp="1"/>
          </p:cNvSpPr>
          <p:nvPr>
            <p:ph type="body" sz="quarter" idx="51"/>
          </p:nvPr>
        </p:nvSpPr>
        <p:spPr>
          <a:xfrm>
            <a:off x="3085175" y="4246880"/>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3" name="Text Placeholder 19"/>
          <p:cNvSpPr>
            <a:spLocks noGrp="1"/>
          </p:cNvSpPr>
          <p:nvPr>
            <p:ph type="body" sz="quarter" idx="52"/>
          </p:nvPr>
        </p:nvSpPr>
        <p:spPr>
          <a:xfrm>
            <a:off x="3085175" y="5498592"/>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4" name="Text Placeholder 19"/>
          <p:cNvSpPr>
            <a:spLocks noGrp="1"/>
          </p:cNvSpPr>
          <p:nvPr>
            <p:ph type="body" sz="quarter" idx="53"/>
          </p:nvPr>
        </p:nvSpPr>
        <p:spPr>
          <a:xfrm>
            <a:off x="3085175" y="4872736"/>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5" name="Text Placeholder 19"/>
          <p:cNvSpPr>
            <a:spLocks noGrp="1"/>
          </p:cNvSpPr>
          <p:nvPr>
            <p:ph type="body" sz="quarter" idx="54"/>
          </p:nvPr>
        </p:nvSpPr>
        <p:spPr>
          <a:xfrm>
            <a:off x="6300383" y="1743456"/>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6" name="Text Placeholder 19"/>
          <p:cNvSpPr>
            <a:spLocks noGrp="1"/>
          </p:cNvSpPr>
          <p:nvPr>
            <p:ph type="body" sz="quarter" idx="55"/>
          </p:nvPr>
        </p:nvSpPr>
        <p:spPr>
          <a:xfrm>
            <a:off x="6300383" y="2369312"/>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7" name="Text Placeholder 19"/>
          <p:cNvSpPr>
            <a:spLocks noGrp="1"/>
          </p:cNvSpPr>
          <p:nvPr>
            <p:ph type="body" sz="quarter" idx="56"/>
          </p:nvPr>
        </p:nvSpPr>
        <p:spPr>
          <a:xfrm>
            <a:off x="6300383" y="2995168"/>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8" name="Text Placeholder 19"/>
          <p:cNvSpPr>
            <a:spLocks noGrp="1"/>
          </p:cNvSpPr>
          <p:nvPr>
            <p:ph type="body" sz="quarter" idx="57"/>
          </p:nvPr>
        </p:nvSpPr>
        <p:spPr>
          <a:xfrm>
            <a:off x="6300383" y="3621024"/>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9" name="Text Placeholder 19"/>
          <p:cNvSpPr>
            <a:spLocks noGrp="1"/>
          </p:cNvSpPr>
          <p:nvPr>
            <p:ph type="body" sz="quarter" idx="58"/>
          </p:nvPr>
        </p:nvSpPr>
        <p:spPr>
          <a:xfrm>
            <a:off x="6300383" y="4246880"/>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0" name="Text Placeholder 19"/>
          <p:cNvSpPr>
            <a:spLocks noGrp="1"/>
          </p:cNvSpPr>
          <p:nvPr>
            <p:ph type="body" sz="quarter" idx="59"/>
          </p:nvPr>
        </p:nvSpPr>
        <p:spPr>
          <a:xfrm>
            <a:off x="6300383" y="5498592"/>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1" name="Text Placeholder 19"/>
          <p:cNvSpPr>
            <a:spLocks noGrp="1"/>
          </p:cNvSpPr>
          <p:nvPr>
            <p:ph type="body" sz="quarter" idx="60"/>
          </p:nvPr>
        </p:nvSpPr>
        <p:spPr>
          <a:xfrm>
            <a:off x="6300383" y="4872736"/>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4" name="Slide Number Placeholder 9"/>
          <p:cNvSpPr>
            <a:spLocks noGrp="1"/>
          </p:cNvSpPr>
          <p:nvPr>
            <p:ph type="sldNum" sz="quarter" idx="61"/>
          </p:nvPr>
        </p:nvSpPr>
        <p:spPr/>
        <p:txBody>
          <a:bodyPr/>
          <a:lstStyle>
            <a:lvl1pPr>
              <a:defRPr/>
            </a:lvl1pPr>
          </a:lstStyle>
          <a:p>
            <a:fld id="{250D9D91-D592-1043-AF8D-0FC015913F1E}" type="slidenum">
              <a:rPr lang="en-US" altLang="en-US"/>
              <a:pPr/>
              <a:t>‹#›</a:t>
            </a:fld>
            <a:endParaRPr lang="en-US" altLang="en-US"/>
          </a:p>
        </p:txBody>
      </p:sp>
      <p:sp>
        <p:nvSpPr>
          <p:cNvPr id="35" name="Footer Placeholder 33"/>
          <p:cNvSpPr>
            <a:spLocks noGrp="1"/>
          </p:cNvSpPr>
          <p:nvPr>
            <p:ph type="ftr" sz="quarter" idx="62"/>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192289718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Blocks - Elements Leading To">
    <p:spTree>
      <p:nvGrpSpPr>
        <p:cNvPr id="1" name=""/>
        <p:cNvGrpSpPr/>
        <p:nvPr/>
      </p:nvGrpSpPr>
      <p:grpSpPr>
        <a:xfrm>
          <a:off x="0" y="0"/>
          <a:ext cx="0" cy="0"/>
          <a:chOff x="0" y="0"/>
          <a:chExt cx="0" cy="0"/>
        </a:xfrm>
      </p:grpSpPr>
      <p:sp>
        <p:nvSpPr>
          <p:cNvPr id="15" name="Pentagon 14"/>
          <p:cNvSpPr/>
          <p:nvPr userDrawn="1"/>
        </p:nvSpPr>
        <p:spPr bwMode="auto">
          <a:xfrm>
            <a:off x="5349876" y="1497015"/>
            <a:ext cx="679450" cy="4352925"/>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7" name="Text Placeholder 8"/>
          <p:cNvSpPr>
            <a:spLocks noGrp="1"/>
          </p:cNvSpPr>
          <p:nvPr>
            <p:ph type="body" sz="quarter" idx="21"/>
          </p:nvPr>
        </p:nvSpPr>
        <p:spPr>
          <a:xfrm rot="5400000">
            <a:off x="7082028" y="330708"/>
            <a:ext cx="640080" cy="2569464"/>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8" name="Text Placeholder 12"/>
          <p:cNvSpPr>
            <a:spLocks noGrp="1"/>
          </p:cNvSpPr>
          <p:nvPr>
            <p:ph type="body" sz="quarter" idx="18"/>
          </p:nvPr>
        </p:nvSpPr>
        <p:spPr>
          <a:xfrm>
            <a:off x="6117336" y="1981200"/>
            <a:ext cx="2569464" cy="41148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pitchFamily="2" charset="2"/>
              <a:buChar char="§"/>
              <a:defRPr sz="900" b="1" baseline="0"/>
            </a:lvl1pPr>
            <a:lvl2pPr marL="253604" indent="-129779">
              <a:spcBef>
                <a:spcPts val="150"/>
              </a:spcBef>
              <a:buClr>
                <a:srgbClr val="B01C2E"/>
              </a:buClr>
              <a:buFont typeface="Arial" pitchFamily="34" charset="0"/>
              <a:buChar char="•"/>
              <a:tabLst/>
              <a:defRPr sz="900" b="1" baseline="0"/>
            </a:lvl2pPr>
            <a:lvl3pPr marL="377190" indent="-129779">
              <a:spcBef>
                <a:spcPts val="150"/>
              </a:spcBef>
              <a:buClr>
                <a:srgbClr val="B01C2E"/>
              </a:buClr>
              <a:buFont typeface="Arial" pitchFamily="34" charset="0"/>
              <a:buChar char="–"/>
              <a:defRPr sz="900" b="1" baseline="0"/>
            </a:lvl3pPr>
            <a:lvl4pPr marL="514350" indent="-130302">
              <a:spcBef>
                <a:spcPts val="150"/>
              </a:spcBef>
              <a:buClr>
                <a:srgbClr val="B01C2E"/>
              </a:buClr>
              <a:buFont typeface="Arial" pitchFamily="34" charset="0"/>
              <a:buChar char="–"/>
              <a:tabLst/>
              <a:defRPr sz="900" b="1"/>
            </a:lvl4pPr>
            <a:lvl5pPr marL="637794" indent="-130302">
              <a:spcBef>
                <a:spcPts val="150"/>
              </a:spcBef>
              <a:buClr>
                <a:srgbClr val="B01C2E"/>
              </a:buClr>
              <a:buFont typeface="Arial" pitchFamily="34" charset="0"/>
              <a:buChar char="–"/>
              <a:defRPr sz="9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2"/>
          </p:nvPr>
        </p:nvSpPr>
        <p:spPr>
          <a:xfrm>
            <a:off x="3810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p:cNvSpPr>
            <a:spLocks noGrp="1"/>
          </p:cNvSpPr>
          <p:nvPr>
            <p:ph sz="half" idx="22"/>
          </p:nvPr>
        </p:nvSpPr>
        <p:spPr>
          <a:xfrm>
            <a:off x="3810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Content Placeholder 3"/>
          <p:cNvSpPr>
            <a:spLocks noGrp="1"/>
          </p:cNvSpPr>
          <p:nvPr>
            <p:ph sz="half" idx="23"/>
          </p:nvPr>
        </p:nvSpPr>
        <p:spPr>
          <a:xfrm>
            <a:off x="3810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p:cNvSpPr>
            <a:spLocks noGrp="1"/>
          </p:cNvSpPr>
          <p:nvPr>
            <p:ph sz="half" idx="24"/>
          </p:nvPr>
        </p:nvSpPr>
        <p:spPr>
          <a:xfrm>
            <a:off x="20574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3"/>
          <p:cNvSpPr>
            <a:spLocks noGrp="1"/>
          </p:cNvSpPr>
          <p:nvPr>
            <p:ph sz="half" idx="25"/>
          </p:nvPr>
        </p:nvSpPr>
        <p:spPr>
          <a:xfrm>
            <a:off x="20574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3"/>
          <p:cNvSpPr>
            <a:spLocks noGrp="1"/>
          </p:cNvSpPr>
          <p:nvPr>
            <p:ph sz="half" idx="26"/>
          </p:nvPr>
        </p:nvSpPr>
        <p:spPr>
          <a:xfrm>
            <a:off x="20574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p:cNvSpPr>
            <a:spLocks noGrp="1"/>
          </p:cNvSpPr>
          <p:nvPr>
            <p:ph sz="half" idx="27"/>
          </p:nvPr>
        </p:nvSpPr>
        <p:spPr>
          <a:xfrm>
            <a:off x="37338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3"/>
          <p:cNvSpPr>
            <a:spLocks noGrp="1"/>
          </p:cNvSpPr>
          <p:nvPr>
            <p:ph sz="half" idx="28"/>
          </p:nvPr>
        </p:nvSpPr>
        <p:spPr>
          <a:xfrm>
            <a:off x="37338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3"/>
          <p:cNvSpPr>
            <a:spLocks noGrp="1"/>
          </p:cNvSpPr>
          <p:nvPr>
            <p:ph sz="half" idx="29"/>
          </p:nvPr>
        </p:nvSpPr>
        <p:spPr>
          <a:xfrm>
            <a:off x="37338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p:cNvSpPr>
            <a:spLocks noGrp="1"/>
          </p:cNvSpPr>
          <p:nvPr>
            <p:ph type="sldNum" sz="quarter" idx="30"/>
          </p:nvPr>
        </p:nvSpPr>
        <p:spPr/>
        <p:txBody>
          <a:bodyPr/>
          <a:lstStyle>
            <a:lvl1pPr>
              <a:defRPr/>
            </a:lvl1pPr>
          </a:lstStyle>
          <a:p>
            <a:fld id="{09CF501B-85A3-0748-9525-578425C49286}" type="slidenum">
              <a:rPr lang="en-US" altLang="en-US"/>
              <a:pPr/>
              <a:t>‹#›</a:t>
            </a:fld>
            <a:endParaRPr lang="en-US" altLang="en-US"/>
          </a:p>
        </p:txBody>
      </p:sp>
      <p:sp>
        <p:nvSpPr>
          <p:cNvPr id="21" name="Footer Placeholder 20"/>
          <p:cNvSpPr>
            <a:spLocks noGrp="1"/>
          </p:cNvSpPr>
          <p:nvPr>
            <p:ph type="ftr" sz="quarter" idx="31"/>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31569594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lated Text Blocks - Sequence">
    <p:spTree>
      <p:nvGrpSpPr>
        <p:cNvPr id="1" name=""/>
        <p:cNvGrpSpPr/>
        <p:nvPr/>
      </p:nvGrpSpPr>
      <p:grpSpPr>
        <a:xfrm>
          <a:off x="0" y="0"/>
          <a:ext cx="0" cy="0"/>
          <a:chOff x="0" y="0"/>
          <a:chExt cx="0" cy="0"/>
        </a:xfrm>
      </p:grpSpPr>
      <p:cxnSp>
        <p:nvCxnSpPr>
          <p:cNvPr id="7" name="Elbow Connector 24"/>
          <p:cNvCxnSpPr>
            <a:cxnSpLocks noChangeShapeType="1"/>
          </p:cNvCxnSpPr>
          <p:nvPr userDrawn="1"/>
        </p:nvCxnSpPr>
        <p:spPr bwMode="auto">
          <a:xfrm rot="16200000" flipH="1">
            <a:off x="909638" y="2395538"/>
            <a:ext cx="768350" cy="638175"/>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3" name="Elbow Connector 28"/>
          <p:cNvCxnSpPr>
            <a:cxnSpLocks noChangeShapeType="1"/>
          </p:cNvCxnSpPr>
          <p:nvPr userDrawn="1"/>
        </p:nvCxnSpPr>
        <p:spPr bwMode="auto">
          <a:xfrm rot="16200000" flipH="1">
            <a:off x="2066926" y="3590927"/>
            <a:ext cx="752475" cy="625475"/>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4" name="Elbow Connector 39"/>
          <p:cNvCxnSpPr>
            <a:cxnSpLocks noChangeShapeType="1"/>
          </p:cNvCxnSpPr>
          <p:nvPr userDrawn="1"/>
        </p:nvCxnSpPr>
        <p:spPr bwMode="auto">
          <a:xfrm rot="16200000" flipH="1">
            <a:off x="3234532" y="4814095"/>
            <a:ext cx="698500" cy="595313"/>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sp>
        <p:nvSpPr>
          <p:cNvPr id="8" name="Content Placeholder 3"/>
          <p:cNvSpPr>
            <a:spLocks noGrp="1"/>
          </p:cNvSpPr>
          <p:nvPr>
            <p:ph sz="half" idx="17"/>
          </p:nvPr>
        </p:nvSpPr>
        <p:spPr>
          <a:xfrm>
            <a:off x="3881706" y="4986243"/>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9" name="Content Placeholder 3"/>
          <p:cNvSpPr>
            <a:spLocks noGrp="1"/>
          </p:cNvSpPr>
          <p:nvPr>
            <p:ph sz="half" idx="14"/>
          </p:nvPr>
        </p:nvSpPr>
        <p:spPr>
          <a:xfrm>
            <a:off x="479117" y="1441358"/>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15"/>
          </p:nvPr>
        </p:nvSpPr>
        <p:spPr>
          <a:xfrm>
            <a:off x="1612733" y="2622986"/>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1" name="Content Placeholder 3"/>
          <p:cNvSpPr>
            <a:spLocks noGrp="1"/>
          </p:cNvSpPr>
          <p:nvPr>
            <p:ph sz="half" idx="16"/>
          </p:nvPr>
        </p:nvSpPr>
        <p:spPr>
          <a:xfrm>
            <a:off x="2755736" y="3804614"/>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18"/>
          </p:nvPr>
        </p:nvSpPr>
        <p:spPr/>
        <p:txBody>
          <a:bodyPr/>
          <a:lstStyle>
            <a:lvl1pPr>
              <a:defRPr/>
            </a:lvl1pPr>
          </a:lstStyle>
          <a:p>
            <a:fld id="{0C10D6D8-3B97-854D-B9A2-DD1E2B17F6F0}" type="slidenum">
              <a:rPr lang="en-US" altLang="en-US"/>
              <a:pPr/>
              <a:t>‹#›</a:t>
            </a:fld>
            <a:endParaRPr lang="en-US" altLang="en-US"/>
          </a:p>
        </p:txBody>
      </p:sp>
      <p:sp>
        <p:nvSpPr>
          <p:cNvPr id="16" name="Footer Placeholder 13"/>
          <p:cNvSpPr>
            <a:spLocks noGrp="1"/>
          </p:cNvSpPr>
          <p:nvPr>
            <p:ph type="ftr" sz="quarter" idx="19"/>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42848499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uidelines">
    <p:spTree>
      <p:nvGrpSpPr>
        <p:cNvPr id="1" name=""/>
        <p:cNvGrpSpPr/>
        <p:nvPr/>
      </p:nvGrpSpPr>
      <p:grpSpPr>
        <a:xfrm>
          <a:off x="0" y="0"/>
          <a:ext cx="0" cy="0"/>
          <a:chOff x="0" y="0"/>
          <a:chExt cx="0" cy="0"/>
        </a:xfrm>
      </p:grpSpPr>
      <p:sp>
        <p:nvSpPr>
          <p:cNvPr id="7" name="Parallelogram 6"/>
          <p:cNvSpPr/>
          <p:nvPr userDrawn="1"/>
        </p:nvSpPr>
        <p:spPr bwMode="auto">
          <a:xfrm>
            <a:off x="712789" y="1782765"/>
            <a:ext cx="7969250"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8" name="Parallelogram 7"/>
          <p:cNvSpPr/>
          <p:nvPr userDrawn="1"/>
        </p:nvSpPr>
        <p:spPr bwMode="auto">
          <a:xfrm>
            <a:off x="712789" y="5300665"/>
            <a:ext cx="7969250" cy="530225"/>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14" name="Parallelogram 13"/>
          <p:cNvSpPr/>
          <p:nvPr userDrawn="1"/>
        </p:nvSpPr>
        <p:spPr bwMode="auto">
          <a:xfrm>
            <a:off x="712789" y="4129090"/>
            <a:ext cx="7969250"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15" name="Parallelogram 14"/>
          <p:cNvSpPr/>
          <p:nvPr userDrawn="1"/>
        </p:nvSpPr>
        <p:spPr bwMode="auto">
          <a:xfrm>
            <a:off x="712789" y="2955925"/>
            <a:ext cx="7969250" cy="528638"/>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9" name="Content Placeholder 3"/>
          <p:cNvSpPr>
            <a:spLocks noGrp="1"/>
          </p:cNvSpPr>
          <p:nvPr>
            <p:ph sz="half" idx="12"/>
          </p:nvPr>
        </p:nvSpPr>
        <p:spPr>
          <a:xfrm>
            <a:off x="708691" y="1501649"/>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0" name="Content Placeholder 3"/>
          <p:cNvSpPr>
            <a:spLocks noGrp="1"/>
          </p:cNvSpPr>
          <p:nvPr>
            <p:ph sz="half" idx="13"/>
          </p:nvPr>
        </p:nvSpPr>
        <p:spPr>
          <a:xfrm>
            <a:off x="708691" y="5019704"/>
            <a:ext cx="7450574" cy="789371"/>
          </a:xfrm>
          <a:prstGeom prst="parallelogram">
            <a:avLst/>
          </a:prstGeom>
          <a:solidFill>
            <a:schemeClr val="accent1"/>
          </a:solidFill>
          <a:ln w="6350">
            <a:noFill/>
          </a:ln>
        </p:spPr>
        <p:txBody>
          <a:bodyPr lIns="137160" tIns="137160" rIns="137160" bIns="137160" anchor="ctr"/>
          <a:lstStyle>
            <a:lvl1pPr marL="132160" marR="0" indent="-13216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1" name="Content Placeholder 3"/>
          <p:cNvSpPr>
            <a:spLocks noGrp="1"/>
          </p:cNvSpPr>
          <p:nvPr>
            <p:ph sz="half" idx="14"/>
          </p:nvPr>
        </p:nvSpPr>
        <p:spPr>
          <a:xfrm>
            <a:off x="708691" y="3847017"/>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2" name="Content Placeholder 3"/>
          <p:cNvSpPr>
            <a:spLocks noGrp="1"/>
          </p:cNvSpPr>
          <p:nvPr>
            <p:ph sz="half" idx="15"/>
          </p:nvPr>
        </p:nvSpPr>
        <p:spPr>
          <a:xfrm>
            <a:off x="708691" y="2674336"/>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p:cNvSpPr>
            <a:spLocks noGrp="1"/>
          </p:cNvSpPr>
          <p:nvPr>
            <p:ph type="sldNum" sz="quarter" idx="16"/>
          </p:nvPr>
        </p:nvSpPr>
        <p:spPr/>
        <p:txBody>
          <a:bodyPr/>
          <a:lstStyle>
            <a:lvl1pPr>
              <a:defRPr/>
            </a:lvl1pPr>
          </a:lstStyle>
          <a:p>
            <a:fld id="{97E92AD8-7AD1-8240-8596-9839AB315E2F}" type="slidenum">
              <a:rPr lang="en-US" altLang="en-US"/>
              <a:pPr/>
              <a:t>‹#›</a:t>
            </a:fld>
            <a:endParaRPr lang="en-US" altLang="en-US"/>
          </a:p>
        </p:txBody>
      </p:sp>
      <p:sp>
        <p:nvSpPr>
          <p:cNvPr id="17" name="Footer Placeholder 14"/>
          <p:cNvSpPr>
            <a:spLocks noGrp="1"/>
          </p:cNvSpPr>
          <p:nvPr>
            <p:ph type="ftr" sz="quarter" idx="17"/>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78017621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ases and threads with chevrons">
    <p:spTree>
      <p:nvGrpSpPr>
        <p:cNvPr id="1" name=""/>
        <p:cNvGrpSpPr/>
        <p:nvPr/>
      </p:nvGrpSpPr>
      <p:grpSpPr>
        <a:xfrm>
          <a:off x="0" y="0"/>
          <a:ext cx="0" cy="0"/>
          <a:chOff x="0" y="0"/>
          <a:chExt cx="0" cy="0"/>
        </a:xfrm>
      </p:grpSpPr>
      <p:cxnSp>
        <p:nvCxnSpPr>
          <p:cNvPr id="22" name="Straight Connector 8"/>
          <p:cNvCxnSpPr>
            <a:cxnSpLocks noChangeShapeType="1"/>
          </p:cNvCxnSpPr>
          <p:nvPr userDrawn="1"/>
        </p:nvCxnSpPr>
        <p:spPr bwMode="auto">
          <a:xfrm>
            <a:off x="477838" y="3294065"/>
            <a:ext cx="7988300"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3" name="Straight Connector 9"/>
          <p:cNvCxnSpPr>
            <a:cxnSpLocks noChangeShapeType="1"/>
          </p:cNvCxnSpPr>
          <p:nvPr userDrawn="1"/>
        </p:nvCxnSpPr>
        <p:spPr bwMode="auto">
          <a:xfrm>
            <a:off x="477838" y="4670425"/>
            <a:ext cx="7988300" cy="1588"/>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a:off x="477838" y="6046790"/>
            <a:ext cx="7988300"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sp>
        <p:nvSpPr>
          <p:cNvPr id="5" name="Text Placeholder 12"/>
          <p:cNvSpPr>
            <a:spLocks noGrp="1"/>
          </p:cNvSpPr>
          <p:nvPr>
            <p:ph type="body" sz="quarter" idx="12"/>
          </p:nvPr>
        </p:nvSpPr>
        <p:spPr>
          <a:xfrm>
            <a:off x="1582996" y="1290644"/>
            <a:ext cx="1870718" cy="600507"/>
          </a:xfrm>
          <a:prstGeom prst="homePlate">
            <a:avLst>
              <a:gd name="adj" fmla="val 31973"/>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6" name="Text Placeholder 12"/>
          <p:cNvSpPr>
            <a:spLocks noGrp="1"/>
          </p:cNvSpPr>
          <p:nvPr>
            <p:ph type="body" sz="quarter" idx="15"/>
          </p:nvPr>
        </p:nvSpPr>
        <p:spPr>
          <a:xfrm>
            <a:off x="6896505"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7" name="Text Placeholder 12"/>
          <p:cNvSpPr>
            <a:spLocks noGrp="1"/>
          </p:cNvSpPr>
          <p:nvPr>
            <p:ph type="body" sz="quarter" idx="30"/>
          </p:nvPr>
        </p:nvSpPr>
        <p:spPr>
          <a:xfrm>
            <a:off x="5114285"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marR="0" indent="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8" name="Text Placeholder 12"/>
          <p:cNvSpPr>
            <a:spLocks noGrp="1"/>
          </p:cNvSpPr>
          <p:nvPr>
            <p:ph type="body" sz="quarter" idx="31"/>
          </p:nvPr>
        </p:nvSpPr>
        <p:spPr>
          <a:xfrm>
            <a:off x="3332064"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9" name="Text Placeholder 12"/>
          <p:cNvSpPr>
            <a:spLocks noGrp="1"/>
          </p:cNvSpPr>
          <p:nvPr>
            <p:ph type="body" sz="quarter" idx="11"/>
          </p:nvPr>
        </p:nvSpPr>
        <p:spPr>
          <a:xfrm>
            <a:off x="457200" y="2068960"/>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900"/>
            </a:lvl5pPr>
          </a:lstStyle>
          <a:p>
            <a:pPr lvl="0"/>
            <a:r>
              <a:rPr lang="en-US"/>
              <a:t>Click to edit Master text styles</a:t>
            </a:r>
          </a:p>
        </p:txBody>
      </p:sp>
      <p:sp>
        <p:nvSpPr>
          <p:cNvPr id="10" name="Text Placeholder 12"/>
          <p:cNvSpPr>
            <a:spLocks noGrp="1"/>
          </p:cNvSpPr>
          <p:nvPr>
            <p:ph type="body" sz="quarter" idx="32"/>
          </p:nvPr>
        </p:nvSpPr>
        <p:spPr>
          <a:xfrm>
            <a:off x="457200" y="3436667"/>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1" name="Text Placeholder 12"/>
          <p:cNvSpPr>
            <a:spLocks noGrp="1"/>
          </p:cNvSpPr>
          <p:nvPr>
            <p:ph type="body" sz="quarter" idx="33"/>
          </p:nvPr>
        </p:nvSpPr>
        <p:spPr>
          <a:xfrm>
            <a:off x="457200" y="4802487"/>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2" name="Text Placeholder 12"/>
          <p:cNvSpPr>
            <a:spLocks noGrp="1"/>
          </p:cNvSpPr>
          <p:nvPr>
            <p:ph type="body" sz="quarter" idx="34"/>
          </p:nvPr>
        </p:nvSpPr>
        <p:spPr>
          <a:xfrm>
            <a:off x="1582996" y="2068960"/>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3" name="Text Placeholder 12"/>
          <p:cNvSpPr>
            <a:spLocks noGrp="1"/>
          </p:cNvSpPr>
          <p:nvPr>
            <p:ph type="body" sz="quarter" idx="35"/>
          </p:nvPr>
        </p:nvSpPr>
        <p:spPr>
          <a:xfrm>
            <a:off x="1582996" y="3441508"/>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4" name="Text Placeholder 12"/>
          <p:cNvSpPr>
            <a:spLocks noGrp="1"/>
          </p:cNvSpPr>
          <p:nvPr>
            <p:ph type="body" sz="quarter" idx="36"/>
          </p:nvPr>
        </p:nvSpPr>
        <p:spPr>
          <a:xfrm>
            <a:off x="1582996" y="4807328"/>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8" name="Text Placeholder 12"/>
          <p:cNvSpPr>
            <a:spLocks noGrp="1"/>
          </p:cNvSpPr>
          <p:nvPr>
            <p:ph type="body" sz="quarter" idx="37"/>
          </p:nvPr>
        </p:nvSpPr>
        <p:spPr>
          <a:xfrm>
            <a:off x="3332064"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9" name="Text Placeholder 12"/>
          <p:cNvSpPr>
            <a:spLocks noGrp="1"/>
          </p:cNvSpPr>
          <p:nvPr>
            <p:ph type="body" sz="quarter" idx="38"/>
          </p:nvPr>
        </p:nvSpPr>
        <p:spPr>
          <a:xfrm>
            <a:off x="3332064"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0" name="Text Placeholder 12"/>
          <p:cNvSpPr>
            <a:spLocks noGrp="1"/>
          </p:cNvSpPr>
          <p:nvPr>
            <p:ph type="body" sz="quarter" idx="39"/>
          </p:nvPr>
        </p:nvSpPr>
        <p:spPr>
          <a:xfrm>
            <a:off x="3332064"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1" name="Text Placeholder 12"/>
          <p:cNvSpPr>
            <a:spLocks noGrp="1"/>
          </p:cNvSpPr>
          <p:nvPr>
            <p:ph type="body" sz="quarter" idx="40"/>
          </p:nvPr>
        </p:nvSpPr>
        <p:spPr>
          <a:xfrm>
            <a:off x="5114284"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2" name="Text Placeholder 12"/>
          <p:cNvSpPr>
            <a:spLocks noGrp="1"/>
          </p:cNvSpPr>
          <p:nvPr>
            <p:ph type="body" sz="quarter" idx="41"/>
          </p:nvPr>
        </p:nvSpPr>
        <p:spPr>
          <a:xfrm>
            <a:off x="5114284"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3" name="Text Placeholder 12"/>
          <p:cNvSpPr>
            <a:spLocks noGrp="1"/>
          </p:cNvSpPr>
          <p:nvPr>
            <p:ph type="body" sz="quarter" idx="42"/>
          </p:nvPr>
        </p:nvSpPr>
        <p:spPr>
          <a:xfrm>
            <a:off x="5114284"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4" name="Text Placeholder 12"/>
          <p:cNvSpPr>
            <a:spLocks noGrp="1"/>
          </p:cNvSpPr>
          <p:nvPr>
            <p:ph type="body" sz="quarter" idx="43"/>
          </p:nvPr>
        </p:nvSpPr>
        <p:spPr>
          <a:xfrm>
            <a:off x="6896505"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5" name="Text Placeholder 12"/>
          <p:cNvSpPr>
            <a:spLocks noGrp="1"/>
          </p:cNvSpPr>
          <p:nvPr>
            <p:ph type="body" sz="quarter" idx="44"/>
          </p:nvPr>
        </p:nvSpPr>
        <p:spPr>
          <a:xfrm>
            <a:off x="6896505"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6" name="Text Placeholder 12"/>
          <p:cNvSpPr>
            <a:spLocks noGrp="1"/>
          </p:cNvSpPr>
          <p:nvPr>
            <p:ph type="body" sz="quarter" idx="45"/>
          </p:nvPr>
        </p:nvSpPr>
        <p:spPr>
          <a:xfrm>
            <a:off x="6896505"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5" name="Slide Number Placeholder 9"/>
          <p:cNvSpPr>
            <a:spLocks noGrp="1"/>
          </p:cNvSpPr>
          <p:nvPr>
            <p:ph type="sldNum" sz="quarter" idx="46"/>
          </p:nvPr>
        </p:nvSpPr>
        <p:spPr/>
        <p:txBody>
          <a:bodyPr/>
          <a:lstStyle>
            <a:lvl1pPr>
              <a:defRPr/>
            </a:lvl1pPr>
          </a:lstStyle>
          <a:p>
            <a:fld id="{BC9105C1-E9DE-DA45-BFF7-4F496C07EBDE}" type="slidenum">
              <a:rPr lang="en-US" altLang="en-US"/>
              <a:pPr/>
              <a:t>‹#›</a:t>
            </a:fld>
            <a:endParaRPr lang="en-US" altLang="en-US"/>
          </a:p>
        </p:txBody>
      </p:sp>
      <p:sp>
        <p:nvSpPr>
          <p:cNvPr id="26" name="Footer Placeholder 37"/>
          <p:cNvSpPr>
            <a:spLocks noGrp="1"/>
          </p:cNvSpPr>
          <p:nvPr>
            <p:ph type="ftr" sz="quarter" idx="47"/>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5437079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metable">
    <p:spTree>
      <p:nvGrpSpPr>
        <p:cNvPr id="1" name=""/>
        <p:cNvGrpSpPr/>
        <p:nvPr/>
      </p:nvGrpSpPr>
      <p:grpSpPr>
        <a:xfrm>
          <a:off x="0" y="0"/>
          <a:ext cx="0" cy="0"/>
          <a:chOff x="0" y="0"/>
          <a:chExt cx="0" cy="0"/>
        </a:xfrm>
      </p:grpSpPr>
      <p:sp>
        <p:nvSpPr>
          <p:cNvPr id="22" name="Pentagon 11"/>
          <p:cNvSpPr>
            <a:spLocks noChangeArrowheads="1"/>
          </p:cNvSpPr>
          <p:nvPr userDrawn="1"/>
        </p:nvSpPr>
        <p:spPr bwMode="auto">
          <a:xfrm>
            <a:off x="2151064" y="1277938"/>
            <a:ext cx="6618287" cy="582612"/>
          </a:xfrm>
          <a:prstGeom prst="homePlate">
            <a:avLst>
              <a:gd name="adj" fmla="val 39286"/>
            </a:avLst>
          </a:prstGeom>
          <a:solidFill>
            <a:schemeClr val="accent1"/>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a:solidFill>
                <a:schemeClr val="bg1"/>
              </a:solidFill>
              <a:latin typeface="Arial" charset="0"/>
            </a:endParaRPr>
          </a:p>
        </p:txBody>
      </p:sp>
      <p:cxnSp>
        <p:nvCxnSpPr>
          <p:cNvPr id="23" name="Straight Connector 9"/>
          <p:cNvCxnSpPr>
            <a:cxnSpLocks noChangeShapeType="1"/>
          </p:cNvCxnSpPr>
          <p:nvPr userDrawn="1"/>
        </p:nvCxnSpPr>
        <p:spPr bwMode="auto">
          <a:xfrm>
            <a:off x="2160589" y="1568450"/>
            <a:ext cx="6608762" cy="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rot="16200000" flipH="1">
            <a:off x="-167481" y="3604420"/>
            <a:ext cx="4665662" cy="1270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grpSp>
        <p:nvGrpSpPr>
          <p:cNvPr id="25" name="Group 115"/>
          <p:cNvGrpSpPr>
            <a:grpSpLocks/>
          </p:cNvGrpSpPr>
          <p:nvPr userDrawn="1"/>
        </p:nvGrpSpPr>
        <p:grpSpPr bwMode="auto">
          <a:xfrm>
            <a:off x="2584450" y="1576388"/>
            <a:ext cx="5530850" cy="4367212"/>
            <a:chOff x="2585007" y="1576462"/>
            <a:chExt cx="5530617" cy="4041195"/>
          </a:xfrm>
        </p:grpSpPr>
        <p:cxnSp>
          <p:nvCxnSpPr>
            <p:cNvPr id="42" name="Straight Connector 12"/>
            <p:cNvCxnSpPr>
              <a:cxnSpLocks noChangeShapeType="1"/>
            </p:cNvCxnSpPr>
            <p:nvPr userDrawn="1"/>
          </p:nvCxnSpPr>
          <p:spPr bwMode="auto">
            <a:xfrm rot="5400000">
              <a:off x="564416" y="3597053"/>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6" name="Straight Connector 13"/>
            <p:cNvCxnSpPr>
              <a:cxnSpLocks noChangeShapeType="1"/>
            </p:cNvCxnSpPr>
            <p:nvPr userDrawn="1"/>
          </p:nvCxnSpPr>
          <p:spPr bwMode="auto">
            <a:xfrm rot="5400000">
              <a:off x="1415280" y="359705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8" name="Straight Connector 14"/>
            <p:cNvCxnSpPr>
              <a:cxnSpLocks noChangeShapeType="1"/>
            </p:cNvCxnSpPr>
            <p:nvPr userDrawn="1"/>
          </p:nvCxnSpPr>
          <p:spPr bwMode="auto">
            <a:xfrm rot="5400000">
              <a:off x="989848"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9" name="Straight Connector 15"/>
            <p:cNvCxnSpPr>
              <a:cxnSpLocks noChangeShapeType="1"/>
            </p:cNvCxnSpPr>
            <p:nvPr userDrawn="1"/>
          </p:nvCxnSpPr>
          <p:spPr bwMode="auto">
            <a:xfrm rot="5400000">
              <a:off x="2266144"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0" name="Straight Connector 16"/>
            <p:cNvCxnSpPr>
              <a:cxnSpLocks noChangeShapeType="1"/>
            </p:cNvCxnSpPr>
            <p:nvPr userDrawn="1"/>
          </p:nvCxnSpPr>
          <p:spPr bwMode="auto">
            <a:xfrm rot="5400000">
              <a:off x="1840712"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1" name="Straight Connector 17"/>
            <p:cNvCxnSpPr>
              <a:cxnSpLocks noChangeShapeType="1"/>
            </p:cNvCxnSpPr>
            <p:nvPr userDrawn="1"/>
          </p:nvCxnSpPr>
          <p:spPr bwMode="auto">
            <a:xfrm rot="5400000">
              <a:off x="3117008"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2" name="Straight Connector 18"/>
            <p:cNvCxnSpPr>
              <a:cxnSpLocks noChangeShapeType="1"/>
            </p:cNvCxnSpPr>
            <p:nvPr userDrawn="1"/>
          </p:nvCxnSpPr>
          <p:spPr bwMode="auto">
            <a:xfrm rot="5400000">
              <a:off x="2691576"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3" name="Straight Connector 19"/>
            <p:cNvCxnSpPr>
              <a:cxnSpLocks noChangeShapeType="1"/>
            </p:cNvCxnSpPr>
            <p:nvPr userDrawn="1"/>
          </p:nvCxnSpPr>
          <p:spPr bwMode="auto">
            <a:xfrm rot="5400000">
              <a:off x="3967872"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4" name="Straight Connector 20"/>
            <p:cNvCxnSpPr>
              <a:cxnSpLocks noChangeShapeType="1"/>
            </p:cNvCxnSpPr>
            <p:nvPr userDrawn="1"/>
          </p:nvCxnSpPr>
          <p:spPr bwMode="auto">
            <a:xfrm rot="5400000">
              <a:off x="3542440"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5" name="Straight Connector 21"/>
            <p:cNvCxnSpPr>
              <a:cxnSpLocks noChangeShapeType="1"/>
            </p:cNvCxnSpPr>
            <p:nvPr userDrawn="1"/>
          </p:nvCxnSpPr>
          <p:spPr bwMode="auto">
            <a:xfrm rot="5400000">
              <a:off x="4818736"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6" name="Straight Connector 22"/>
            <p:cNvCxnSpPr>
              <a:cxnSpLocks noChangeShapeType="1"/>
            </p:cNvCxnSpPr>
            <p:nvPr userDrawn="1"/>
          </p:nvCxnSpPr>
          <p:spPr bwMode="auto">
            <a:xfrm rot="5400000">
              <a:off x="4393304"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7" name="Straight Connector 23"/>
            <p:cNvCxnSpPr>
              <a:cxnSpLocks noChangeShapeType="1"/>
            </p:cNvCxnSpPr>
            <p:nvPr userDrawn="1"/>
          </p:nvCxnSpPr>
          <p:spPr bwMode="auto">
            <a:xfrm rot="5400000">
              <a:off x="5669600"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8" name="Straight Connector 24"/>
            <p:cNvCxnSpPr>
              <a:cxnSpLocks noChangeShapeType="1"/>
            </p:cNvCxnSpPr>
            <p:nvPr userDrawn="1"/>
          </p:nvCxnSpPr>
          <p:spPr bwMode="auto">
            <a:xfrm rot="5400000">
              <a:off x="5244168" y="3597064"/>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9" name="Straight Connector 25"/>
            <p:cNvCxnSpPr>
              <a:cxnSpLocks noChangeShapeType="1"/>
            </p:cNvCxnSpPr>
            <p:nvPr userDrawn="1"/>
          </p:nvCxnSpPr>
          <p:spPr bwMode="auto">
            <a:xfrm rot="5400000">
              <a:off x="6095032" y="359706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sp>
        <p:nvSpPr>
          <p:cNvPr id="60" name="Rectangle 30"/>
          <p:cNvSpPr>
            <a:spLocks noChangeArrowheads="1"/>
          </p:cNvSpPr>
          <p:nvPr userDrawn="1"/>
        </p:nvSpPr>
        <p:spPr bwMode="auto">
          <a:xfrm>
            <a:off x="468313" y="1860550"/>
            <a:ext cx="8069262" cy="4083050"/>
          </a:xfrm>
          <a:prstGeom prst="rect">
            <a:avLst/>
          </a:prstGeom>
          <a:noFill/>
          <a:ln w="12700">
            <a:solidFill>
              <a:srgbClr val="A9A9A9"/>
            </a:solidFill>
            <a:miter lim="800000"/>
            <a:headEnd/>
            <a:tailEnd/>
          </a:ln>
          <a:extLst>
            <a:ext uri="{909E8E84-426E-40DD-AFC4-6F175D3DCCD1}">
              <a14:hiddenFill xmlns:a14="http://schemas.microsoft.com/office/drawing/2010/main">
                <a:solidFill>
                  <a:srgbClr val="FFFFFF"/>
                </a:solidFill>
              </a14:hiddenFill>
            </a:ext>
          </a:extLst>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a:solidFill>
                <a:schemeClr val="bg1"/>
              </a:solidFill>
              <a:latin typeface="Arial" charset="0"/>
            </a:endParaRPr>
          </a:p>
        </p:txBody>
      </p:sp>
      <p:sp>
        <p:nvSpPr>
          <p:cNvPr id="61" name="Rectangle 31"/>
          <p:cNvSpPr>
            <a:spLocks noChangeArrowheads="1"/>
          </p:cNvSpPr>
          <p:nvPr userDrawn="1"/>
        </p:nvSpPr>
        <p:spPr bwMode="auto">
          <a:xfrm>
            <a:off x="468314" y="1277938"/>
            <a:ext cx="1692275" cy="582612"/>
          </a:xfrm>
          <a:prstGeom prst="rect">
            <a:avLst/>
          </a:prstGeom>
          <a:solidFill>
            <a:srgbClr val="4D4D4D"/>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a:solidFill>
                <a:schemeClr val="bg1"/>
              </a:solidFill>
              <a:latin typeface="Arial" charset="0"/>
            </a:endParaRPr>
          </a:p>
        </p:txBody>
      </p:sp>
      <p:cxnSp>
        <p:nvCxnSpPr>
          <p:cNvPr id="62" name="Straight Connector 28"/>
          <p:cNvCxnSpPr>
            <a:cxnSpLocks noChangeShapeType="1"/>
          </p:cNvCxnSpPr>
          <p:nvPr userDrawn="1"/>
        </p:nvCxnSpPr>
        <p:spPr bwMode="auto">
          <a:xfrm>
            <a:off x="473075" y="1277938"/>
            <a:ext cx="1676400" cy="582612"/>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sp>
        <p:nvSpPr>
          <p:cNvPr id="26" name="Text Placeholder 12"/>
          <p:cNvSpPr>
            <a:spLocks noGrp="1"/>
          </p:cNvSpPr>
          <p:nvPr>
            <p:ph type="body" sz="quarter" idx="28"/>
          </p:nvPr>
        </p:nvSpPr>
        <p:spPr>
          <a:xfrm>
            <a:off x="2159965" y="1282931"/>
            <a:ext cx="6372290" cy="294737"/>
          </a:xfrm>
          <a:prstGeom prst="rect">
            <a:avLst/>
          </a:prstGeom>
          <a:ln w="6350">
            <a:noFill/>
          </a:ln>
        </p:spPr>
        <p:txBody>
          <a:bodyPr anchor="ctr"/>
          <a:lstStyle>
            <a:lvl1pPr marL="0" indent="0">
              <a:lnSpc>
                <a:spcPct val="100000"/>
              </a:lnSpc>
              <a:spcBef>
                <a:spcPts val="0"/>
              </a:spcBef>
              <a:buFontTx/>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7" name="Text Placeholder 12"/>
          <p:cNvSpPr>
            <a:spLocks noGrp="1"/>
          </p:cNvSpPr>
          <p:nvPr>
            <p:ph type="body" sz="quarter" idx="31"/>
          </p:nvPr>
        </p:nvSpPr>
        <p:spPr>
          <a:xfrm>
            <a:off x="3016122"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8" name="Text Placeholder 12"/>
          <p:cNvSpPr>
            <a:spLocks noGrp="1"/>
          </p:cNvSpPr>
          <p:nvPr>
            <p:ph type="body" sz="quarter" idx="32"/>
          </p:nvPr>
        </p:nvSpPr>
        <p:spPr>
          <a:xfrm>
            <a:off x="3441598"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9" name="Text Placeholder 12"/>
          <p:cNvSpPr>
            <a:spLocks noGrp="1"/>
          </p:cNvSpPr>
          <p:nvPr>
            <p:ph type="body" sz="quarter" idx="33"/>
          </p:nvPr>
        </p:nvSpPr>
        <p:spPr>
          <a:xfrm>
            <a:off x="2165170"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0" name="Text Placeholder 12"/>
          <p:cNvSpPr>
            <a:spLocks noGrp="1"/>
          </p:cNvSpPr>
          <p:nvPr>
            <p:ph type="body" sz="quarter" idx="34"/>
          </p:nvPr>
        </p:nvSpPr>
        <p:spPr>
          <a:xfrm>
            <a:off x="2590645"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1" name="Text Placeholder 12"/>
          <p:cNvSpPr>
            <a:spLocks noGrp="1"/>
          </p:cNvSpPr>
          <p:nvPr>
            <p:ph type="body" sz="quarter" idx="35"/>
          </p:nvPr>
        </p:nvSpPr>
        <p:spPr>
          <a:xfrm>
            <a:off x="4718026"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2" name="Text Placeholder 12"/>
          <p:cNvSpPr>
            <a:spLocks noGrp="1"/>
          </p:cNvSpPr>
          <p:nvPr>
            <p:ph type="body" sz="quarter" idx="36"/>
          </p:nvPr>
        </p:nvSpPr>
        <p:spPr>
          <a:xfrm>
            <a:off x="5143501"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3" name="Text Placeholder 12"/>
          <p:cNvSpPr>
            <a:spLocks noGrp="1"/>
          </p:cNvSpPr>
          <p:nvPr>
            <p:ph type="body" sz="quarter" idx="37"/>
          </p:nvPr>
        </p:nvSpPr>
        <p:spPr>
          <a:xfrm>
            <a:off x="3867073"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4" name="Text Placeholder 12"/>
          <p:cNvSpPr>
            <a:spLocks noGrp="1"/>
          </p:cNvSpPr>
          <p:nvPr>
            <p:ph type="body" sz="quarter" idx="38"/>
          </p:nvPr>
        </p:nvSpPr>
        <p:spPr>
          <a:xfrm>
            <a:off x="4292550"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5" name="Text Placeholder 12"/>
          <p:cNvSpPr>
            <a:spLocks noGrp="1"/>
          </p:cNvSpPr>
          <p:nvPr>
            <p:ph type="body" sz="quarter" idx="39"/>
          </p:nvPr>
        </p:nvSpPr>
        <p:spPr>
          <a:xfrm>
            <a:off x="6419929"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6" name="Text Placeholder 12"/>
          <p:cNvSpPr>
            <a:spLocks noGrp="1"/>
          </p:cNvSpPr>
          <p:nvPr>
            <p:ph type="body" sz="quarter" idx="40"/>
          </p:nvPr>
        </p:nvSpPr>
        <p:spPr>
          <a:xfrm>
            <a:off x="6845406"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7" name="Text Placeholder 12"/>
          <p:cNvSpPr>
            <a:spLocks noGrp="1"/>
          </p:cNvSpPr>
          <p:nvPr>
            <p:ph type="body" sz="quarter" idx="41"/>
          </p:nvPr>
        </p:nvSpPr>
        <p:spPr>
          <a:xfrm>
            <a:off x="5568978"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8" name="Text Placeholder 12"/>
          <p:cNvSpPr>
            <a:spLocks noGrp="1"/>
          </p:cNvSpPr>
          <p:nvPr>
            <p:ph type="body" sz="quarter" idx="42"/>
          </p:nvPr>
        </p:nvSpPr>
        <p:spPr>
          <a:xfrm>
            <a:off x="5994454"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9" name="Text Placeholder 12"/>
          <p:cNvSpPr>
            <a:spLocks noGrp="1"/>
          </p:cNvSpPr>
          <p:nvPr>
            <p:ph type="body" sz="quarter" idx="43"/>
          </p:nvPr>
        </p:nvSpPr>
        <p:spPr>
          <a:xfrm>
            <a:off x="7270882"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44"/>
          </p:nvPr>
        </p:nvSpPr>
        <p:spPr>
          <a:xfrm>
            <a:off x="7696357"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45"/>
          </p:nvPr>
        </p:nvSpPr>
        <p:spPr>
          <a:xfrm>
            <a:off x="8121834"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46"/>
          </p:nvPr>
        </p:nvSpPr>
        <p:spPr>
          <a:xfrm>
            <a:off x="548056" y="1548247"/>
            <a:ext cx="645582" cy="280554"/>
          </a:xfrm>
          <a:prstGeom prst="rect">
            <a:avLst/>
          </a:prstGeom>
          <a:ln w="6350">
            <a:noFill/>
          </a:ln>
        </p:spPr>
        <p:txBody>
          <a:bodyPr lIns="0" tIns="0" rIns="0" bIns="0" anchor="ctr"/>
          <a:lstStyle>
            <a:lvl1pPr marL="0" indent="0">
              <a:lnSpc>
                <a:spcPct val="100000"/>
              </a:lnSpc>
              <a:spcBef>
                <a:spcPts val="0"/>
              </a:spcBef>
              <a:buNone/>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47"/>
          </p:nvPr>
        </p:nvSpPr>
        <p:spPr>
          <a:xfrm>
            <a:off x="1401427" y="1278089"/>
            <a:ext cx="645582" cy="561107"/>
          </a:xfrm>
          <a:prstGeom prst="rect">
            <a:avLst/>
          </a:prstGeom>
          <a:ln w="6350">
            <a:noFill/>
          </a:ln>
        </p:spPr>
        <p:txBody>
          <a:bodyPr lIns="0" tIns="0" rIns="0" bIns="0" anchor="ctr"/>
          <a:lstStyle>
            <a:lvl1pPr marL="0" marR="0" indent="0" algn="r" defTabSz="685800" rtl="0" eaLnBrk="1" fontAlgn="auto" latinLnBrk="0" hangingPunct="1">
              <a:lnSpc>
                <a:spcPts val="1275"/>
              </a:lnSpc>
              <a:spcBef>
                <a:spcPts val="0"/>
              </a:spcBef>
              <a:spcAft>
                <a:spcPts val="0"/>
              </a:spcAft>
              <a:buClrTx/>
              <a:buSzTx/>
              <a:buFont typeface="Arial" pitchFamily="34" charset="0"/>
              <a:buNone/>
              <a:tabLst/>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a:p>
            <a:pPr lvl="1"/>
            <a:r>
              <a:rPr lang="en-US"/>
              <a:t>Second level</a:t>
            </a:r>
          </a:p>
        </p:txBody>
      </p:sp>
      <p:sp>
        <p:nvSpPr>
          <p:cNvPr id="47" name="Text Placeholder 12"/>
          <p:cNvSpPr>
            <a:spLocks noGrp="1"/>
          </p:cNvSpPr>
          <p:nvPr>
            <p:ph type="body" sz="quarter" idx="18"/>
          </p:nvPr>
        </p:nvSpPr>
        <p:spPr>
          <a:xfrm>
            <a:off x="533400" y="1905000"/>
            <a:ext cx="1554480" cy="3977640"/>
          </a:xfrm>
          <a:prstGeom prst="rect">
            <a:avLst/>
          </a:prstGeom>
          <a:noFill/>
          <a:ln>
            <a:noFill/>
          </a:ln>
        </p:spPr>
        <p:txBody>
          <a:bodyPr wrap="square" lIns="91440" anchor="t" anchorCtr="0">
            <a:noAutofit/>
          </a:bodyPr>
          <a:lstStyle>
            <a:lvl1pPr marL="130302" indent="-130302" algn="l">
              <a:spcBef>
                <a:spcPts val="150"/>
              </a:spcBef>
              <a:buClr>
                <a:srgbClr val="B01C2E"/>
              </a:buClr>
              <a:buFont typeface="Wingdings" pitchFamily="2"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3" name="Slide Number Placeholder 9"/>
          <p:cNvSpPr>
            <a:spLocks noGrp="1"/>
          </p:cNvSpPr>
          <p:nvPr>
            <p:ph type="sldNum" sz="quarter" idx="48"/>
          </p:nvPr>
        </p:nvSpPr>
        <p:spPr/>
        <p:txBody>
          <a:bodyPr/>
          <a:lstStyle>
            <a:lvl1pPr>
              <a:defRPr/>
            </a:lvl1pPr>
          </a:lstStyle>
          <a:p>
            <a:fld id="{A2AEA599-6C77-BA4A-9F89-7B2425581CA4}" type="slidenum">
              <a:rPr lang="en-US" altLang="en-US"/>
              <a:pPr/>
              <a:t>‹#›</a:t>
            </a:fld>
            <a:endParaRPr lang="en-US" altLang="en-US"/>
          </a:p>
        </p:txBody>
      </p:sp>
      <p:sp>
        <p:nvSpPr>
          <p:cNvPr id="64" name="Footer Placeholder 47"/>
          <p:cNvSpPr>
            <a:spLocks noGrp="1"/>
          </p:cNvSpPr>
          <p:nvPr>
            <p:ph type="ftr" sz="quarter" idx="49"/>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13744682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ant chart or Timeline chart">
    <p:spTree>
      <p:nvGrpSpPr>
        <p:cNvPr id="1" name=""/>
        <p:cNvGrpSpPr/>
        <p:nvPr/>
      </p:nvGrpSpPr>
      <p:grpSpPr>
        <a:xfrm>
          <a:off x="0" y="0"/>
          <a:ext cx="0" cy="0"/>
          <a:chOff x="0" y="0"/>
          <a:chExt cx="0" cy="0"/>
        </a:xfrm>
      </p:grpSpPr>
      <p:sp>
        <p:nvSpPr>
          <p:cNvPr id="70" name="Rectangle 11"/>
          <p:cNvSpPr>
            <a:spLocks noChangeArrowheads="1"/>
          </p:cNvSpPr>
          <p:nvPr userDrawn="1"/>
        </p:nvSpPr>
        <p:spPr bwMode="auto">
          <a:xfrm>
            <a:off x="1555750" y="1828802"/>
            <a:ext cx="7131050" cy="379413"/>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350">
              <a:latin typeface="Arial" charset="0"/>
            </a:endParaRPr>
          </a:p>
        </p:txBody>
      </p:sp>
      <p:sp>
        <p:nvSpPr>
          <p:cNvPr id="71" name="Rectangle 13"/>
          <p:cNvSpPr>
            <a:spLocks noChangeArrowheads="1"/>
          </p:cNvSpPr>
          <p:nvPr userDrawn="1"/>
        </p:nvSpPr>
        <p:spPr bwMode="auto">
          <a:xfrm>
            <a:off x="447675" y="2189163"/>
            <a:ext cx="1098550" cy="3287712"/>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350">
              <a:latin typeface="Arial" charset="0"/>
            </a:endParaRPr>
          </a:p>
        </p:txBody>
      </p:sp>
      <p:grpSp>
        <p:nvGrpSpPr>
          <p:cNvPr id="72" name="Group 84"/>
          <p:cNvGrpSpPr>
            <a:grpSpLocks/>
          </p:cNvGrpSpPr>
          <p:nvPr userDrawn="1"/>
        </p:nvGrpSpPr>
        <p:grpSpPr bwMode="auto">
          <a:xfrm>
            <a:off x="442914" y="1819275"/>
            <a:ext cx="8234362" cy="3657600"/>
            <a:chOff x="443344" y="1819866"/>
            <a:chExt cx="8234523" cy="3657600"/>
          </a:xfrm>
        </p:grpSpPr>
        <p:grpSp>
          <p:nvGrpSpPr>
            <p:cNvPr id="73" name="Group 83"/>
            <p:cNvGrpSpPr>
              <a:grpSpLocks/>
            </p:cNvGrpSpPr>
            <p:nvPr userDrawn="1"/>
          </p:nvGrpSpPr>
          <p:grpSpPr bwMode="auto">
            <a:xfrm>
              <a:off x="443344" y="2565862"/>
              <a:ext cx="8229600" cy="2556366"/>
              <a:chOff x="443344" y="2565862"/>
              <a:chExt cx="8229600" cy="2556366"/>
            </a:xfrm>
          </p:grpSpPr>
          <p:cxnSp>
            <p:nvCxnSpPr>
              <p:cNvPr id="87" name="Straight Connector 27"/>
              <p:cNvCxnSpPr>
                <a:cxnSpLocks noChangeShapeType="1"/>
              </p:cNvCxnSpPr>
              <p:nvPr userDrawn="1"/>
            </p:nvCxnSpPr>
            <p:spPr bwMode="auto">
              <a:xfrm>
                <a:off x="443344" y="512064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8" name="Straight Connector 28"/>
              <p:cNvCxnSpPr>
                <a:cxnSpLocks noChangeShapeType="1"/>
              </p:cNvCxnSpPr>
              <p:nvPr userDrawn="1"/>
            </p:nvCxnSpPr>
            <p:spPr bwMode="auto">
              <a:xfrm>
                <a:off x="443344" y="47548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9" name="Straight Connector 29"/>
              <p:cNvCxnSpPr>
                <a:cxnSpLocks noChangeShapeType="1"/>
              </p:cNvCxnSpPr>
              <p:nvPr userDrawn="1"/>
            </p:nvCxnSpPr>
            <p:spPr bwMode="auto">
              <a:xfrm>
                <a:off x="443344" y="438912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0" name="Straight Connector 30"/>
              <p:cNvCxnSpPr>
                <a:cxnSpLocks noChangeShapeType="1"/>
              </p:cNvCxnSpPr>
              <p:nvPr userDrawn="1"/>
            </p:nvCxnSpPr>
            <p:spPr bwMode="auto">
              <a:xfrm>
                <a:off x="443344" y="402890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1" name="Straight Connector 31"/>
              <p:cNvCxnSpPr>
                <a:cxnSpLocks noChangeShapeType="1"/>
              </p:cNvCxnSpPr>
              <p:nvPr userDrawn="1"/>
            </p:nvCxnSpPr>
            <p:spPr bwMode="auto">
              <a:xfrm>
                <a:off x="443344" y="366314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2" name="Straight Connector 32"/>
              <p:cNvCxnSpPr>
                <a:cxnSpLocks noChangeShapeType="1"/>
              </p:cNvCxnSpPr>
              <p:nvPr userDrawn="1"/>
            </p:nvCxnSpPr>
            <p:spPr bwMode="auto">
              <a:xfrm>
                <a:off x="443344" y="3302924"/>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3" name="Straight Connector 33"/>
              <p:cNvCxnSpPr>
                <a:cxnSpLocks noChangeShapeType="1"/>
              </p:cNvCxnSpPr>
              <p:nvPr userDrawn="1"/>
            </p:nvCxnSpPr>
            <p:spPr bwMode="auto">
              <a:xfrm>
                <a:off x="443344" y="29260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4" name="Straight Connector 34"/>
              <p:cNvCxnSpPr>
                <a:cxnSpLocks noChangeShapeType="1"/>
              </p:cNvCxnSpPr>
              <p:nvPr userDrawn="1"/>
            </p:nvCxnSpPr>
            <p:spPr bwMode="auto">
              <a:xfrm>
                <a:off x="443344" y="256586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grpSp>
        <p:grpSp>
          <p:nvGrpSpPr>
            <p:cNvPr id="74" name="Group 82"/>
            <p:cNvGrpSpPr>
              <a:grpSpLocks/>
            </p:cNvGrpSpPr>
            <p:nvPr userDrawn="1"/>
          </p:nvGrpSpPr>
          <p:grpSpPr bwMode="auto">
            <a:xfrm>
              <a:off x="2202964" y="1819866"/>
              <a:ext cx="6474903" cy="3657600"/>
              <a:chOff x="2202964" y="1819866"/>
              <a:chExt cx="6474903" cy="3657600"/>
            </a:xfrm>
          </p:grpSpPr>
          <p:cxnSp>
            <p:nvCxnSpPr>
              <p:cNvPr id="75" name="Straight Connector 16"/>
              <p:cNvCxnSpPr>
                <a:cxnSpLocks noChangeShapeType="1"/>
              </p:cNvCxnSpPr>
              <p:nvPr userDrawn="1"/>
            </p:nvCxnSpPr>
            <p:spPr bwMode="auto">
              <a:xfrm rot="5400000">
                <a:off x="37495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6" name="Straight Connector 17"/>
              <p:cNvCxnSpPr>
                <a:cxnSpLocks noChangeShapeType="1"/>
              </p:cNvCxnSpPr>
              <p:nvPr userDrawn="1"/>
            </p:nvCxnSpPr>
            <p:spPr bwMode="auto">
              <a:xfrm rot="5400000">
                <a:off x="102229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7" name="Straight Connector 18"/>
              <p:cNvCxnSpPr>
                <a:cxnSpLocks noChangeShapeType="1"/>
              </p:cNvCxnSpPr>
              <p:nvPr userDrawn="1"/>
            </p:nvCxnSpPr>
            <p:spPr bwMode="auto">
              <a:xfrm rot="5400000">
                <a:off x="166962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9" name="Straight Connector 19"/>
              <p:cNvCxnSpPr>
                <a:cxnSpLocks noChangeShapeType="1"/>
              </p:cNvCxnSpPr>
              <p:nvPr userDrawn="1"/>
            </p:nvCxnSpPr>
            <p:spPr bwMode="auto">
              <a:xfrm rot="5400000">
                <a:off x="231695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0" name="Straight Connector 20"/>
              <p:cNvCxnSpPr>
                <a:cxnSpLocks noChangeShapeType="1"/>
              </p:cNvCxnSpPr>
              <p:nvPr userDrawn="1"/>
            </p:nvCxnSpPr>
            <p:spPr bwMode="auto">
              <a:xfrm rot="5400000">
                <a:off x="296428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1" name="Straight Connector 21"/>
              <p:cNvCxnSpPr>
                <a:cxnSpLocks noChangeShapeType="1"/>
              </p:cNvCxnSpPr>
              <p:nvPr userDrawn="1"/>
            </p:nvCxnSpPr>
            <p:spPr bwMode="auto">
              <a:xfrm rot="5400000">
                <a:off x="361161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2" name="Straight Connector 22"/>
              <p:cNvCxnSpPr>
                <a:cxnSpLocks noChangeShapeType="1"/>
              </p:cNvCxnSpPr>
              <p:nvPr userDrawn="1"/>
            </p:nvCxnSpPr>
            <p:spPr bwMode="auto">
              <a:xfrm rot="5400000">
                <a:off x="425895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3" name="Straight Connector 23"/>
              <p:cNvCxnSpPr>
                <a:cxnSpLocks noChangeShapeType="1"/>
              </p:cNvCxnSpPr>
              <p:nvPr userDrawn="1"/>
            </p:nvCxnSpPr>
            <p:spPr bwMode="auto">
              <a:xfrm rot="5400000">
                <a:off x="490628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4" name="Straight Connector 24"/>
              <p:cNvCxnSpPr>
                <a:cxnSpLocks noChangeShapeType="1"/>
              </p:cNvCxnSpPr>
              <p:nvPr userDrawn="1"/>
            </p:nvCxnSpPr>
            <p:spPr bwMode="auto">
              <a:xfrm rot="5400000">
                <a:off x="555361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5" name="Straight Connector 25"/>
              <p:cNvCxnSpPr>
                <a:cxnSpLocks noChangeShapeType="1"/>
              </p:cNvCxnSpPr>
              <p:nvPr userDrawn="1"/>
            </p:nvCxnSpPr>
            <p:spPr bwMode="auto">
              <a:xfrm rot="5400000">
                <a:off x="620094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6" name="Straight Connector 26"/>
              <p:cNvCxnSpPr>
                <a:cxnSpLocks noChangeShapeType="1"/>
              </p:cNvCxnSpPr>
              <p:nvPr userDrawn="1"/>
            </p:nvCxnSpPr>
            <p:spPr bwMode="auto">
              <a:xfrm rot="5400000">
                <a:off x="6848273"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grpSp>
      <p:sp>
        <p:nvSpPr>
          <p:cNvPr id="95" name="TextBox 36"/>
          <p:cNvSpPr txBox="1">
            <a:spLocks noChangeArrowheads="1"/>
          </p:cNvSpPr>
          <p:nvPr userDrawn="1"/>
        </p:nvSpPr>
        <p:spPr bwMode="auto">
          <a:xfrm>
            <a:off x="512764" y="1566865"/>
            <a:ext cx="884237"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050"/>
              </a:lnSpc>
              <a:spcBef>
                <a:spcPts val="1125"/>
              </a:spcBef>
              <a:buClr>
                <a:schemeClr val="accent1"/>
              </a:buClr>
              <a:buFont typeface="Wingdings 2" pitchFamily="18" charset="2"/>
              <a:buNone/>
              <a:defRPr/>
            </a:pPr>
            <a:r>
              <a:rPr lang="en-US" sz="600" b="1">
                <a:solidFill>
                  <a:srgbClr val="000000"/>
                </a:solidFill>
                <a:latin typeface="Arial" charset="0"/>
                <a:ea typeface="+mn-ea"/>
              </a:rPr>
              <a:t>WEEK NUMBER</a:t>
            </a:r>
          </a:p>
        </p:txBody>
      </p:sp>
      <p:sp>
        <p:nvSpPr>
          <p:cNvPr id="96" name="TextBox 37"/>
          <p:cNvSpPr txBox="1">
            <a:spLocks noChangeArrowheads="1"/>
          </p:cNvSpPr>
          <p:nvPr userDrawn="1"/>
        </p:nvSpPr>
        <p:spPr bwMode="auto">
          <a:xfrm>
            <a:off x="512764" y="1939925"/>
            <a:ext cx="884237"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050"/>
              </a:lnSpc>
              <a:spcBef>
                <a:spcPts val="1125"/>
              </a:spcBef>
              <a:buClr>
                <a:schemeClr val="accent1"/>
              </a:buClr>
              <a:buFont typeface="Wingdings 2" pitchFamily="18" charset="2"/>
              <a:buNone/>
              <a:defRPr/>
            </a:pPr>
            <a:r>
              <a:rPr lang="en-US" sz="600" b="1">
                <a:solidFill>
                  <a:srgbClr val="000000"/>
                </a:solidFill>
                <a:latin typeface="Arial" charset="0"/>
                <a:ea typeface="+mn-ea"/>
              </a:rPr>
              <a:t>STARTS ON</a:t>
            </a:r>
          </a:p>
        </p:txBody>
      </p:sp>
      <p:cxnSp>
        <p:nvCxnSpPr>
          <p:cNvPr id="97" name="Straight Connector 39"/>
          <p:cNvCxnSpPr>
            <a:cxnSpLocks noChangeShapeType="1"/>
          </p:cNvCxnSpPr>
          <p:nvPr userDrawn="1"/>
        </p:nvCxnSpPr>
        <p:spPr bwMode="auto">
          <a:xfrm>
            <a:off x="442913" y="2200275"/>
            <a:ext cx="82296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cxnSp>
        <p:nvCxnSpPr>
          <p:cNvPr id="98" name="Straight Connector 40"/>
          <p:cNvCxnSpPr>
            <a:cxnSpLocks noChangeShapeType="1"/>
          </p:cNvCxnSpPr>
          <p:nvPr userDrawn="1"/>
        </p:nvCxnSpPr>
        <p:spPr bwMode="auto">
          <a:xfrm>
            <a:off x="442913" y="5486400"/>
            <a:ext cx="82296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99" name="Freeform 40"/>
          <p:cNvSpPr>
            <a:spLocks/>
          </p:cNvSpPr>
          <p:nvPr userDrawn="1"/>
        </p:nvSpPr>
        <p:spPr bwMode="auto">
          <a:xfrm>
            <a:off x="1555751" y="1468440"/>
            <a:ext cx="7102475" cy="4027487"/>
          </a:xfrm>
          <a:custGeom>
            <a:avLst/>
            <a:gdLst>
              <a:gd name="T0" fmla="*/ 0 w 7101191"/>
              <a:gd name="T1" fmla="*/ 4028195 h 4027251"/>
              <a:gd name="T2" fmla="*/ 0 w 7101191"/>
              <a:gd name="T3" fmla="*/ 0 h 4027251"/>
              <a:gd name="T4" fmla="*/ 7106328 w 7101191"/>
              <a:gd name="T5" fmla="*/ 0 h 4027251"/>
              <a:gd name="T6" fmla="*/ 0 60000 65536"/>
              <a:gd name="T7" fmla="*/ 0 60000 65536"/>
              <a:gd name="T8" fmla="*/ 0 60000 65536"/>
            </a:gdLst>
            <a:ahLst/>
            <a:cxnLst>
              <a:cxn ang="T6">
                <a:pos x="T0" y="T1"/>
              </a:cxn>
              <a:cxn ang="T7">
                <a:pos x="T2" y="T3"/>
              </a:cxn>
              <a:cxn ang="T8">
                <a:pos x="T4" y="T5"/>
              </a:cxn>
            </a:cxnLst>
            <a:rect l="0" t="0" r="r" b="b"/>
            <a:pathLst>
              <a:path w="7101191" h="4027251">
                <a:moveTo>
                  <a:pt x="0" y="4027251"/>
                </a:moveTo>
                <a:lnTo>
                  <a:pt x="0" y="0"/>
                </a:lnTo>
                <a:lnTo>
                  <a:pt x="7101191" y="0"/>
                </a:lnTo>
              </a:path>
            </a:pathLst>
          </a:custGeom>
          <a:noFill/>
          <a:ln w="19050" cap="flat" cmpd="sng">
            <a:solidFill>
              <a:srgbClr val="666666"/>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1350"/>
          </a:p>
        </p:txBody>
      </p:sp>
      <p:cxnSp>
        <p:nvCxnSpPr>
          <p:cNvPr id="100" name="Straight Connector 42"/>
          <p:cNvCxnSpPr>
            <a:cxnSpLocks noChangeShapeType="1"/>
          </p:cNvCxnSpPr>
          <p:nvPr userDrawn="1"/>
        </p:nvCxnSpPr>
        <p:spPr bwMode="auto">
          <a:xfrm>
            <a:off x="1546226" y="1828800"/>
            <a:ext cx="649288" cy="228600"/>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39" name="Text Placeholder 12"/>
          <p:cNvSpPr>
            <a:spLocks noGrp="1"/>
          </p:cNvSpPr>
          <p:nvPr>
            <p:ph type="body" sz="quarter" idx="33"/>
          </p:nvPr>
        </p:nvSpPr>
        <p:spPr>
          <a:xfrm>
            <a:off x="1546225" y="1835813"/>
            <a:ext cx="64591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34"/>
          </p:nvPr>
        </p:nvSpPr>
        <p:spPr>
          <a:xfrm>
            <a:off x="2203314" y="1835813"/>
            <a:ext cx="64688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35"/>
          </p:nvPr>
        </p:nvSpPr>
        <p:spPr>
          <a:xfrm>
            <a:off x="2850206" y="1835813"/>
            <a:ext cx="65175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2" name="Text Placeholder 12"/>
          <p:cNvSpPr>
            <a:spLocks noGrp="1"/>
          </p:cNvSpPr>
          <p:nvPr>
            <p:ph type="body" sz="quarter" idx="36"/>
          </p:nvPr>
        </p:nvSpPr>
        <p:spPr>
          <a:xfrm>
            <a:off x="3497094" y="1835813"/>
            <a:ext cx="642026"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37"/>
          </p:nvPr>
        </p:nvSpPr>
        <p:spPr>
          <a:xfrm>
            <a:off x="4139118"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38"/>
          </p:nvPr>
        </p:nvSpPr>
        <p:spPr>
          <a:xfrm>
            <a:off x="4795736"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5" name="Text Placeholder 12"/>
          <p:cNvSpPr>
            <a:spLocks noGrp="1"/>
          </p:cNvSpPr>
          <p:nvPr>
            <p:ph type="body" sz="quarter" idx="39"/>
          </p:nvPr>
        </p:nvSpPr>
        <p:spPr>
          <a:xfrm>
            <a:off x="5437760"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6" name="Text Placeholder 12"/>
          <p:cNvSpPr>
            <a:spLocks noGrp="1"/>
          </p:cNvSpPr>
          <p:nvPr>
            <p:ph type="body" sz="quarter" idx="40"/>
          </p:nvPr>
        </p:nvSpPr>
        <p:spPr>
          <a:xfrm>
            <a:off x="6084651" y="1835813"/>
            <a:ext cx="65175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7" name="Text Placeholder 12"/>
          <p:cNvSpPr>
            <a:spLocks noGrp="1"/>
          </p:cNvSpPr>
          <p:nvPr>
            <p:ph type="body" sz="quarter" idx="41"/>
          </p:nvPr>
        </p:nvSpPr>
        <p:spPr>
          <a:xfrm>
            <a:off x="6731540" y="1835813"/>
            <a:ext cx="646890"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8" name="Text Placeholder 12"/>
          <p:cNvSpPr>
            <a:spLocks noGrp="1"/>
          </p:cNvSpPr>
          <p:nvPr>
            <p:ph type="body" sz="quarter" idx="42"/>
          </p:nvPr>
        </p:nvSpPr>
        <p:spPr>
          <a:xfrm>
            <a:off x="7383292"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9" name="Text Placeholder 12"/>
          <p:cNvSpPr>
            <a:spLocks noGrp="1"/>
          </p:cNvSpPr>
          <p:nvPr>
            <p:ph type="body" sz="quarter" idx="43"/>
          </p:nvPr>
        </p:nvSpPr>
        <p:spPr>
          <a:xfrm>
            <a:off x="8025320" y="1835813"/>
            <a:ext cx="65316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0" name="Text Placeholder 12"/>
          <p:cNvSpPr>
            <a:spLocks noGrp="1"/>
          </p:cNvSpPr>
          <p:nvPr>
            <p:ph type="body" sz="quarter" idx="45"/>
          </p:nvPr>
        </p:nvSpPr>
        <p:spPr>
          <a:xfrm>
            <a:off x="469240" y="223026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1" name="Text Placeholder 12"/>
          <p:cNvSpPr>
            <a:spLocks noGrp="1"/>
          </p:cNvSpPr>
          <p:nvPr>
            <p:ph type="body" sz="quarter" idx="46"/>
          </p:nvPr>
        </p:nvSpPr>
        <p:spPr>
          <a:xfrm>
            <a:off x="469240" y="259557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2" name="Text Placeholder 12"/>
          <p:cNvSpPr>
            <a:spLocks noGrp="1"/>
          </p:cNvSpPr>
          <p:nvPr>
            <p:ph type="body" sz="quarter" idx="47"/>
          </p:nvPr>
        </p:nvSpPr>
        <p:spPr>
          <a:xfrm>
            <a:off x="469240" y="296088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3" name="Text Placeholder 12"/>
          <p:cNvSpPr>
            <a:spLocks noGrp="1"/>
          </p:cNvSpPr>
          <p:nvPr>
            <p:ph type="body" sz="quarter" idx="48"/>
          </p:nvPr>
        </p:nvSpPr>
        <p:spPr>
          <a:xfrm>
            <a:off x="469240" y="332619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4" name="Text Placeholder 12"/>
          <p:cNvSpPr>
            <a:spLocks noGrp="1"/>
          </p:cNvSpPr>
          <p:nvPr>
            <p:ph type="body" sz="quarter" idx="49"/>
          </p:nvPr>
        </p:nvSpPr>
        <p:spPr>
          <a:xfrm>
            <a:off x="469240" y="369150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5" name="Text Placeholder 12"/>
          <p:cNvSpPr>
            <a:spLocks noGrp="1"/>
          </p:cNvSpPr>
          <p:nvPr>
            <p:ph type="body" sz="quarter" idx="50"/>
          </p:nvPr>
        </p:nvSpPr>
        <p:spPr>
          <a:xfrm>
            <a:off x="469240" y="405681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6" name="Text Placeholder 12"/>
          <p:cNvSpPr>
            <a:spLocks noGrp="1"/>
          </p:cNvSpPr>
          <p:nvPr>
            <p:ph type="body" sz="quarter" idx="51"/>
          </p:nvPr>
        </p:nvSpPr>
        <p:spPr>
          <a:xfrm>
            <a:off x="469240" y="5152742"/>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7" name="Text Placeholder 12"/>
          <p:cNvSpPr>
            <a:spLocks noGrp="1"/>
          </p:cNvSpPr>
          <p:nvPr>
            <p:ph type="body" sz="quarter" idx="52"/>
          </p:nvPr>
        </p:nvSpPr>
        <p:spPr>
          <a:xfrm>
            <a:off x="469240" y="442212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8" name="Text Placeholder 12"/>
          <p:cNvSpPr>
            <a:spLocks noGrp="1"/>
          </p:cNvSpPr>
          <p:nvPr>
            <p:ph type="body" sz="quarter" idx="53"/>
          </p:nvPr>
        </p:nvSpPr>
        <p:spPr>
          <a:xfrm>
            <a:off x="469240" y="478743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9" name="Text Placeholder 12"/>
          <p:cNvSpPr>
            <a:spLocks noGrp="1"/>
          </p:cNvSpPr>
          <p:nvPr>
            <p:ph type="body" sz="quarter" idx="54"/>
          </p:nvPr>
        </p:nvSpPr>
        <p:spPr>
          <a:xfrm>
            <a:off x="1562267"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94301C"/>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0" name="Text Placeholder 12"/>
          <p:cNvSpPr>
            <a:spLocks noGrp="1"/>
          </p:cNvSpPr>
          <p:nvPr>
            <p:ph type="body" sz="quarter" idx="55"/>
          </p:nvPr>
        </p:nvSpPr>
        <p:spPr>
          <a:xfrm>
            <a:off x="220331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1" name="Text Placeholder 12"/>
          <p:cNvSpPr>
            <a:spLocks noGrp="1"/>
          </p:cNvSpPr>
          <p:nvPr>
            <p:ph type="body" sz="quarter" idx="56"/>
          </p:nvPr>
        </p:nvSpPr>
        <p:spPr>
          <a:xfrm>
            <a:off x="285020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2" name="Text Placeholder 12"/>
          <p:cNvSpPr>
            <a:spLocks noGrp="1"/>
          </p:cNvSpPr>
          <p:nvPr>
            <p:ph type="body" sz="quarter" idx="57"/>
          </p:nvPr>
        </p:nvSpPr>
        <p:spPr>
          <a:xfrm>
            <a:off x="349709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3" name="Text Placeholder 12"/>
          <p:cNvSpPr>
            <a:spLocks noGrp="1"/>
          </p:cNvSpPr>
          <p:nvPr>
            <p:ph type="body" sz="quarter" idx="58"/>
          </p:nvPr>
        </p:nvSpPr>
        <p:spPr>
          <a:xfrm>
            <a:off x="4139118"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4" name="Text Placeholder 12"/>
          <p:cNvSpPr>
            <a:spLocks noGrp="1"/>
          </p:cNvSpPr>
          <p:nvPr>
            <p:ph type="body" sz="quarter" idx="59"/>
          </p:nvPr>
        </p:nvSpPr>
        <p:spPr>
          <a:xfrm>
            <a:off x="4795736"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5" name="Text Placeholder 12"/>
          <p:cNvSpPr>
            <a:spLocks noGrp="1"/>
          </p:cNvSpPr>
          <p:nvPr>
            <p:ph type="body" sz="quarter" idx="60"/>
          </p:nvPr>
        </p:nvSpPr>
        <p:spPr>
          <a:xfrm>
            <a:off x="543776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6" name="Text Placeholder 12"/>
          <p:cNvSpPr>
            <a:spLocks noGrp="1"/>
          </p:cNvSpPr>
          <p:nvPr>
            <p:ph type="body" sz="quarter" idx="61"/>
          </p:nvPr>
        </p:nvSpPr>
        <p:spPr>
          <a:xfrm>
            <a:off x="608465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7" name="Text Placeholder 12"/>
          <p:cNvSpPr>
            <a:spLocks noGrp="1"/>
          </p:cNvSpPr>
          <p:nvPr>
            <p:ph type="body" sz="quarter" idx="62"/>
          </p:nvPr>
        </p:nvSpPr>
        <p:spPr>
          <a:xfrm>
            <a:off x="673154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8" name="Text Placeholder 12"/>
          <p:cNvSpPr>
            <a:spLocks noGrp="1"/>
          </p:cNvSpPr>
          <p:nvPr>
            <p:ph type="body" sz="quarter" idx="63"/>
          </p:nvPr>
        </p:nvSpPr>
        <p:spPr>
          <a:xfrm>
            <a:off x="7383292"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9" name="Text Placeholder 12"/>
          <p:cNvSpPr>
            <a:spLocks noGrp="1"/>
          </p:cNvSpPr>
          <p:nvPr>
            <p:ph type="body" sz="quarter" idx="64"/>
          </p:nvPr>
        </p:nvSpPr>
        <p:spPr>
          <a:xfrm>
            <a:off x="8025318"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79" name="Text Placeholder 178"/>
          <p:cNvSpPr>
            <a:spLocks noGrp="1"/>
          </p:cNvSpPr>
          <p:nvPr>
            <p:ph type="body" sz="quarter" idx="65"/>
          </p:nvPr>
        </p:nvSpPr>
        <p:spPr>
          <a:xfrm>
            <a:off x="1546225" y="2321700"/>
            <a:ext cx="914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0" name="Text Placeholder 178"/>
          <p:cNvSpPr>
            <a:spLocks noGrp="1"/>
          </p:cNvSpPr>
          <p:nvPr>
            <p:ph type="body" sz="quarter" idx="66"/>
          </p:nvPr>
        </p:nvSpPr>
        <p:spPr>
          <a:xfrm>
            <a:off x="1546225" y="2687010"/>
            <a:ext cx="1828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1" name="Text Placeholder 178"/>
          <p:cNvSpPr>
            <a:spLocks noGrp="1"/>
          </p:cNvSpPr>
          <p:nvPr>
            <p:ph type="body" sz="quarter" idx="67"/>
          </p:nvPr>
        </p:nvSpPr>
        <p:spPr>
          <a:xfrm>
            <a:off x="1546225" y="3052320"/>
            <a:ext cx="2743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2" name="Text Placeholder 178"/>
          <p:cNvSpPr>
            <a:spLocks noGrp="1"/>
          </p:cNvSpPr>
          <p:nvPr>
            <p:ph type="body" sz="quarter" idx="68"/>
          </p:nvPr>
        </p:nvSpPr>
        <p:spPr>
          <a:xfrm>
            <a:off x="1546225" y="3417630"/>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3" name="Text Placeholder 178"/>
          <p:cNvSpPr>
            <a:spLocks noGrp="1"/>
          </p:cNvSpPr>
          <p:nvPr>
            <p:ph type="body" sz="quarter" idx="69"/>
          </p:nvPr>
        </p:nvSpPr>
        <p:spPr>
          <a:xfrm>
            <a:off x="1546225" y="3782940"/>
            <a:ext cx="45720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4" name="Text Placeholder 178"/>
          <p:cNvSpPr>
            <a:spLocks noGrp="1"/>
          </p:cNvSpPr>
          <p:nvPr>
            <p:ph type="body" sz="quarter" idx="70"/>
          </p:nvPr>
        </p:nvSpPr>
        <p:spPr>
          <a:xfrm>
            <a:off x="1546225" y="4148250"/>
            <a:ext cx="914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5" name="Text Placeholder 178"/>
          <p:cNvSpPr>
            <a:spLocks noGrp="1"/>
          </p:cNvSpPr>
          <p:nvPr>
            <p:ph type="body" sz="quarter" idx="71"/>
          </p:nvPr>
        </p:nvSpPr>
        <p:spPr>
          <a:xfrm>
            <a:off x="1546225" y="4513560"/>
            <a:ext cx="1828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6" name="Text Placeholder 178"/>
          <p:cNvSpPr>
            <a:spLocks noGrp="1"/>
          </p:cNvSpPr>
          <p:nvPr>
            <p:ph type="body" sz="quarter" idx="72"/>
          </p:nvPr>
        </p:nvSpPr>
        <p:spPr>
          <a:xfrm>
            <a:off x="1546225" y="4878870"/>
            <a:ext cx="2743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7" name="Text Placeholder 178"/>
          <p:cNvSpPr>
            <a:spLocks noGrp="1"/>
          </p:cNvSpPr>
          <p:nvPr>
            <p:ph type="body" sz="quarter" idx="73"/>
          </p:nvPr>
        </p:nvSpPr>
        <p:spPr>
          <a:xfrm>
            <a:off x="1546225" y="5244182"/>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8" name="Text Placeholder 178"/>
          <p:cNvSpPr>
            <a:spLocks noGrp="1"/>
          </p:cNvSpPr>
          <p:nvPr>
            <p:ph type="body" sz="quarter" idx="74"/>
          </p:nvPr>
        </p:nvSpPr>
        <p:spPr>
          <a:xfrm>
            <a:off x="3436620" y="5562600"/>
            <a:ext cx="13716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0" name="Text Placeholder 12"/>
          <p:cNvSpPr>
            <a:spLocks noGrp="1"/>
          </p:cNvSpPr>
          <p:nvPr>
            <p:ph type="body" sz="quarter" idx="76"/>
          </p:nvPr>
        </p:nvSpPr>
        <p:spPr>
          <a:xfrm>
            <a:off x="3048000" y="5817472"/>
            <a:ext cx="9144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91" name="Text Placeholder 178"/>
          <p:cNvSpPr>
            <a:spLocks noGrp="1"/>
          </p:cNvSpPr>
          <p:nvPr>
            <p:ph type="body" sz="quarter" idx="77"/>
          </p:nvPr>
        </p:nvSpPr>
        <p:spPr>
          <a:xfrm>
            <a:off x="5355067" y="5562600"/>
            <a:ext cx="13716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2" name="Text Placeholder 12"/>
          <p:cNvSpPr>
            <a:spLocks noGrp="1"/>
          </p:cNvSpPr>
          <p:nvPr>
            <p:ph type="body" sz="quarter" idx="78"/>
          </p:nvPr>
        </p:nvSpPr>
        <p:spPr>
          <a:xfrm>
            <a:off x="4966447" y="5817472"/>
            <a:ext cx="9144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78"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1" name="Slide Number Placeholder 9"/>
          <p:cNvSpPr>
            <a:spLocks noGrp="1"/>
          </p:cNvSpPr>
          <p:nvPr>
            <p:ph type="sldNum" sz="quarter" idx="79"/>
          </p:nvPr>
        </p:nvSpPr>
        <p:spPr/>
        <p:txBody>
          <a:bodyPr/>
          <a:lstStyle>
            <a:lvl1pPr>
              <a:defRPr/>
            </a:lvl1pPr>
          </a:lstStyle>
          <a:p>
            <a:fld id="{D003C6ED-C4A5-154D-A951-DFA096D6467B}" type="slidenum">
              <a:rPr lang="en-US" altLang="en-US"/>
              <a:pPr/>
              <a:t>‹#›</a:t>
            </a:fld>
            <a:endParaRPr lang="en-US" altLang="en-US"/>
          </a:p>
        </p:txBody>
      </p:sp>
      <p:sp>
        <p:nvSpPr>
          <p:cNvPr id="102" name="Footer Placeholder 79"/>
          <p:cNvSpPr>
            <a:spLocks noGrp="1"/>
          </p:cNvSpPr>
          <p:nvPr>
            <p:ph type="ftr" sz="quarter" idx="80"/>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28804916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cxnSp>
        <p:nvCxnSpPr>
          <p:cNvPr id="9" name="Straight Connector 7"/>
          <p:cNvCxnSpPr>
            <a:cxnSpLocks noChangeShapeType="1"/>
          </p:cNvCxnSpPr>
          <p:nvPr userDrawn="1"/>
        </p:nvCxnSpPr>
        <p:spPr bwMode="auto">
          <a:xfrm>
            <a:off x="1779589" y="5981700"/>
            <a:ext cx="5495925"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cxnSp>
      <p:sp>
        <p:nvSpPr>
          <p:cNvPr id="6" name="Title 1"/>
          <p:cNvSpPr>
            <a:spLocks noGrp="1"/>
          </p:cNvSpPr>
          <p:nvPr>
            <p:ph type="title"/>
          </p:nvPr>
        </p:nvSpPr>
        <p:spPr>
          <a:xfrm>
            <a:off x="1792288" y="5453937"/>
            <a:ext cx="5486400" cy="474325"/>
          </a:xfrm>
          <a:prstGeom prst="rect">
            <a:avLst/>
          </a:prstGeom>
        </p:spPr>
        <p:txBody>
          <a:bodyPr/>
          <a:lstStyle>
            <a:lvl1pPr algn="l">
              <a:defRPr sz="900" b="1"/>
            </a:lvl1pPr>
          </a:lstStyle>
          <a:p>
            <a:r>
              <a:rPr lang="en-US"/>
              <a:t>Click to edit Master title style</a:t>
            </a:r>
            <a:endParaRPr lang="en-US" dirty="0"/>
          </a:p>
        </p:txBody>
      </p:sp>
      <p:sp>
        <p:nvSpPr>
          <p:cNvPr id="7" name="Picture Placeholder 2"/>
          <p:cNvSpPr>
            <a:spLocks noGrp="1"/>
          </p:cNvSpPr>
          <p:nvPr>
            <p:ph type="pic" idx="1"/>
          </p:nvPr>
        </p:nvSpPr>
        <p:spPr>
          <a:xfrm>
            <a:off x="1792288" y="1166756"/>
            <a:ext cx="5486400" cy="419268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Drag picture to placeholder or click icon to add</a:t>
            </a:r>
          </a:p>
        </p:txBody>
      </p:sp>
      <p:sp>
        <p:nvSpPr>
          <p:cNvPr id="8" name="Text Placeholder 3"/>
          <p:cNvSpPr>
            <a:spLocks noGrp="1"/>
          </p:cNvSpPr>
          <p:nvPr>
            <p:ph type="body" sz="half" idx="2"/>
          </p:nvPr>
        </p:nvSpPr>
        <p:spPr>
          <a:xfrm>
            <a:off x="1792288" y="6042020"/>
            <a:ext cx="5486400" cy="311280"/>
          </a:xfrm>
          <a:prstGeom prst="rect">
            <a:avLst/>
          </a:prstGeom>
        </p:spPr>
        <p:txBody>
          <a:bodyPr/>
          <a:lstStyle>
            <a:lvl1pPr marL="0" indent="0">
              <a:buNone/>
              <a:defRPr sz="750" i="1">
                <a:solidFill>
                  <a:srgbClr val="4D4D4D"/>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10"/>
          <p:cNvSpPr>
            <a:spLocks noGrp="1"/>
          </p:cNvSpPr>
          <p:nvPr>
            <p:ph type="body" sz="quarter" idx="10"/>
          </p:nvPr>
        </p:nvSpPr>
        <p:spPr>
          <a:xfrm>
            <a:off x="769503" y="0"/>
            <a:ext cx="7604994" cy="896112"/>
          </a:xfrm>
          <a:prstGeom prst="rect">
            <a:avLst/>
          </a:prstGeom>
        </p:spPr>
        <p:txBody>
          <a:bodyPr anchor="b"/>
          <a:lstStyle>
            <a:lvl1pPr>
              <a:buNone/>
              <a:defRPr sz="1650">
                <a:latin typeface="+mj-lt"/>
              </a:defRPr>
            </a:lvl1pPr>
          </a:lstStyle>
          <a:p>
            <a:pPr lvl="0"/>
            <a:r>
              <a:rPr lang="en-US"/>
              <a:t>Click to edit Master text styles</a:t>
            </a:r>
          </a:p>
        </p:txBody>
      </p:sp>
      <p:sp>
        <p:nvSpPr>
          <p:cNvPr id="10" name="Slide Number Placeholder 9"/>
          <p:cNvSpPr>
            <a:spLocks noGrp="1"/>
          </p:cNvSpPr>
          <p:nvPr>
            <p:ph type="sldNum" sz="quarter" idx="11"/>
          </p:nvPr>
        </p:nvSpPr>
        <p:spPr/>
        <p:txBody>
          <a:bodyPr/>
          <a:lstStyle>
            <a:lvl1pPr>
              <a:defRPr/>
            </a:lvl1pPr>
          </a:lstStyle>
          <a:p>
            <a:fld id="{614CE4E3-D3DE-AB41-A281-30813EB5473F}" type="slidenum">
              <a:rPr lang="en-US" altLang="en-US"/>
              <a:pPr/>
              <a:t>‹#›</a:t>
            </a:fld>
            <a:endParaRPr lang="en-US" altLang="en-US"/>
          </a:p>
        </p:txBody>
      </p:sp>
      <p:sp>
        <p:nvSpPr>
          <p:cNvPr id="12" name="Footer Placeholder 9"/>
          <p:cNvSpPr>
            <a:spLocks noGrp="1"/>
          </p:cNvSpPr>
          <p:nvPr>
            <p:ph type="ftr" sz="quarter" idx="12"/>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195216603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Text Placeholder 11"/>
          <p:cNvSpPr>
            <a:spLocks noGrp="1"/>
          </p:cNvSpPr>
          <p:nvPr>
            <p:ph type="body" sz="quarter" idx="11"/>
          </p:nvPr>
        </p:nvSpPr>
        <p:spPr>
          <a:xfrm>
            <a:off x="452441" y="1447800"/>
            <a:ext cx="1688123" cy="914400"/>
          </a:xfrm>
          <a:prstGeom prst="rect">
            <a:avLst/>
          </a:prstGeom>
        </p:spPr>
        <p:txBody>
          <a:bodyPr/>
          <a:lstStyle>
            <a:lvl1pPr>
              <a:buNone/>
              <a:defRPr sz="750"/>
            </a:lvl1pPr>
          </a:lstStyle>
          <a:p>
            <a:pPr lvl="0"/>
            <a:r>
              <a:rPr lang="en-US"/>
              <a:t>Click to edit Master text styles</a:t>
            </a:r>
          </a:p>
        </p:txBody>
      </p:sp>
      <p:sp>
        <p:nvSpPr>
          <p:cNvPr id="9" name="Text Placeholder 11"/>
          <p:cNvSpPr>
            <a:spLocks noGrp="1"/>
          </p:cNvSpPr>
          <p:nvPr>
            <p:ph type="body" sz="quarter" idx="12"/>
          </p:nvPr>
        </p:nvSpPr>
        <p:spPr>
          <a:xfrm>
            <a:off x="452441" y="2667000"/>
            <a:ext cx="1688123" cy="914400"/>
          </a:xfrm>
          <a:prstGeom prst="rect">
            <a:avLst/>
          </a:prstGeom>
        </p:spPr>
        <p:txBody>
          <a:bodyPr/>
          <a:lstStyle>
            <a:lvl1pPr>
              <a:buNone/>
              <a:defRPr sz="750"/>
            </a:lvl1pPr>
          </a:lstStyle>
          <a:p>
            <a:pPr lvl="0"/>
            <a:r>
              <a:rPr lang="en-US"/>
              <a:t>Click to edit Master text styles</a:t>
            </a:r>
          </a:p>
        </p:txBody>
      </p:sp>
      <p:sp>
        <p:nvSpPr>
          <p:cNvPr id="10" name="Text Placeholder 11"/>
          <p:cNvSpPr>
            <a:spLocks noGrp="1"/>
          </p:cNvSpPr>
          <p:nvPr>
            <p:ph type="body" sz="quarter" idx="13"/>
          </p:nvPr>
        </p:nvSpPr>
        <p:spPr>
          <a:xfrm>
            <a:off x="452441" y="5105400"/>
            <a:ext cx="1688123" cy="914400"/>
          </a:xfrm>
          <a:prstGeom prst="rect">
            <a:avLst/>
          </a:prstGeom>
        </p:spPr>
        <p:txBody>
          <a:bodyPr/>
          <a:lstStyle>
            <a:lvl1pPr>
              <a:buNone/>
              <a:defRPr sz="750"/>
            </a:lvl1pPr>
          </a:lstStyle>
          <a:p>
            <a:pPr lvl="0"/>
            <a:r>
              <a:rPr lang="en-US"/>
              <a:t>Click to edit Master text styles</a:t>
            </a:r>
          </a:p>
        </p:txBody>
      </p:sp>
      <p:sp>
        <p:nvSpPr>
          <p:cNvPr id="11" name="Text Placeholder 11"/>
          <p:cNvSpPr>
            <a:spLocks noGrp="1"/>
          </p:cNvSpPr>
          <p:nvPr>
            <p:ph type="body" sz="quarter" idx="14"/>
          </p:nvPr>
        </p:nvSpPr>
        <p:spPr>
          <a:xfrm>
            <a:off x="7003443" y="1447800"/>
            <a:ext cx="1688123" cy="914400"/>
          </a:xfrm>
          <a:prstGeom prst="rect">
            <a:avLst/>
          </a:prstGeom>
        </p:spPr>
        <p:txBody>
          <a:bodyPr/>
          <a:lstStyle>
            <a:lvl1pPr>
              <a:buNone/>
              <a:defRPr sz="750"/>
            </a:lvl1pPr>
          </a:lstStyle>
          <a:p>
            <a:pPr lvl="0"/>
            <a:r>
              <a:rPr lang="en-US"/>
              <a:t>Click to edit Master text styles</a:t>
            </a:r>
          </a:p>
        </p:txBody>
      </p:sp>
      <p:sp>
        <p:nvSpPr>
          <p:cNvPr id="12" name="Text Placeholder 11"/>
          <p:cNvSpPr>
            <a:spLocks noGrp="1"/>
          </p:cNvSpPr>
          <p:nvPr>
            <p:ph type="body" sz="quarter" idx="15"/>
          </p:nvPr>
        </p:nvSpPr>
        <p:spPr>
          <a:xfrm>
            <a:off x="7003443" y="2667000"/>
            <a:ext cx="1688123" cy="914400"/>
          </a:xfrm>
          <a:prstGeom prst="rect">
            <a:avLst/>
          </a:prstGeom>
        </p:spPr>
        <p:txBody>
          <a:bodyPr/>
          <a:lstStyle>
            <a:lvl1pPr>
              <a:buNone/>
              <a:defRPr sz="750"/>
            </a:lvl1pPr>
          </a:lstStyle>
          <a:p>
            <a:pPr lvl="0"/>
            <a:r>
              <a:rPr lang="en-US"/>
              <a:t>Click to edit Master text styles</a:t>
            </a:r>
          </a:p>
        </p:txBody>
      </p:sp>
      <p:sp>
        <p:nvSpPr>
          <p:cNvPr id="13" name="Text Placeholder 11"/>
          <p:cNvSpPr>
            <a:spLocks noGrp="1"/>
          </p:cNvSpPr>
          <p:nvPr>
            <p:ph type="body" sz="quarter" idx="16"/>
          </p:nvPr>
        </p:nvSpPr>
        <p:spPr>
          <a:xfrm>
            <a:off x="7003443" y="3886200"/>
            <a:ext cx="1688123" cy="914400"/>
          </a:xfrm>
          <a:prstGeom prst="rect">
            <a:avLst/>
          </a:prstGeom>
        </p:spPr>
        <p:txBody>
          <a:bodyPr/>
          <a:lstStyle>
            <a:lvl1pPr>
              <a:buNone/>
              <a:defRPr sz="750"/>
            </a:lvl1pPr>
          </a:lstStyle>
          <a:p>
            <a:pPr lvl="0"/>
            <a:r>
              <a:rPr lang="en-US"/>
              <a:t>Click to edit Master text styles</a:t>
            </a:r>
          </a:p>
        </p:txBody>
      </p:sp>
      <p:sp>
        <p:nvSpPr>
          <p:cNvPr id="14" name="Text Placeholder 11"/>
          <p:cNvSpPr>
            <a:spLocks noGrp="1"/>
          </p:cNvSpPr>
          <p:nvPr>
            <p:ph type="body" sz="quarter" idx="17"/>
          </p:nvPr>
        </p:nvSpPr>
        <p:spPr>
          <a:xfrm>
            <a:off x="7003443" y="5105400"/>
            <a:ext cx="1688123" cy="914400"/>
          </a:xfrm>
          <a:prstGeom prst="rect">
            <a:avLst/>
          </a:prstGeom>
        </p:spPr>
        <p:txBody>
          <a:bodyPr/>
          <a:lstStyle>
            <a:lvl1pPr>
              <a:buNone/>
              <a:defRPr sz="750"/>
            </a:lvl1pPr>
          </a:lstStyle>
          <a:p>
            <a:pPr lvl="0"/>
            <a:r>
              <a:rPr lang="en-US"/>
              <a:t>Click to edit Master text styles</a:t>
            </a:r>
          </a:p>
        </p:txBody>
      </p:sp>
      <p:sp>
        <p:nvSpPr>
          <p:cNvPr id="15" name="Text Placeholder 11"/>
          <p:cNvSpPr>
            <a:spLocks noGrp="1"/>
          </p:cNvSpPr>
          <p:nvPr>
            <p:ph type="body" sz="quarter" idx="18"/>
          </p:nvPr>
        </p:nvSpPr>
        <p:spPr>
          <a:xfrm>
            <a:off x="452441" y="3886200"/>
            <a:ext cx="1688123" cy="914400"/>
          </a:xfrm>
          <a:prstGeom prst="rect">
            <a:avLst/>
          </a:prstGeom>
        </p:spPr>
        <p:txBody>
          <a:bodyPr/>
          <a:lstStyle>
            <a:lvl1pPr>
              <a:buNone/>
              <a:defRPr sz="750"/>
            </a:lvl1pPr>
          </a:lstStyle>
          <a:p>
            <a:pPr lvl="0"/>
            <a:r>
              <a:rPr lang="en-US"/>
              <a:t>Click to edit Master text styles</a:t>
            </a:r>
          </a:p>
        </p:txBody>
      </p:sp>
      <p:sp>
        <p:nvSpPr>
          <p:cNvPr id="16" name="Slide Number Placeholder 9"/>
          <p:cNvSpPr>
            <a:spLocks noGrp="1"/>
          </p:cNvSpPr>
          <p:nvPr>
            <p:ph type="sldNum" sz="quarter" idx="19"/>
          </p:nvPr>
        </p:nvSpPr>
        <p:spPr/>
        <p:txBody>
          <a:bodyPr/>
          <a:lstStyle>
            <a:lvl1pPr>
              <a:defRPr/>
            </a:lvl1pPr>
          </a:lstStyle>
          <a:p>
            <a:fld id="{1B28FF10-2575-714D-9D0B-AB6D45C94EAE}" type="slidenum">
              <a:rPr lang="en-US" altLang="en-US"/>
              <a:pPr/>
              <a:t>‹#›</a:t>
            </a:fld>
            <a:endParaRPr lang="en-US" altLang="en-US"/>
          </a:p>
        </p:txBody>
      </p:sp>
      <p:sp>
        <p:nvSpPr>
          <p:cNvPr id="17" name="Footer Placeholder 12"/>
          <p:cNvSpPr>
            <a:spLocks noGrp="1"/>
          </p:cNvSpPr>
          <p:nvPr>
            <p:ph type="ftr" sz="quarter" idx="20"/>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14826072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6159380" y="1419225"/>
            <a:ext cx="2532185" cy="4800600"/>
          </a:xfrm>
          <a:prstGeom prst="rect">
            <a:avLst/>
          </a:prstGeom>
        </p:spPr>
        <p:txBody>
          <a:bodyPr/>
          <a:lstStyle>
            <a:lvl1pPr marL="171450" indent="-171450">
              <a:buClr>
                <a:srgbClr val="B01C2E"/>
              </a:buClr>
              <a:buFont typeface="Wingdings 2" pitchFamily="18" charset="2"/>
              <a:buChar char=""/>
              <a:defRPr sz="825"/>
            </a:lvl1pPr>
            <a:lvl2pPr marL="342900" indent="-171450">
              <a:buClr>
                <a:srgbClr val="B01C2E"/>
              </a:buClr>
              <a:buSzPct val="125000"/>
              <a:buFont typeface="Arial" pitchFamily="34" charset="0"/>
              <a:buChar char="•"/>
              <a:defRPr sz="825"/>
            </a:lvl2pPr>
            <a:lvl3pPr marL="514350">
              <a:buClr>
                <a:srgbClr val="B01C2E"/>
              </a:buClr>
              <a:buFont typeface="Arial" pitchFamily="34" charset="0"/>
              <a:buChar char="–"/>
              <a:defRPr sz="825"/>
            </a:lvl3pPr>
            <a:lvl4pPr marL="685800">
              <a:buClr>
                <a:srgbClr val="B01C2E"/>
              </a:buClr>
              <a:buFont typeface="Arial" pitchFamily="34" charset="0"/>
              <a:buChar char="–"/>
              <a:defRPr sz="825"/>
            </a:lvl4pPr>
            <a:lvl5pPr marL="857250">
              <a:buClr>
                <a:srgbClr val="B01C2E"/>
              </a:buClr>
              <a:buFont typeface="Arial" pitchFamily="34" charset="0"/>
              <a:buChar char="–"/>
              <a:defRPr sz="825"/>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4" name="Slide Number Placeholder 9"/>
          <p:cNvSpPr>
            <a:spLocks noGrp="1"/>
          </p:cNvSpPr>
          <p:nvPr>
            <p:ph type="sldNum" sz="quarter" idx="10"/>
          </p:nvPr>
        </p:nvSpPr>
        <p:spPr/>
        <p:txBody>
          <a:bodyPr/>
          <a:lstStyle>
            <a:lvl1pPr>
              <a:defRPr/>
            </a:lvl1pPr>
          </a:lstStyle>
          <a:p>
            <a:fld id="{3B598768-D1F4-594C-B51E-99B1ED06033F}" type="slidenum">
              <a:rPr lang="en-US" altLang="en-US"/>
              <a:pPr/>
              <a:t>‹#›</a:t>
            </a:fld>
            <a:endParaRPr lang="en-US" altLang="en-US"/>
          </a:p>
        </p:txBody>
      </p:sp>
      <p:sp>
        <p:nvSpPr>
          <p:cNvPr id="6" name="Footer Placeholder 12"/>
          <p:cNvSpPr>
            <a:spLocks noGrp="1"/>
          </p:cNvSpPr>
          <p:nvPr>
            <p:ph type="ftr" sz="quarter" idx="11"/>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122820313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3575052" y="1419225"/>
            <a:ext cx="5111750"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457201" y="1419226"/>
            <a:ext cx="2918298"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219B113F-1BA8-CA4E-A6B3-92D1D8C0C887}"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35007413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igh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457201" y="1419225"/>
            <a:ext cx="5111750"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5773265" y="1419226"/>
            <a:ext cx="2918298"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524011BE-5C53-0E48-93A9-5E9857491FB1}"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58517724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ttorney Bio">
    <p:spTree>
      <p:nvGrpSpPr>
        <p:cNvPr id="1" name=""/>
        <p:cNvGrpSpPr/>
        <p:nvPr/>
      </p:nvGrpSpPr>
      <p:grpSpPr>
        <a:xfrm>
          <a:off x="0" y="0"/>
          <a:ext cx="0" cy="0"/>
          <a:chOff x="0" y="0"/>
          <a:chExt cx="0" cy="0"/>
        </a:xfrm>
      </p:grpSpPr>
      <p:sp>
        <p:nvSpPr>
          <p:cNvPr id="12" name="Line 22"/>
          <p:cNvSpPr>
            <a:spLocks noChangeShapeType="1"/>
          </p:cNvSpPr>
          <p:nvPr/>
        </p:nvSpPr>
        <p:spPr bwMode="auto">
          <a:xfrm>
            <a:off x="2076450" y="2667000"/>
            <a:ext cx="66294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3" name="TextBox 13"/>
          <p:cNvSpPr txBox="1">
            <a:spLocks noChangeArrowheads="1"/>
          </p:cNvSpPr>
          <p:nvPr userDrawn="1"/>
        </p:nvSpPr>
        <p:spPr bwMode="auto">
          <a:xfrm>
            <a:off x="2066925" y="1108077"/>
            <a:ext cx="320040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a:solidFill>
                  <a:srgbClr val="B01C2E"/>
                </a:solidFill>
                <a:latin typeface="Arial" charset="0"/>
                <a:ea typeface="+mn-ea"/>
              </a:rPr>
              <a:t>Specialization</a:t>
            </a:r>
          </a:p>
        </p:txBody>
      </p:sp>
      <p:sp>
        <p:nvSpPr>
          <p:cNvPr id="14" name="TextBox 14"/>
          <p:cNvSpPr txBox="1">
            <a:spLocks noChangeArrowheads="1"/>
          </p:cNvSpPr>
          <p:nvPr userDrawn="1"/>
        </p:nvSpPr>
        <p:spPr bwMode="auto">
          <a:xfrm>
            <a:off x="5505450" y="1108077"/>
            <a:ext cx="320040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a:solidFill>
                  <a:srgbClr val="B01C2E"/>
                </a:solidFill>
                <a:latin typeface="Arial" charset="0"/>
                <a:ea typeface="+mn-ea"/>
              </a:rPr>
              <a:t>Education</a:t>
            </a:r>
          </a:p>
        </p:txBody>
      </p:sp>
      <p:sp>
        <p:nvSpPr>
          <p:cNvPr id="17" name="Text Placeholder 16"/>
          <p:cNvSpPr>
            <a:spLocks noGrp="1"/>
          </p:cNvSpPr>
          <p:nvPr>
            <p:ph type="body" sz="quarter" idx="17"/>
          </p:nvPr>
        </p:nvSpPr>
        <p:spPr>
          <a:xfrm>
            <a:off x="2067306" y="2743200"/>
            <a:ext cx="6638544" cy="3429000"/>
          </a:xfrm>
          <a:prstGeom prst="rect">
            <a:avLst/>
          </a:prstGeom>
          <a:ln>
            <a:noFill/>
          </a:ln>
        </p:spPr>
        <p:txBody>
          <a:bodyPr lIns="27432" anchor="t"/>
          <a:lstStyle>
            <a:lvl1pPr marL="0" indent="0" algn="l">
              <a:lnSpc>
                <a:spcPts val="900"/>
              </a:lnSpc>
              <a:spcBef>
                <a:spcPts val="0"/>
              </a:spcBef>
              <a:spcAft>
                <a:spcPts val="450"/>
              </a:spcAft>
              <a:buFont typeface="Arial" pitchFamily="34" charset="0"/>
              <a:buChar char=" "/>
              <a:defRPr sz="750" b="0" baseline="0">
                <a:latin typeface="+mn-lt"/>
              </a:defRPr>
            </a:lvl1pPr>
            <a:lvl2pPr marL="0" indent="0">
              <a:lnSpc>
                <a:spcPts val="900"/>
              </a:lnSpc>
              <a:spcBef>
                <a:spcPts val="0"/>
              </a:spcBef>
              <a:spcAft>
                <a:spcPts val="900"/>
              </a:spcAft>
              <a:buFont typeface="Arial" pitchFamily="34" charset="0"/>
              <a:buChar char=" "/>
              <a:defRPr sz="750" b="1" baseline="0">
                <a:solidFill>
                  <a:srgbClr val="666666"/>
                </a:solidFill>
                <a:latin typeface="Arial" pitchFamily="34" charset="0"/>
              </a:defRPr>
            </a:lvl2pPr>
            <a:lvl3pPr marL="171450" indent="-171450">
              <a:buClr>
                <a:srgbClr val="B01C2E"/>
              </a:buClr>
              <a:buFont typeface="Wingdings 2" pitchFamily="18" charset="2"/>
              <a:buChar char="¡"/>
              <a:defRPr sz="750" baseline="0">
                <a:latin typeface="Arial" pitchFamily="34" charset="0"/>
              </a:defRPr>
            </a:lvl3pPr>
            <a:lvl4pPr marL="342900" indent="-171450">
              <a:buClr>
                <a:srgbClr val="B01C2E"/>
              </a:buClr>
              <a:buFont typeface="Arial" pitchFamily="34" charset="0"/>
              <a:buChar char="–"/>
              <a:defRPr sz="750" baseline="0">
                <a:latin typeface="Arial" pitchFamily="34" charset="0"/>
              </a:defRPr>
            </a:lvl4pPr>
            <a:lvl5pPr marL="514350" indent="-171450">
              <a:buClr>
                <a:srgbClr val="B01C2E"/>
              </a:buClr>
              <a:buFont typeface="Arial" pitchFamily="34" charset="0"/>
              <a:buChar char="–"/>
              <a:defRPr sz="750" baseline="0">
                <a:latin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aseline="0"/>
            </a:lvl1pPr>
          </a:lstStyle>
          <a:p>
            <a:pPr lvl="0"/>
            <a:r>
              <a:rPr lang="en-US"/>
              <a:t>Click to edit Master title style</a:t>
            </a:r>
            <a:endParaRPr lang="en-US" dirty="0"/>
          </a:p>
        </p:txBody>
      </p:sp>
      <p:sp>
        <p:nvSpPr>
          <p:cNvPr id="18" name="Picture Placeholder 9"/>
          <p:cNvSpPr>
            <a:spLocks noGrp="1"/>
          </p:cNvSpPr>
          <p:nvPr>
            <p:ph type="pic" sz="quarter" idx="13"/>
          </p:nvPr>
        </p:nvSpPr>
        <p:spPr>
          <a:xfrm>
            <a:off x="455612" y="1108074"/>
            <a:ext cx="1170432" cy="1563624"/>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12"/>
          </p:nvPr>
        </p:nvSpPr>
        <p:spPr>
          <a:xfrm>
            <a:off x="455615" y="2722996"/>
            <a:ext cx="1525587" cy="553604"/>
          </a:xfrm>
          <a:prstGeom prst="rect">
            <a:avLst/>
          </a:prstGeom>
        </p:spPr>
        <p:txBody>
          <a:bodyPr lIns="0"/>
          <a:lstStyle>
            <a:lvl1pPr marL="0" indent="0">
              <a:lnSpc>
                <a:spcPts val="750"/>
              </a:lnSpc>
              <a:buNone/>
              <a:defRPr sz="750" b="0"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p:txBody>
      </p:sp>
      <p:sp>
        <p:nvSpPr>
          <p:cNvPr id="40" name="Text Placeholder 12"/>
          <p:cNvSpPr>
            <a:spLocks noGrp="1"/>
          </p:cNvSpPr>
          <p:nvPr>
            <p:ph type="body" sz="quarter" idx="37"/>
          </p:nvPr>
        </p:nvSpPr>
        <p:spPr>
          <a:xfrm>
            <a:off x="5505450" y="2144554"/>
            <a:ext cx="32004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2" name="Text Placeholder 12"/>
          <p:cNvSpPr>
            <a:spLocks noGrp="1"/>
          </p:cNvSpPr>
          <p:nvPr>
            <p:ph type="body" sz="quarter" idx="39"/>
          </p:nvPr>
        </p:nvSpPr>
        <p:spPr>
          <a:xfrm>
            <a:off x="2067306" y="2144554"/>
            <a:ext cx="32004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4" name="Text Placeholder 16"/>
          <p:cNvSpPr>
            <a:spLocks noGrp="1"/>
          </p:cNvSpPr>
          <p:nvPr>
            <p:ph type="body" sz="quarter" idx="41"/>
          </p:nvPr>
        </p:nvSpPr>
        <p:spPr>
          <a:xfrm>
            <a:off x="2067306" y="2308860"/>
            <a:ext cx="32004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6" name="Text Placeholder 16"/>
          <p:cNvSpPr>
            <a:spLocks noGrp="1"/>
          </p:cNvSpPr>
          <p:nvPr>
            <p:ph type="body" sz="quarter" idx="42"/>
          </p:nvPr>
        </p:nvSpPr>
        <p:spPr>
          <a:xfrm>
            <a:off x="5505450" y="2308860"/>
            <a:ext cx="32004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7" name="Text Placeholder 19"/>
          <p:cNvSpPr>
            <a:spLocks noGrp="1"/>
          </p:cNvSpPr>
          <p:nvPr>
            <p:ph type="body" sz="quarter" idx="29"/>
          </p:nvPr>
        </p:nvSpPr>
        <p:spPr>
          <a:xfrm>
            <a:off x="2067306" y="1295400"/>
            <a:ext cx="32004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NSimSun" pitchFamily="49" charset="-122"/>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48" name="Text Placeholder 19"/>
          <p:cNvSpPr>
            <a:spLocks noGrp="1"/>
          </p:cNvSpPr>
          <p:nvPr>
            <p:ph type="body" sz="quarter" idx="43"/>
          </p:nvPr>
        </p:nvSpPr>
        <p:spPr>
          <a:xfrm>
            <a:off x="5505450" y="1295400"/>
            <a:ext cx="32004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Arial" pitchFamily="34" charset="0"/>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15" name="Slide Number Placeholder 9"/>
          <p:cNvSpPr>
            <a:spLocks noGrp="1"/>
          </p:cNvSpPr>
          <p:nvPr>
            <p:ph type="sldNum" sz="quarter" idx="44"/>
          </p:nvPr>
        </p:nvSpPr>
        <p:spPr/>
        <p:txBody>
          <a:bodyPr/>
          <a:lstStyle>
            <a:lvl1pPr>
              <a:defRPr/>
            </a:lvl1pPr>
          </a:lstStyle>
          <a:p>
            <a:fld id="{3D17329F-BDC0-3444-A6CB-5CFB4AFF00F8}" type="slidenum">
              <a:rPr lang="en-US" altLang="en-US"/>
              <a:pPr/>
              <a:t>‹#›</a:t>
            </a:fld>
            <a:endParaRPr lang="en-US" altLang="en-US"/>
          </a:p>
        </p:txBody>
      </p:sp>
      <p:sp>
        <p:nvSpPr>
          <p:cNvPr id="16" name="Footer Placeholder 15"/>
          <p:cNvSpPr>
            <a:spLocks noGrp="1"/>
          </p:cNvSpPr>
          <p:nvPr>
            <p:ph type="ftr" sz="quarter" idx="45"/>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159362026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e Team with Pictures">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576987" y="2982769"/>
            <a:ext cx="1428461" cy="934604"/>
          </a:xfrm>
          <a:prstGeom prst="rect">
            <a:avLst/>
          </a:prstGeom>
        </p:spPr>
        <p:txBody>
          <a:bodyPr/>
          <a:lstStyle>
            <a:lvl1pPr marL="0" indent="0">
              <a:lnSpc>
                <a:spcPts val="750"/>
              </a:lnSpc>
              <a:buNone/>
              <a:defRPr sz="750" b="1"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Picture Placeholder 9"/>
          <p:cNvSpPr>
            <a:spLocks noGrp="1"/>
          </p:cNvSpPr>
          <p:nvPr>
            <p:ph type="pic" sz="quarter" idx="13"/>
          </p:nvPr>
        </p:nvSpPr>
        <p:spPr>
          <a:xfrm>
            <a:off x="576985" y="1589235"/>
            <a:ext cx="1069975"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7" name="Text Placeholder 11"/>
          <p:cNvSpPr>
            <a:spLocks noGrp="1"/>
          </p:cNvSpPr>
          <p:nvPr>
            <p:ph type="body" sz="quarter" idx="14"/>
          </p:nvPr>
        </p:nvSpPr>
        <p:spPr>
          <a:xfrm>
            <a:off x="467882" y="1246188"/>
            <a:ext cx="8188325" cy="228600"/>
          </a:xfrm>
          <a:prstGeom prst="rect">
            <a:avLst/>
          </a:prstGeom>
        </p:spPr>
        <p:txBody>
          <a:bodyPr/>
          <a:lstStyle>
            <a:lvl1pPr>
              <a:buFontTx/>
              <a:buNone/>
              <a:defRPr sz="900" b="1" cap="all" baseline="0">
                <a:solidFill>
                  <a:srgbClr val="C00000"/>
                </a:solidFill>
              </a:defRPr>
            </a:lvl1pPr>
          </a:lstStyle>
          <a:p>
            <a:pPr lvl="0"/>
            <a:r>
              <a:rPr lang="en-US"/>
              <a:t>Click to edit Master text styles</a:t>
            </a:r>
          </a:p>
        </p:txBody>
      </p:sp>
      <p:sp>
        <p:nvSpPr>
          <p:cNvPr id="8" name="Text Placeholder 7"/>
          <p:cNvSpPr>
            <a:spLocks noGrp="1"/>
          </p:cNvSpPr>
          <p:nvPr>
            <p:ph type="body" sz="quarter" idx="15"/>
          </p:nvPr>
        </p:nvSpPr>
        <p:spPr>
          <a:xfrm>
            <a:off x="2197969"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Picture Placeholder 9"/>
          <p:cNvSpPr>
            <a:spLocks noGrp="1"/>
          </p:cNvSpPr>
          <p:nvPr>
            <p:ph type="pic" sz="quarter" idx="16"/>
          </p:nvPr>
        </p:nvSpPr>
        <p:spPr>
          <a:xfrm>
            <a:off x="2197967" y="1589235"/>
            <a:ext cx="1069975" cy="1330325"/>
          </a:xfrm>
          <a:prstGeom prst="rect">
            <a:avLst/>
          </a:prstGeom>
        </p:spPr>
        <p:txBody>
          <a:bodyPr/>
          <a:lstStyle>
            <a:lvl1pPr>
              <a:buFont typeface="Wingdings 2" pitchFamily="18" charset="2"/>
              <a:buChar char=""/>
              <a:defRPr lang="en-US" sz="1200" kern="1200" noProof="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0" name="Text Placeholder 7"/>
          <p:cNvSpPr>
            <a:spLocks noGrp="1"/>
          </p:cNvSpPr>
          <p:nvPr>
            <p:ph type="body" sz="quarter" idx="17"/>
          </p:nvPr>
        </p:nvSpPr>
        <p:spPr>
          <a:xfrm>
            <a:off x="3850124"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8"/>
          </p:nvPr>
        </p:nvSpPr>
        <p:spPr>
          <a:xfrm>
            <a:off x="3850124" y="1589235"/>
            <a:ext cx="1069975"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2" name="Text Placeholder 7"/>
          <p:cNvSpPr>
            <a:spLocks noGrp="1"/>
          </p:cNvSpPr>
          <p:nvPr>
            <p:ph type="body" sz="quarter" idx="19"/>
          </p:nvPr>
        </p:nvSpPr>
        <p:spPr>
          <a:xfrm>
            <a:off x="5491888"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9"/>
          <p:cNvSpPr>
            <a:spLocks noGrp="1"/>
          </p:cNvSpPr>
          <p:nvPr>
            <p:ph type="pic" sz="quarter" idx="21"/>
          </p:nvPr>
        </p:nvSpPr>
        <p:spPr>
          <a:xfrm>
            <a:off x="5491886" y="1589235"/>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4" name="Text Placeholder 7"/>
          <p:cNvSpPr>
            <a:spLocks noGrp="1"/>
          </p:cNvSpPr>
          <p:nvPr>
            <p:ph type="body" sz="quarter" idx="22"/>
          </p:nvPr>
        </p:nvSpPr>
        <p:spPr>
          <a:xfrm>
            <a:off x="7144042"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9"/>
          <p:cNvSpPr>
            <a:spLocks noGrp="1"/>
          </p:cNvSpPr>
          <p:nvPr>
            <p:ph type="pic" sz="quarter" idx="23"/>
          </p:nvPr>
        </p:nvSpPr>
        <p:spPr>
          <a:xfrm>
            <a:off x="7144042" y="1589235"/>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6" name="Text Placeholder 7"/>
          <p:cNvSpPr>
            <a:spLocks noGrp="1"/>
          </p:cNvSpPr>
          <p:nvPr>
            <p:ph type="body" sz="quarter" idx="24"/>
          </p:nvPr>
        </p:nvSpPr>
        <p:spPr>
          <a:xfrm>
            <a:off x="576987"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9"/>
          <p:cNvSpPr>
            <a:spLocks noGrp="1"/>
          </p:cNvSpPr>
          <p:nvPr>
            <p:ph type="pic" sz="quarter" idx="25"/>
          </p:nvPr>
        </p:nvSpPr>
        <p:spPr>
          <a:xfrm>
            <a:off x="576985"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8" name="Text Placeholder 7"/>
          <p:cNvSpPr>
            <a:spLocks noGrp="1"/>
          </p:cNvSpPr>
          <p:nvPr>
            <p:ph type="body" sz="quarter" idx="26"/>
          </p:nvPr>
        </p:nvSpPr>
        <p:spPr>
          <a:xfrm>
            <a:off x="2197969"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9"/>
          <p:cNvSpPr>
            <a:spLocks noGrp="1"/>
          </p:cNvSpPr>
          <p:nvPr>
            <p:ph type="pic" sz="quarter" idx="27"/>
          </p:nvPr>
        </p:nvSpPr>
        <p:spPr>
          <a:xfrm>
            <a:off x="2197967"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0" name="Text Placeholder 7"/>
          <p:cNvSpPr>
            <a:spLocks noGrp="1"/>
          </p:cNvSpPr>
          <p:nvPr>
            <p:ph type="body" sz="quarter" idx="28"/>
          </p:nvPr>
        </p:nvSpPr>
        <p:spPr>
          <a:xfrm>
            <a:off x="3850124"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9"/>
          <p:cNvSpPr>
            <a:spLocks noGrp="1"/>
          </p:cNvSpPr>
          <p:nvPr>
            <p:ph type="pic" sz="quarter" idx="29"/>
          </p:nvPr>
        </p:nvSpPr>
        <p:spPr>
          <a:xfrm>
            <a:off x="3850124"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30"/>
          </p:nvPr>
        </p:nvSpPr>
        <p:spPr>
          <a:xfrm>
            <a:off x="5491888"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9"/>
          <p:cNvSpPr>
            <a:spLocks noGrp="1"/>
          </p:cNvSpPr>
          <p:nvPr>
            <p:ph type="pic" sz="quarter" idx="31"/>
          </p:nvPr>
        </p:nvSpPr>
        <p:spPr>
          <a:xfrm>
            <a:off x="5491886"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4" name="Text Placeholder 7"/>
          <p:cNvSpPr>
            <a:spLocks noGrp="1"/>
          </p:cNvSpPr>
          <p:nvPr>
            <p:ph type="body" sz="quarter" idx="32"/>
          </p:nvPr>
        </p:nvSpPr>
        <p:spPr>
          <a:xfrm>
            <a:off x="7144042"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Picture Placeholder 9"/>
          <p:cNvSpPr>
            <a:spLocks noGrp="1"/>
          </p:cNvSpPr>
          <p:nvPr>
            <p:ph type="pic" sz="quarter" idx="33"/>
          </p:nvPr>
        </p:nvSpPr>
        <p:spPr>
          <a:xfrm>
            <a:off x="7144042" y="3962402"/>
            <a:ext cx="1069975" cy="1330325"/>
          </a:xfrm>
          <a:prstGeom prst="rect">
            <a:avLst/>
          </a:prstGeom>
        </p:spPr>
        <p:txBody>
          <a:bodyPr/>
          <a:lstStyle>
            <a:lvl1pPr>
              <a:defRPr lang="en-US" sz="1200" kern="1200" noProof="0" dirty="0">
                <a:solidFill>
                  <a:schemeClr val="tx1"/>
                </a:solidFill>
                <a:latin typeface="+mn-lt"/>
                <a:ea typeface="+mn-ea"/>
                <a:cs typeface="+mn-cs"/>
              </a:defRPr>
            </a:lvl1pPr>
            <a:lvl2pPr>
              <a:defRPr lang="en-US" sz="1200" kern="1200" noProof="0" dirty="0">
                <a:solidFill>
                  <a:schemeClr val="tx1"/>
                </a:solidFill>
                <a:latin typeface="+mn-lt"/>
                <a:ea typeface="+mn-ea"/>
                <a:cs typeface="+mn-cs"/>
              </a:defRPr>
            </a:lvl2pPr>
          </a:lstStyle>
          <a:p>
            <a:pPr lvl="0"/>
            <a:r>
              <a:rPr lang="en-US" noProof="0"/>
              <a:t>Drag picture to placeholder or click icon to add</a:t>
            </a:r>
            <a:endParaRPr lang="en-US" noProof="0" dirty="0"/>
          </a:p>
        </p:txBody>
      </p:sp>
      <p:sp>
        <p:nvSpPr>
          <p:cNvPr id="2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7" name="Slide Number Placeholder 9"/>
          <p:cNvSpPr>
            <a:spLocks noGrp="1"/>
          </p:cNvSpPr>
          <p:nvPr>
            <p:ph type="sldNum" sz="quarter" idx="34"/>
          </p:nvPr>
        </p:nvSpPr>
        <p:spPr/>
        <p:txBody>
          <a:bodyPr/>
          <a:lstStyle>
            <a:lvl1pPr>
              <a:defRPr/>
            </a:lvl1pPr>
          </a:lstStyle>
          <a:p>
            <a:fld id="{516D5A61-1BB2-3C40-A809-0A00CE29D5F0}" type="slidenum">
              <a:rPr lang="en-US" altLang="en-US"/>
              <a:pPr/>
              <a:t>‹#›</a:t>
            </a:fld>
            <a:endParaRPr lang="en-US" altLang="en-US"/>
          </a:p>
        </p:txBody>
      </p:sp>
      <p:sp>
        <p:nvSpPr>
          <p:cNvPr id="28" name="Footer Placeholder 12"/>
          <p:cNvSpPr>
            <a:spLocks noGrp="1"/>
          </p:cNvSpPr>
          <p:nvPr>
            <p:ph type="ftr" sz="quarter" idx="35"/>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114922773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e Team - Full Page">
    <p:spTree>
      <p:nvGrpSpPr>
        <p:cNvPr id="1" name=""/>
        <p:cNvGrpSpPr/>
        <p:nvPr/>
      </p:nvGrpSpPr>
      <p:grpSpPr>
        <a:xfrm>
          <a:off x="0" y="0"/>
          <a:ext cx="0" cy="0"/>
          <a:chOff x="0" y="0"/>
          <a:chExt cx="0" cy="0"/>
        </a:xfrm>
      </p:grpSpPr>
      <p:sp>
        <p:nvSpPr>
          <p:cNvPr id="10" name="Text Box 12"/>
          <p:cNvSpPr txBox="1">
            <a:spLocks noChangeArrowheads="1"/>
          </p:cNvSpPr>
          <p:nvPr/>
        </p:nvSpPr>
        <p:spPr bwMode="auto">
          <a:xfrm>
            <a:off x="441325" y="1439863"/>
            <a:ext cx="8350250"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Arial" charset="0"/>
                <a:ea typeface="+mn-ea"/>
                <a:cs typeface="+mn-cs"/>
              </a:rPr>
              <a:t>PARTNERS</a:t>
            </a:r>
          </a:p>
        </p:txBody>
      </p:sp>
      <p:sp>
        <p:nvSpPr>
          <p:cNvPr id="11" name="Line 22"/>
          <p:cNvSpPr>
            <a:spLocks noChangeShapeType="1"/>
          </p:cNvSpPr>
          <p:nvPr/>
        </p:nvSpPr>
        <p:spPr bwMode="auto">
          <a:xfrm>
            <a:off x="438151" y="1897063"/>
            <a:ext cx="8353425"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2" name="Text Box 23"/>
          <p:cNvSpPr txBox="1">
            <a:spLocks noChangeArrowheads="1"/>
          </p:cNvSpPr>
          <p:nvPr/>
        </p:nvSpPr>
        <p:spPr bwMode="auto">
          <a:xfrm>
            <a:off x="441325" y="3268663"/>
            <a:ext cx="8350250"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Arial" charset="0"/>
                <a:ea typeface="+mn-ea"/>
                <a:cs typeface="+mn-cs"/>
              </a:rPr>
              <a:t>ASSOCIATES</a:t>
            </a:r>
          </a:p>
        </p:txBody>
      </p:sp>
      <p:sp>
        <p:nvSpPr>
          <p:cNvPr id="13" name="Line 24"/>
          <p:cNvSpPr>
            <a:spLocks noChangeShapeType="1"/>
          </p:cNvSpPr>
          <p:nvPr/>
        </p:nvSpPr>
        <p:spPr bwMode="auto">
          <a:xfrm>
            <a:off x="438151" y="3725863"/>
            <a:ext cx="8353425"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8" name="Text Placeholder 27"/>
          <p:cNvSpPr>
            <a:spLocks noGrp="1"/>
          </p:cNvSpPr>
          <p:nvPr>
            <p:ph type="body" sz="quarter" idx="10"/>
          </p:nvPr>
        </p:nvSpPr>
        <p:spPr>
          <a:xfrm>
            <a:off x="260858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2" name="Text Placeholder 31"/>
          <p:cNvSpPr>
            <a:spLocks noGrp="1"/>
          </p:cNvSpPr>
          <p:nvPr>
            <p:ph type="body" sz="quarter" idx="11"/>
          </p:nvPr>
        </p:nvSpPr>
        <p:spPr>
          <a:xfrm>
            <a:off x="477901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4" name="Text Placeholder 33"/>
          <p:cNvSpPr>
            <a:spLocks noGrp="1"/>
          </p:cNvSpPr>
          <p:nvPr>
            <p:ph type="body" sz="quarter" idx="12"/>
          </p:nvPr>
        </p:nvSpPr>
        <p:spPr>
          <a:xfrm>
            <a:off x="6949440"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7" name="Text Placeholder 16"/>
          <p:cNvSpPr>
            <a:spLocks noGrp="1"/>
          </p:cNvSpPr>
          <p:nvPr>
            <p:ph type="body" sz="quarter" idx="17"/>
          </p:nvPr>
        </p:nvSpPr>
        <p:spPr>
          <a:xfrm>
            <a:off x="1481328" y="3886200"/>
            <a:ext cx="29718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5" name="Text Placeholder 14"/>
          <p:cNvSpPr>
            <a:spLocks noGrp="1"/>
          </p:cNvSpPr>
          <p:nvPr>
            <p:ph type="body" sz="quarter" idx="18"/>
          </p:nvPr>
        </p:nvSpPr>
        <p:spPr>
          <a:xfrm>
            <a:off x="4724400" y="3886200"/>
            <a:ext cx="29718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0" name="Text Placeholder 14"/>
          <p:cNvSpPr>
            <a:spLocks noGrp="1"/>
          </p:cNvSpPr>
          <p:nvPr>
            <p:ph type="body" sz="quarter" idx="19"/>
          </p:nvPr>
        </p:nvSpPr>
        <p:spPr>
          <a:xfrm>
            <a:off x="1481328" y="4800600"/>
            <a:ext cx="6217920" cy="54864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21" name="Text Placeholder 27"/>
          <p:cNvSpPr>
            <a:spLocks noGrp="1"/>
          </p:cNvSpPr>
          <p:nvPr>
            <p:ph type="body" sz="quarter" idx="20"/>
          </p:nvPr>
        </p:nvSpPr>
        <p:spPr>
          <a:xfrm>
            <a:off x="43815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4" name="Slide Number Placeholder 9"/>
          <p:cNvSpPr>
            <a:spLocks noGrp="1"/>
          </p:cNvSpPr>
          <p:nvPr>
            <p:ph type="sldNum" sz="quarter" idx="21"/>
          </p:nvPr>
        </p:nvSpPr>
        <p:spPr/>
        <p:txBody>
          <a:bodyPr/>
          <a:lstStyle>
            <a:lvl1pPr>
              <a:defRPr/>
            </a:lvl1pPr>
          </a:lstStyle>
          <a:p>
            <a:fld id="{B0AC1651-679E-F444-9932-326657929C56}"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184862253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ombstone - HIGHLIGHTS V1">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4508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4508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111456"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111456"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3772062"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3772062"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5432668"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5432668"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71056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71056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0" name="Text Placeholder 36"/>
          <p:cNvSpPr>
            <a:spLocks noGrp="1"/>
          </p:cNvSpPr>
          <p:nvPr>
            <p:ph type="body" sz="quarter" idx="112"/>
          </p:nvPr>
        </p:nvSpPr>
        <p:spPr>
          <a:xfrm>
            <a:off x="4508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36"/>
          <p:cNvSpPr>
            <a:spLocks noGrp="1"/>
          </p:cNvSpPr>
          <p:nvPr>
            <p:ph type="body" sz="quarter" idx="113"/>
          </p:nvPr>
        </p:nvSpPr>
        <p:spPr>
          <a:xfrm>
            <a:off x="4508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2" name="Text Placeholder 36"/>
          <p:cNvSpPr>
            <a:spLocks noGrp="1"/>
          </p:cNvSpPr>
          <p:nvPr>
            <p:ph type="body" sz="quarter" idx="114"/>
          </p:nvPr>
        </p:nvSpPr>
        <p:spPr>
          <a:xfrm>
            <a:off x="2111456"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6"/>
          <p:cNvSpPr>
            <a:spLocks noGrp="1"/>
          </p:cNvSpPr>
          <p:nvPr>
            <p:ph type="body" sz="quarter" idx="115"/>
          </p:nvPr>
        </p:nvSpPr>
        <p:spPr>
          <a:xfrm>
            <a:off x="2111456"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4" name="Text Placeholder 36"/>
          <p:cNvSpPr>
            <a:spLocks noGrp="1"/>
          </p:cNvSpPr>
          <p:nvPr>
            <p:ph type="body" sz="quarter" idx="116"/>
          </p:nvPr>
        </p:nvSpPr>
        <p:spPr>
          <a:xfrm>
            <a:off x="3772062"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6"/>
          <p:cNvSpPr>
            <a:spLocks noGrp="1"/>
          </p:cNvSpPr>
          <p:nvPr>
            <p:ph type="body" sz="quarter" idx="117"/>
          </p:nvPr>
        </p:nvSpPr>
        <p:spPr>
          <a:xfrm>
            <a:off x="3772062"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6" name="Text Placeholder 36"/>
          <p:cNvSpPr>
            <a:spLocks noGrp="1"/>
          </p:cNvSpPr>
          <p:nvPr>
            <p:ph type="body" sz="quarter" idx="118"/>
          </p:nvPr>
        </p:nvSpPr>
        <p:spPr>
          <a:xfrm>
            <a:off x="5432668"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6"/>
          <p:cNvSpPr>
            <a:spLocks noGrp="1"/>
          </p:cNvSpPr>
          <p:nvPr>
            <p:ph type="body" sz="quarter" idx="119"/>
          </p:nvPr>
        </p:nvSpPr>
        <p:spPr>
          <a:xfrm>
            <a:off x="5432668"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8" name="Text Placeholder 36"/>
          <p:cNvSpPr>
            <a:spLocks noGrp="1"/>
          </p:cNvSpPr>
          <p:nvPr>
            <p:ph type="body" sz="quarter" idx="120"/>
          </p:nvPr>
        </p:nvSpPr>
        <p:spPr>
          <a:xfrm>
            <a:off x="71056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6"/>
          <p:cNvSpPr>
            <a:spLocks noGrp="1"/>
          </p:cNvSpPr>
          <p:nvPr>
            <p:ph type="body" sz="quarter" idx="121"/>
          </p:nvPr>
        </p:nvSpPr>
        <p:spPr>
          <a:xfrm>
            <a:off x="71056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0" name="Text Placeholder 36"/>
          <p:cNvSpPr>
            <a:spLocks noGrp="1"/>
          </p:cNvSpPr>
          <p:nvPr>
            <p:ph type="body" sz="quarter" idx="122"/>
          </p:nvPr>
        </p:nvSpPr>
        <p:spPr>
          <a:xfrm>
            <a:off x="4508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6"/>
          <p:cNvSpPr>
            <a:spLocks noGrp="1"/>
          </p:cNvSpPr>
          <p:nvPr>
            <p:ph type="body" sz="quarter" idx="123"/>
          </p:nvPr>
        </p:nvSpPr>
        <p:spPr>
          <a:xfrm>
            <a:off x="4508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2" name="Text Placeholder 36"/>
          <p:cNvSpPr>
            <a:spLocks noGrp="1"/>
          </p:cNvSpPr>
          <p:nvPr>
            <p:ph type="body" sz="quarter" idx="124"/>
          </p:nvPr>
        </p:nvSpPr>
        <p:spPr>
          <a:xfrm>
            <a:off x="2111456"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36"/>
          <p:cNvSpPr>
            <a:spLocks noGrp="1"/>
          </p:cNvSpPr>
          <p:nvPr>
            <p:ph type="body" sz="quarter" idx="125"/>
          </p:nvPr>
        </p:nvSpPr>
        <p:spPr>
          <a:xfrm>
            <a:off x="2111456"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4" name="Text Placeholder 36"/>
          <p:cNvSpPr>
            <a:spLocks noGrp="1"/>
          </p:cNvSpPr>
          <p:nvPr>
            <p:ph type="body" sz="quarter" idx="126"/>
          </p:nvPr>
        </p:nvSpPr>
        <p:spPr>
          <a:xfrm>
            <a:off x="3772062"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5" name="Text Placeholder 36"/>
          <p:cNvSpPr>
            <a:spLocks noGrp="1"/>
          </p:cNvSpPr>
          <p:nvPr>
            <p:ph type="body" sz="quarter" idx="127"/>
          </p:nvPr>
        </p:nvSpPr>
        <p:spPr>
          <a:xfrm>
            <a:off x="3772062"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6" name="Text Placeholder 36"/>
          <p:cNvSpPr>
            <a:spLocks noGrp="1"/>
          </p:cNvSpPr>
          <p:nvPr>
            <p:ph type="body" sz="quarter" idx="128"/>
          </p:nvPr>
        </p:nvSpPr>
        <p:spPr>
          <a:xfrm>
            <a:off x="5432668"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7" name="Text Placeholder 36"/>
          <p:cNvSpPr>
            <a:spLocks noGrp="1"/>
          </p:cNvSpPr>
          <p:nvPr>
            <p:ph type="body" sz="quarter" idx="129"/>
          </p:nvPr>
        </p:nvSpPr>
        <p:spPr>
          <a:xfrm>
            <a:off x="5432668"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8" name="Text Placeholder 36"/>
          <p:cNvSpPr>
            <a:spLocks noGrp="1"/>
          </p:cNvSpPr>
          <p:nvPr>
            <p:ph type="body" sz="quarter" idx="130"/>
          </p:nvPr>
        </p:nvSpPr>
        <p:spPr>
          <a:xfrm>
            <a:off x="71056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Text Placeholder 36"/>
          <p:cNvSpPr>
            <a:spLocks noGrp="1"/>
          </p:cNvSpPr>
          <p:nvPr>
            <p:ph type="body" sz="quarter" idx="131"/>
          </p:nvPr>
        </p:nvSpPr>
        <p:spPr>
          <a:xfrm>
            <a:off x="71056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p:cNvSpPr>
            <a:spLocks noGrp="1"/>
          </p:cNvSpPr>
          <p:nvPr>
            <p:ph type="sldNum" sz="quarter" idx="132"/>
          </p:nvPr>
        </p:nvSpPr>
        <p:spPr/>
        <p:txBody>
          <a:bodyPr/>
          <a:lstStyle>
            <a:lvl1pPr>
              <a:defRPr/>
            </a:lvl1pPr>
          </a:lstStyle>
          <a:p>
            <a:fld id="{77461BCF-BBA5-5E4A-ABD5-3E5D9382F9DD}" type="slidenum">
              <a:rPr lang="en-US" altLang="en-US"/>
              <a:pPr/>
              <a:t>‹#›</a:t>
            </a:fld>
            <a:endParaRPr lang="en-US" altLang="en-US"/>
          </a:p>
        </p:txBody>
      </p:sp>
      <p:sp>
        <p:nvSpPr>
          <p:cNvPr id="34" name="Footer Placeholder 12"/>
          <p:cNvSpPr>
            <a:spLocks noGrp="1"/>
          </p:cNvSpPr>
          <p:nvPr>
            <p:ph type="ftr" sz="quarter" idx="133"/>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21998252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ombstone - HIGHLIGHTS V2">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4508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4508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111456"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111456"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3772062"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3772062"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5432668"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5432668"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71056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71056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6" name="Text Placeholder 36"/>
          <p:cNvSpPr>
            <a:spLocks noGrp="1"/>
          </p:cNvSpPr>
          <p:nvPr>
            <p:ph type="body" sz="quarter" idx="112"/>
          </p:nvPr>
        </p:nvSpPr>
        <p:spPr>
          <a:xfrm>
            <a:off x="4508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6"/>
          <p:cNvSpPr>
            <a:spLocks noGrp="1"/>
          </p:cNvSpPr>
          <p:nvPr>
            <p:ph type="body" sz="quarter" idx="113"/>
          </p:nvPr>
        </p:nvSpPr>
        <p:spPr>
          <a:xfrm>
            <a:off x="4508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8" name="Text Placeholder 36"/>
          <p:cNvSpPr>
            <a:spLocks noGrp="1"/>
          </p:cNvSpPr>
          <p:nvPr>
            <p:ph type="body" sz="quarter" idx="114"/>
          </p:nvPr>
        </p:nvSpPr>
        <p:spPr>
          <a:xfrm>
            <a:off x="4508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6"/>
          <p:cNvSpPr>
            <a:spLocks noGrp="1"/>
          </p:cNvSpPr>
          <p:nvPr>
            <p:ph type="body" sz="quarter" idx="115"/>
          </p:nvPr>
        </p:nvSpPr>
        <p:spPr>
          <a:xfrm>
            <a:off x="4508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0" name="Text Placeholder 36"/>
          <p:cNvSpPr>
            <a:spLocks noGrp="1"/>
          </p:cNvSpPr>
          <p:nvPr>
            <p:ph type="body" sz="quarter" idx="116"/>
          </p:nvPr>
        </p:nvSpPr>
        <p:spPr>
          <a:xfrm>
            <a:off x="2111456"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6"/>
          <p:cNvSpPr>
            <a:spLocks noGrp="1"/>
          </p:cNvSpPr>
          <p:nvPr>
            <p:ph type="body" sz="quarter" idx="117"/>
          </p:nvPr>
        </p:nvSpPr>
        <p:spPr>
          <a:xfrm>
            <a:off x="2111456"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2" name="Text Placeholder 36"/>
          <p:cNvSpPr>
            <a:spLocks noGrp="1"/>
          </p:cNvSpPr>
          <p:nvPr>
            <p:ph type="body" sz="quarter" idx="118"/>
          </p:nvPr>
        </p:nvSpPr>
        <p:spPr>
          <a:xfrm>
            <a:off x="2111456"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6"/>
          <p:cNvSpPr>
            <a:spLocks noGrp="1"/>
          </p:cNvSpPr>
          <p:nvPr>
            <p:ph type="body" sz="quarter" idx="119"/>
          </p:nvPr>
        </p:nvSpPr>
        <p:spPr>
          <a:xfrm>
            <a:off x="2111456"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4" name="Text Placeholder 36"/>
          <p:cNvSpPr>
            <a:spLocks noGrp="1"/>
          </p:cNvSpPr>
          <p:nvPr>
            <p:ph type="body" sz="quarter" idx="120"/>
          </p:nvPr>
        </p:nvSpPr>
        <p:spPr>
          <a:xfrm>
            <a:off x="3772062"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6"/>
          <p:cNvSpPr>
            <a:spLocks noGrp="1"/>
          </p:cNvSpPr>
          <p:nvPr>
            <p:ph type="body" sz="quarter" idx="121"/>
          </p:nvPr>
        </p:nvSpPr>
        <p:spPr>
          <a:xfrm>
            <a:off x="3772062"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6" name="Text Placeholder 36"/>
          <p:cNvSpPr>
            <a:spLocks noGrp="1"/>
          </p:cNvSpPr>
          <p:nvPr>
            <p:ph type="body" sz="quarter" idx="122"/>
          </p:nvPr>
        </p:nvSpPr>
        <p:spPr>
          <a:xfrm>
            <a:off x="3772062"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36"/>
          <p:cNvSpPr>
            <a:spLocks noGrp="1"/>
          </p:cNvSpPr>
          <p:nvPr>
            <p:ph type="body" sz="quarter" idx="123"/>
          </p:nvPr>
        </p:nvSpPr>
        <p:spPr>
          <a:xfrm>
            <a:off x="3772062"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8" name="Text Placeholder 36"/>
          <p:cNvSpPr>
            <a:spLocks noGrp="1"/>
          </p:cNvSpPr>
          <p:nvPr>
            <p:ph type="body" sz="quarter" idx="124"/>
          </p:nvPr>
        </p:nvSpPr>
        <p:spPr>
          <a:xfrm>
            <a:off x="5432668"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6"/>
          <p:cNvSpPr>
            <a:spLocks noGrp="1"/>
          </p:cNvSpPr>
          <p:nvPr>
            <p:ph type="body" sz="quarter" idx="125"/>
          </p:nvPr>
        </p:nvSpPr>
        <p:spPr>
          <a:xfrm>
            <a:off x="5432668"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0" name="Text Placeholder 36"/>
          <p:cNvSpPr>
            <a:spLocks noGrp="1"/>
          </p:cNvSpPr>
          <p:nvPr>
            <p:ph type="body" sz="quarter" idx="126"/>
          </p:nvPr>
        </p:nvSpPr>
        <p:spPr>
          <a:xfrm>
            <a:off x="5432668"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6"/>
          <p:cNvSpPr>
            <a:spLocks noGrp="1"/>
          </p:cNvSpPr>
          <p:nvPr>
            <p:ph type="body" sz="quarter" idx="127"/>
          </p:nvPr>
        </p:nvSpPr>
        <p:spPr>
          <a:xfrm>
            <a:off x="5432668"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2" name="Text Placeholder 36"/>
          <p:cNvSpPr>
            <a:spLocks noGrp="1"/>
          </p:cNvSpPr>
          <p:nvPr>
            <p:ph type="body" sz="quarter" idx="128"/>
          </p:nvPr>
        </p:nvSpPr>
        <p:spPr>
          <a:xfrm>
            <a:off x="71056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6"/>
          <p:cNvSpPr>
            <a:spLocks noGrp="1"/>
          </p:cNvSpPr>
          <p:nvPr>
            <p:ph type="body" sz="quarter" idx="129"/>
          </p:nvPr>
        </p:nvSpPr>
        <p:spPr>
          <a:xfrm>
            <a:off x="71056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4" name="Text Placeholder 36"/>
          <p:cNvSpPr>
            <a:spLocks noGrp="1"/>
          </p:cNvSpPr>
          <p:nvPr>
            <p:ph type="body" sz="quarter" idx="130"/>
          </p:nvPr>
        </p:nvSpPr>
        <p:spPr>
          <a:xfrm>
            <a:off x="71056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6"/>
          <p:cNvSpPr>
            <a:spLocks noGrp="1"/>
          </p:cNvSpPr>
          <p:nvPr>
            <p:ph type="body" sz="quarter" idx="131"/>
          </p:nvPr>
        </p:nvSpPr>
        <p:spPr>
          <a:xfrm>
            <a:off x="71056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2"/>
          </p:nvPr>
        </p:nvSpPr>
        <p:spPr/>
        <p:txBody>
          <a:bodyPr/>
          <a:lstStyle>
            <a:lvl1pPr>
              <a:defRPr/>
            </a:lvl1pPr>
          </a:lstStyle>
          <a:p>
            <a:fld id="{31BEBA66-216E-7243-B012-B44CAA5F986C}" type="slidenum">
              <a:rPr lang="en-US" altLang="en-US"/>
              <a:pPr/>
              <a:t>‹#›</a:t>
            </a:fld>
            <a:endParaRPr lang="en-US" altLang="en-US"/>
          </a:p>
        </p:txBody>
      </p:sp>
      <p:sp>
        <p:nvSpPr>
          <p:cNvPr id="38" name="Footer Placeholder 12"/>
          <p:cNvSpPr>
            <a:spLocks noGrp="1"/>
          </p:cNvSpPr>
          <p:nvPr>
            <p:ph type="ftr" sz="quarter" idx="133"/>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136818541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mbstone - Awards V1">
    <p:spTree>
      <p:nvGrpSpPr>
        <p:cNvPr id="1" name=""/>
        <p:cNvGrpSpPr/>
        <p:nvPr/>
      </p:nvGrpSpPr>
      <p:grpSpPr>
        <a:xfrm>
          <a:off x="0" y="0"/>
          <a:ext cx="0" cy="0"/>
          <a:chOff x="0" y="0"/>
          <a:chExt cx="0" cy="0"/>
        </a:xfrm>
      </p:grpSpPr>
      <p:sp>
        <p:nvSpPr>
          <p:cNvPr id="37" name="Text Placeholder 21"/>
          <p:cNvSpPr>
            <a:spLocks noGrp="1"/>
          </p:cNvSpPr>
          <p:nvPr>
            <p:ph type="body" sz="quarter" idx="106"/>
          </p:nvPr>
        </p:nvSpPr>
        <p:spPr>
          <a:xfrm>
            <a:off x="450850"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1"/>
          <p:cNvSpPr>
            <a:spLocks noGrp="1"/>
          </p:cNvSpPr>
          <p:nvPr>
            <p:ph type="body" sz="quarter" idx="107"/>
          </p:nvPr>
        </p:nvSpPr>
        <p:spPr>
          <a:xfrm>
            <a:off x="450850" y="46228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Text Placeholder 21"/>
          <p:cNvSpPr>
            <a:spLocks noGrp="1"/>
          </p:cNvSpPr>
          <p:nvPr>
            <p:ph type="body" sz="quarter" idx="101"/>
          </p:nvPr>
        </p:nvSpPr>
        <p:spPr>
          <a:xfrm>
            <a:off x="450850"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1"/>
          <p:cNvSpPr>
            <a:spLocks noGrp="1"/>
          </p:cNvSpPr>
          <p:nvPr>
            <p:ph type="body" sz="quarter" idx="102"/>
          </p:nvPr>
        </p:nvSpPr>
        <p:spPr>
          <a:xfrm>
            <a:off x="2113838"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1"/>
          <p:cNvSpPr>
            <a:spLocks noGrp="1"/>
          </p:cNvSpPr>
          <p:nvPr>
            <p:ph type="body" sz="quarter" idx="103"/>
          </p:nvPr>
        </p:nvSpPr>
        <p:spPr>
          <a:xfrm>
            <a:off x="3776826"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21"/>
          <p:cNvSpPr>
            <a:spLocks noGrp="1"/>
          </p:cNvSpPr>
          <p:nvPr>
            <p:ph type="body" sz="quarter" idx="104"/>
          </p:nvPr>
        </p:nvSpPr>
        <p:spPr>
          <a:xfrm>
            <a:off x="5439814"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1"/>
          <p:cNvSpPr>
            <a:spLocks noGrp="1"/>
          </p:cNvSpPr>
          <p:nvPr>
            <p:ph type="body" sz="quarter" idx="105"/>
          </p:nvPr>
        </p:nvSpPr>
        <p:spPr>
          <a:xfrm>
            <a:off x="7102800"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21"/>
          <p:cNvSpPr>
            <a:spLocks noGrp="1"/>
          </p:cNvSpPr>
          <p:nvPr>
            <p:ph type="body" sz="quarter" idx="108"/>
          </p:nvPr>
        </p:nvSpPr>
        <p:spPr>
          <a:xfrm>
            <a:off x="2113838"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21"/>
          <p:cNvSpPr>
            <a:spLocks noGrp="1"/>
          </p:cNvSpPr>
          <p:nvPr>
            <p:ph type="body" sz="quarter" idx="109"/>
          </p:nvPr>
        </p:nvSpPr>
        <p:spPr>
          <a:xfrm>
            <a:off x="2113838"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u="none"/>
            </a:lvl1pPr>
            <a:lvl2pPr marL="0" indent="0">
              <a:lnSpc>
                <a:spcPct val="100000"/>
              </a:lnSpc>
              <a:spcBef>
                <a:spcPts val="0"/>
              </a:spcBef>
              <a:buNone/>
              <a:defRPr sz="525" b="0" i="0" u="none">
                <a:solidFill>
                  <a:srgbClr val="808080"/>
                </a:solidFill>
              </a:defRPr>
            </a:lvl2pPr>
            <a:lvl3pPr marL="0" indent="0">
              <a:lnSpc>
                <a:spcPct val="100000"/>
              </a:lnSpc>
              <a:spcBef>
                <a:spcPts val="75"/>
              </a:spcBef>
              <a:buNone/>
              <a:defRPr sz="525" b="0" i="0" u="none">
                <a:solidFill>
                  <a:srgbClr val="808080"/>
                </a:solidFill>
              </a:defRPr>
            </a:lvl3pPr>
            <a:lvl4pPr marL="0" indent="0">
              <a:lnSpc>
                <a:spcPct val="100000"/>
              </a:lnSpc>
              <a:spcBef>
                <a:spcPts val="75"/>
              </a:spcBef>
              <a:buNone/>
              <a:defRPr sz="525" b="0" i="0" u="none">
                <a:solidFill>
                  <a:srgbClr val="808080"/>
                </a:solidFill>
              </a:defRPr>
            </a:lvl4pPr>
            <a:lvl5pPr marL="0" indent="0">
              <a:lnSpc>
                <a:spcPct val="100000"/>
              </a:lnSpc>
              <a:spcBef>
                <a:spcPts val="75"/>
              </a:spcBef>
              <a:buNone/>
              <a:defRPr sz="525" b="0" i="0" u="none">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1"/>
          <p:cNvSpPr>
            <a:spLocks noGrp="1"/>
          </p:cNvSpPr>
          <p:nvPr>
            <p:ph type="body" sz="quarter" idx="110"/>
          </p:nvPr>
        </p:nvSpPr>
        <p:spPr>
          <a:xfrm>
            <a:off x="3776826"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21"/>
          <p:cNvSpPr>
            <a:spLocks noGrp="1"/>
          </p:cNvSpPr>
          <p:nvPr>
            <p:ph type="body" sz="quarter" idx="111"/>
          </p:nvPr>
        </p:nvSpPr>
        <p:spPr>
          <a:xfrm>
            <a:off x="3776826"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21"/>
          <p:cNvSpPr>
            <a:spLocks noGrp="1"/>
          </p:cNvSpPr>
          <p:nvPr>
            <p:ph type="body" sz="quarter" idx="112"/>
          </p:nvPr>
        </p:nvSpPr>
        <p:spPr>
          <a:xfrm>
            <a:off x="5439814"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21"/>
          <p:cNvSpPr>
            <a:spLocks noGrp="1"/>
          </p:cNvSpPr>
          <p:nvPr>
            <p:ph type="body" sz="quarter" idx="113"/>
          </p:nvPr>
        </p:nvSpPr>
        <p:spPr>
          <a:xfrm>
            <a:off x="5439814"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0" name="Text Placeholder 21"/>
          <p:cNvSpPr>
            <a:spLocks noGrp="1"/>
          </p:cNvSpPr>
          <p:nvPr>
            <p:ph type="body" sz="quarter" idx="114"/>
          </p:nvPr>
        </p:nvSpPr>
        <p:spPr>
          <a:xfrm>
            <a:off x="7102800"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21"/>
          <p:cNvSpPr>
            <a:spLocks noGrp="1"/>
          </p:cNvSpPr>
          <p:nvPr>
            <p:ph type="body" sz="quarter" idx="115"/>
          </p:nvPr>
        </p:nvSpPr>
        <p:spPr>
          <a:xfrm>
            <a:off x="7102800"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8" name="Text Placeholder 21"/>
          <p:cNvSpPr>
            <a:spLocks noGrp="1"/>
          </p:cNvSpPr>
          <p:nvPr>
            <p:ph type="body" sz="quarter" idx="116"/>
          </p:nvPr>
        </p:nvSpPr>
        <p:spPr>
          <a:xfrm>
            <a:off x="450850"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69" name="Text Placeholder 21"/>
          <p:cNvSpPr>
            <a:spLocks noGrp="1"/>
          </p:cNvSpPr>
          <p:nvPr>
            <p:ph type="body" sz="quarter" idx="117"/>
          </p:nvPr>
        </p:nvSpPr>
        <p:spPr>
          <a:xfrm>
            <a:off x="450850" y="6020181"/>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0" name="Text Placeholder 21"/>
          <p:cNvSpPr>
            <a:spLocks noGrp="1"/>
          </p:cNvSpPr>
          <p:nvPr>
            <p:ph type="body" sz="quarter" idx="118"/>
          </p:nvPr>
        </p:nvSpPr>
        <p:spPr>
          <a:xfrm>
            <a:off x="450850"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1"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p:txBody>
      </p:sp>
      <p:sp>
        <p:nvSpPr>
          <p:cNvPr id="71" name="Text Placeholder 21"/>
          <p:cNvSpPr>
            <a:spLocks noGrp="1"/>
          </p:cNvSpPr>
          <p:nvPr>
            <p:ph type="body" sz="quarter" idx="119"/>
          </p:nvPr>
        </p:nvSpPr>
        <p:spPr>
          <a:xfrm>
            <a:off x="2113838"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chemeClr val="tx1"/>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2" name="Text Placeholder 21"/>
          <p:cNvSpPr>
            <a:spLocks noGrp="1"/>
          </p:cNvSpPr>
          <p:nvPr>
            <p:ph type="body" sz="quarter" idx="120"/>
          </p:nvPr>
        </p:nvSpPr>
        <p:spPr>
          <a:xfrm>
            <a:off x="3776826"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3" name="Text Placeholder 21"/>
          <p:cNvSpPr>
            <a:spLocks noGrp="1"/>
          </p:cNvSpPr>
          <p:nvPr>
            <p:ph type="body" sz="quarter" idx="121"/>
          </p:nvPr>
        </p:nvSpPr>
        <p:spPr>
          <a:xfrm>
            <a:off x="5439814"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4" name="Text Placeholder 21"/>
          <p:cNvSpPr>
            <a:spLocks noGrp="1"/>
          </p:cNvSpPr>
          <p:nvPr>
            <p:ph type="body" sz="quarter" idx="122"/>
          </p:nvPr>
        </p:nvSpPr>
        <p:spPr>
          <a:xfrm>
            <a:off x="7102800"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5" name="Text Placeholder 21"/>
          <p:cNvSpPr>
            <a:spLocks noGrp="1"/>
          </p:cNvSpPr>
          <p:nvPr>
            <p:ph type="body" sz="quarter" idx="123"/>
          </p:nvPr>
        </p:nvSpPr>
        <p:spPr>
          <a:xfrm>
            <a:off x="2113838"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6" name="Text Placeholder 21"/>
          <p:cNvSpPr>
            <a:spLocks noGrp="1"/>
          </p:cNvSpPr>
          <p:nvPr>
            <p:ph type="body" sz="quarter" idx="124"/>
          </p:nvPr>
        </p:nvSpPr>
        <p:spPr>
          <a:xfrm>
            <a:off x="2113838"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7" name="Text Placeholder 21"/>
          <p:cNvSpPr>
            <a:spLocks noGrp="1"/>
          </p:cNvSpPr>
          <p:nvPr>
            <p:ph type="body" sz="quarter" idx="125"/>
          </p:nvPr>
        </p:nvSpPr>
        <p:spPr>
          <a:xfrm>
            <a:off x="3776826"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8" name="Text Placeholder 21"/>
          <p:cNvSpPr>
            <a:spLocks noGrp="1"/>
          </p:cNvSpPr>
          <p:nvPr>
            <p:ph type="body" sz="quarter" idx="126"/>
          </p:nvPr>
        </p:nvSpPr>
        <p:spPr>
          <a:xfrm>
            <a:off x="3776826"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9" name="Text Placeholder 21"/>
          <p:cNvSpPr>
            <a:spLocks noGrp="1"/>
          </p:cNvSpPr>
          <p:nvPr>
            <p:ph type="body" sz="quarter" idx="127"/>
          </p:nvPr>
        </p:nvSpPr>
        <p:spPr>
          <a:xfrm>
            <a:off x="5439814"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0" name="Text Placeholder 21"/>
          <p:cNvSpPr>
            <a:spLocks noGrp="1"/>
          </p:cNvSpPr>
          <p:nvPr>
            <p:ph type="body" sz="quarter" idx="128"/>
          </p:nvPr>
        </p:nvSpPr>
        <p:spPr>
          <a:xfrm>
            <a:off x="5439814"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1" name="Text Placeholder 21"/>
          <p:cNvSpPr>
            <a:spLocks noGrp="1"/>
          </p:cNvSpPr>
          <p:nvPr>
            <p:ph type="body" sz="quarter" idx="129"/>
          </p:nvPr>
        </p:nvSpPr>
        <p:spPr>
          <a:xfrm>
            <a:off x="7102800"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2" name="Text Placeholder 21"/>
          <p:cNvSpPr>
            <a:spLocks noGrp="1"/>
          </p:cNvSpPr>
          <p:nvPr>
            <p:ph type="body" sz="quarter" idx="130"/>
          </p:nvPr>
        </p:nvSpPr>
        <p:spPr>
          <a:xfrm>
            <a:off x="7102800"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36"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p:cNvSpPr>
            <a:spLocks noGrp="1"/>
          </p:cNvSpPr>
          <p:nvPr>
            <p:ph type="sldNum" sz="quarter" idx="131"/>
          </p:nvPr>
        </p:nvSpPr>
        <p:spPr/>
        <p:txBody>
          <a:bodyPr/>
          <a:lstStyle>
            <a:lvl1pPr>
              <a:defRPr/>
            </a:lvl1pPr>
          </a:lstStyle>
          <a:p>
            <a:fld id="{44A3DAED-98CA-ED44-BD8D-010557C4E8AD}" type="slidenum">
              <a:rPr lang="en-US" altLang="en-US"/>
              <a:pPr/>
              <a:t>‹#›</a:t>
            </a:fld>
            <a:endParaRPr lang="en-US" altLang="en-US"/>
          </a:p>
        </p:txBody>
      </p:sp>
      <p:sp>
        <p:nvSpPr>
          <p:cNvPr id="34" name="Footer Placeholder 12"/>
          <p:cNvSpPr>
            <a:spLocks noGrp="1"/>
          </p:cNvSpPr>
          <p:nvPr>
            <p:ph type="ftr" sz="quarter" idx="132"/>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140328038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mbstone - AWARDS V2">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450850"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450850" y="462280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450850"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113838"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3776826"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5439814"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7102800"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113838"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113838"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3776826"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3776826"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5439814"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5439814"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7102800"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7102800"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450850" y="25123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113837"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3776824"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5439811"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7102800"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450850"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113837"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3776824"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5439811"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7102800"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450850"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113837"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3776824"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5439811"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7102800"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465CD288-24B3-4B48-8EA0-67784588A8A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99093401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mbstone - AWARDS V3">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450850"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450850"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450850"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113838"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3776826"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5439814"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7102800"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113838"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113838"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3776826"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3776826"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5439814"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5439814"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7102800"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7102800"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450850"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113837"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3776824"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5439811"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7102800"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450850"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113837"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3776824"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5439811"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7102800"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450850"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113837"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3776824"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5439811"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7102800"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90FE7E78-F63E-6945-90BC-87516667A72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187096974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772400" cy="609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85800" y="914400"/>
            <a:ext cx="77724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p:cNvSpPr>
            <a:spLocks noGrp="1" noChangeArrowheads="1"/>
          </p:cNvSpPr>
          <p:nvPr>
            <p:ph type="ftr" sz="quarter" idx="10"/>
          </p:nvPr>
        </p:nvSpPr>
        <p:spPr/>
        <p:txBody>
          <a:bodyPr/>
          <a:lstStyle>
            <a:lvl1pPr>
              <a:defRPr b="0"/>
            </a:lvl1pPr>
          </a:lstStyle>
          <a:p>
            <a:r>
              <a:rPr lang="en-US"/>
              <a:t>Internal Rate of Return</a:t>
            </a:r>
            <a:endParaRPr lang="en-US" dirty="0"/>
          </a:p>
        </p:txBody>
      </p:sp>
      <p:sp>
        <p:nvSpPr>
          <p:cNvPr id="5" name="Rectangle 4"/>
          <p:cNvSpPr>
            <a:spLocks noGrp="1" noChangeArrowheads="1"/>
          </p:cNvSpPr>
          <p:nvPr>
            <p:ph type="sldNum" sz="quarter" idx="11"/>
          </p:nvPr>
        </p:nvSpPr>
        <p:spPr/>
        <p:txBody>
          <a:bodyPr/>
          <a:lstStyle>
            <a:lvl1pPr>
              <a:defRPr/>
            </a:lvl1pPr>
          </a:lstStyle>
          <a:p>
            <a:endParaRPr lang="en-US" dirty="0">
              <a:latin typeface="Calibri"/>
            </a:endParaRPr>
          </a:p>
          <a:p>
            <a:fld id="{32A47CA8-1D40-3C49-82CF-CF2201A41E4F}" type="slidenum">
              <a:rPr lang="en-US" smtClean="0">
                <a:latin typeface="Calibri"/>
              </a:rPr>
              <a:pPr/>
              <a:t>‹#›</a:t>
            </a:fld>
            <a:endParaRPr lang="en-US" dirty="0">
              <a:latin typeface="Calibri"/>
            </a:endParaRPr>
          </a:p>
        </p:txBody>
      </p:sp>
    </p:spTree>
    <p:extLst>
      <p:ext uri="{BB962C8B-B14F-4D97-AF65-F5344CB8AC3E}">
        <p14:creationId xmlns:p14="http://schemas.microsoft.com/office/powerpoint/2010/main" val="88891352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457200" y="1371601"/>
            <a:ext cx="4038600" cy="47545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1601"/>
            <a:ext cx="4038600" cy="47545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r>
              <a:rPr lang="en-US"/>
              <a:t>Internal Rate of Return</a:t>
            </a:r>
          </a:p>
        </p:txBody>
      </p:sp>
      <p:sp>
        <p:nvSpPr>
          <p:cNvPr id="6" name="Rectangle 6"/>
          <p:cNvSpPr>
            <a:spLocks noGrp="1" noChangeArrowheads="1"/>
          </p:cNvSpPr>
          <p:nvPr>
            <p:ph type="sldNum" sz="quarter" idx="11"/>
          </p:nvPr>
        </p:nvSpPr>
        <p:spPr>
          <a:ln/>
        </p:spPr>
        <p:txBody>
          <a:bodyPr/>
          <a:lstStyle>
            <a:lvl1pPr>
              <a:defRPr/>
            </a:lvl1pPr>
          </a:lstStyle>
          <a:p>
            <a:fld id="{11BEE2D7-1F05-0540-AD0D-C8F6AEBAE5C7}" type="slidenum">
              <a:rPr lang="en-US"/>
              <a:pPr/>
              <a:t>‹#›</a:t>
            </a:fld>
            <a:endParaRPr lang="en-US"/>
          </a:p>
        </p:txBody>
      </p:sp>
    </p:spTree>
    <p:extLst>
      <p:ext uri="{BB962C8B-B14F-4D97-AF65-F5344CB8AC3E}">
        <p14:creationId xmlns:p14="http://schemas.microsoft.com/office/powerpoint/2010/main" val="114768343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chart">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a:prstGeom prst="rect">
            <a:avLst/>
          </a:prstGeom>
        </p:spPr>
        <p:txBody>
          <a:bodyPr/>
          <a:lstStyle/>
          <a:p>
            <a:r>
              <a:rPr lang="en-US"/>
              <a:t>Click to edit Master title style</a:t>
            </a:r>
          </a:p>
        </p:txBody>
      </p:sp>
      <p:sp>
        <p:nvSpPr>
          <p:cNvPr id="3" name="Chart Placeholder 2"/>
          <p:cNvSpPr>
            <a:spLocks noGrp="1"/>
          </p:cNvSpPr>
          <p:nvPr>
            <p:ph type="chart" idx="1"/>
          </p:nvPr>
        </p:nvSpPr>
        <p:spPr>
          <a:xfrm>
            <a:off x="457200" y="1371600"/>
            <a:ext cx="8229600" cy="4754563"/>
          </a:xfrm>
          <a:prstGeom prst="rect">
            <a:avLst/>
          </a:prstGeom>
        </p:spPr>
        <p:txBody>
          <a:bodyPr/>
          <a:lstStyle/>
          <a:p>
            <a:pPr lvl="0"/>
            <a:endParaRPr lang="en-US" noProof="0"/>
          </a:p>
        </p:txBody>
      </p:sp>
      <p:sp>
        <p:nvSpPr>
          <p:cNvPr id="4" name="Rectangle 4"/>
          <p:cNvSpPr>
            <a:spLocks noGrp="1" noChangeArrowheads="1"/>
          </p:cNvSpPr>
          <p:nvPr>
            <p:ph type="ftr" sz="quarter" idx="10"/>
          </p:nvPr>
        </p:nvSpPr>
        <p:spPr>
          <a:ln/>
        </p:spPr>
        <p:txBody>
          <a:bodyPr/>
          <a:lstStyle>
            <a:lvl1pPr>
              <a:defRPr/>
            </a:lvl1pPr>
          </a:lstStyle>
          <a:p>
            <a:pPr>
              <a:defRPr/>
            </a:pPr>
            <a:r>
              <a:rPr lang="en-US"/>
              <a:t>Internal Rate of Return</a:t>
            </a:r>
          </a:p>
        </p:txBody>
      </p:sp>
      <p:sp>
        <p:nvSpPr>
          <p:cNvPr id="5" name="Rectangle 5"/>
          <p:cNvSpPr>
            <a:spLocks noGrp="1" noChangeArrowheads="1"/>
          </p:cNvSpPr>
          <p:nvPr>
            <p:ph type="sldNum" sz="quarter" idx="11"/>
          </p:nvPr>
        </p:nvSpPr>
        <p:spPr>
          <a:ln/>
        </p:spPr>
        <p:txBody>
          <a:bodyPr/>
          <a:lstStyle>
            <a:lvl1pPr>
              <a:defRPr/>
            </a:lvl1pPr>
          </a:lstStyle>
          <a:p>
            <a:pPr>
              <a:defRPr/>
            </a:pPr>
            <a:fld id="{0FD6A752-9F99-C94F-BA5D-BEAF4B29107F}" type="slidenum">
              <a:rPr lang="en-US"/>
              <a:pPr>
                <a:defRPr/>
              </a:pPr>
              <a:t>‹#›</a:t>
            </a:fld>
            <a:endParaRPr lang="en-US"/>
          </a:p>
        </p:txBody>
      </p:sp>
    </p:spTree>
    <p:extLst>
      <p:ext uri="{BB962C8B-B14F-4D97-AF65-F5344CB8AC3E}">
        <p14:creationId xmlns:p14="http://schemas.microsoft.com/office/powerpoint/2010/main" val="28741478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Internal Rate of Return</a:t>
            </a:r>
          </a:p>
        </p:txBody>
      </p:sp>
      <p:sp>
        <p:nvSpPr>
          <p:cNvPr id="5" name="Rectangle 5"/>
          <p:cNvSpPr>
            <a:spLocks noGrp="1" noChangeArrowheads="1"/>
          </p:cNvSpPr>
          <p:nvPr>
            <p:ph type="sldNum" sz="quarter" idx="11"/>
          </p:nvPr>
        </p:nvSpPr>
        <p:spPr>
          <a:ln/>
        </p:spPr>
        <p:txBody>
          <a:bodyPr/>
          <a:lstStyle>
            <a:lvl1pPr>
              <a:defRPr/>
            </a:lvl1pPr>
          </a:lstStyle>
          <a:p>
            <a:pPr>
              <a:defRPr/>
            </a:pPr>
            <a:fld id="{4B4184F8-8134-E84D-9531-3C361F8585F4}" type="slidenum">
              <a:rPr lang="en-US"/>
              <a:pPr>
                <a:defRPr/>
              </a:pPr>
              <a:t>‹#›</a:t>
            </a:fld>
            <a:endParaRPr lang="en-US"/>
          </a:p>
        </p:txBody>
      </p:sp>
    </p:spTree>
    <p:extLst>
      <p:ext uri="{BB962C8B-B14F-4D97-AF65-F5344CB8AC3E}">
        <p14:creationId xmlns:p14="http://schemas.microsoft.com/office/powerpoint/2010/main" val="88961981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8" name="Line 88"/>
          <p:cNvSpPr>
            <a:spLocks noChangeShapeType="1"/>
          </p:cNvSpPr>
          <p:nvPr/>
        </p:nvSpPr>
        <p:spPr bwMode="gray">
          <a:xfrm>
            <a:off x="0" y="6423027"/>
            <a:ext cx="9144000" cy="0"/>
          </a:xfrm>
          <a:prstGeom prst="line">
            <a:avLst/>
          </a:prstGeom>
          <a:noFill/>
          <a:ln w="1587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 name="Slide Number Placeholder 9"/>
          <p:cNvSpPr>
            <a:spLocks noGrp="1"/>
          </p:cNvSpPr>
          <p:nvPr>
            <p:ph type="sldNum" sz="quarter" idx="4"/>
          </p:nvPr>
        </p:nvSpPr>
        <p:spPr>
          <a:xfrm>
            <a:off x="8610600" y="6436635"/>
            <a:ext cx="457200" cy="365125"/>
          </a:xfrm>
          <a:prstGeom prst="rect">
            <a:avLst/>
          </a:prstGeom>
        </p:spPr>
        <p:txBody>
          <a:bodyPr vert="horz" wrap="square" lIns="91440" tIns="45720" rIns="91440" bIns="45720" numCol="1" anchor="ctr" anchorCtr="0" compatLnSpc="1">
            <a:prstTxWarp prst="textNoShape">
              <a:avLst/>
            </a:prstTxWarp>
          </a:bodyPr>
          <a:lstStyle>
            <a:lvl1pPr>
              <a:defRPr sz="800" b="0">
                <a:solidFill>
                  <a:schemeClr val="tx1">
                    <a:lumMod val="50000"/>
                    <a:lumOff val="50000"/>
                  </a:schemeClr>
                </a:solidFill>
                <a:latin typeface="+mn-lt"/>
              </a:defRPr>
            </a:lvl1pPr>
          </a:lstStyle>
          <a:p>
            <a:pPr algn="r"/>
            <a:fld id="{D9D5F7EB-196B-A148-8812-2A4F7A2FBBD6}" type="slidenum">
              <a:rPr lang="en-US" altLang="en-US" smtClean="0"/>
              <a:pPr algn="r"/>
              <a:t>‹#›</a:t>
            </a:fld>
            <a:endParaRPr lang="en-US" altLang="en-US" dirty="0"/>
          </a:p>
        </p:txBody>
      </p:sp>
      <p:sp>
        <p:nvSpPr>
          <p:cNvPr id="13" name="Footer Placeholder 12"/>
          <p:cNvSpPr>
            <a:spLocks noGrp="1"/>
          </p:cNvSpPr>
          <p:nvPr>
            <p:ph type="ftr" sz="quarter" idx="3"/>
          </p:nvPr>
        </p:nvSpPr>
        <p:spPr>
          <a:xfrm>
            <a:off x="3124200" y="6442488"/>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800" b="1" smtClean="0">
                <a:solidFill>
                  <a:srgbClr val="898989"/>
                </a:solidFill>
                <a:latin typeface="+mn-lt"/>
                <a:ea typeface="+mn-ea"/>
              </a:defRPr>
            </a:lvl1pPr>
          </a:lstStyle>
          <a:p>
            <a:pPr>
              <a:defRPr/>
            </a:pPr>
            <a:r>
              <a:rPr lang="en-US" dirty="0"/>
              <a:t>Internal Rate of Return</a:t>
            </a:r>
          </a:p>
        </p:txBody>
      </p:sp>
      <p:sp>
        <p:nvSpPr>
          <p:cNvPr id="9" name="Footer Placeholder 3"/>
          <p:cNvSpPr txBox="1">
            <a:spLocks/>
          </p:cNvSpPr>
          <p:nvPr userDrawn="1"/>
        </p:nvSpPr>
        <p:spPr>
          <a:xfrm>
            <a:off x="72409" y="6423029"/>
            <a:ext cx="2362200" cy="365125"/>
          </a:xfrm>
          <a:prstGeom prst="rect">
            <a:avLst/>
          </a:prstGeom>
        </p:spPr>
        <p:txBody>
          <a:bodyPr vert="horz" wrap="square" lIns="68580" tIns="34290" rIns="68580" bIns="34290" numCol="1" anchor="ctr" anchorCtr="0" compatLnSpc="1">
            <a:prstTxWarp prst="textNoShape">
              <a:avLst/>
            </a:prstTxWarp>
          </a:bodyPr>
          <a:lstStyle>
            <a:defPPr>
              <a:defRPr lang="en-US"/>
            </a:defPPr>
            <a:lvl1pPr algn="ctr" rtl="0" fontAlgn="base">
              <a:spcBef>
                <a:spcPct val="0"/>
              </a:spcBef>
              <a:spcAft>
                <a:spcPct val="0"/>
              </a:spcAft>
              <a:defRPr sz="1200" kern="1200" smtClean="0">
                <a:solidFill>
                  <a:srgbClr val="898989"/>
                </a:solidFill>
                <a:latin typeface="Arial" charset="0"/>
                <a:ea typeface="+mn-ea"/>
                <a:cs typeface="Arial" charset="0"/>
              </a:defRPr>
            </a:lvl1pPr>
            <a:lvl2pPr marL="457200" algn="l" rtl="0" fontAlgn="base">
              <a:spcBef>
                <a:spcPct val="0"/>
              </a:spcBef>
              <a:spcAft>
                <a:spcPct val="0"/>
              </a:spcAft>
              <a:defRPr kern="1200">
                <a:solidFill>
                  <a:schemeClr val="tx1"/>
                </a:solidFill>
                <a:latin typeface="Calibri" charset="0"/>
                <a:ea typeface="Arial" charset="0"/>
                <a:cs typeface="Arial" charset="0"/>
              </a:defRPr>
            </a:lvl2pPr>
            <a:lvl3pPr marL="914400" algn="l" rtl="0" fontAlgn="base">
              <a:spcBef>
                <a:spcPct val="0"/>
              </a:spcBef>
              <a:spcAft>
                <a:spcPct val="0"/>
              </a:spcAft>
              <a:defRPr kern="1200">
                <a:solidFill>
                  <a:schemeClr val="tx1"/>
                </a:solidFill>
                <a:latin typeface="Calibri" charset="0"/>
                <a:ea typeface="Arial" charset="0"/>
                <a:cs typeface="Arial" charset="0"/>
              </a:defRPr>
            </a:lvl3pPr>
            <a:lvl4pPr marL="1371600" algn="l" rtl="0" fontAlgn="base">
              <a:spcBef>
                <a:spcPct val="0"/>
              </a:spcBef>
              <a:spcAft>
                <a:spcPct val="0"/>
              </a:spcAft>
              <a:defRPr kern="1200">
                <a:solidFill>
                  <a:schemeClr val="tx1"/>
                </a:solidFill>
                <a:latin typeface="Calibri" charset="0"/>
                <a:ea typeface="Arial" charset="0"/>
                <a:cs typeface="Arial" charset="0"/>
              </a:defRPr>
            </a:lvl4pPr>
            <a:lvl5pPr marL="1828800" algn="l" rtl="0" fontAlgn="base">
              <a:spcBef>
                <a:spcPct val="0"/>
              </a:spcBef>
              <a:spcAft>
                <a:spcPct val="0"/>
              </a:spcAft>
              <a:defRPr kern="1200">
                <a:solidFill>
                  <a:schemeClr val="tx1"/>
                </a:solidFill>
                <a:latin typeface="Calibri" charset="0"/>
                <a:ea typeface="Arial" charset="0"/>
                <a:cs typeface="Arial" charset="0"/>
              </a:defRPr>
            </a:lvl5pPr>
            <a:lvl6pPr marL="2286000" algn="l" defTabSz="914400" rtl="0" eaLnBrk="1" latinLnBrk="0" hangingPunct="1">
              <a:defRPr kern="1200">
                <a:solidFill>
                  <a:schemeClr val="tx1"/>
                </a:solidFill>
                <a:latin typeface="Calibri" charset="0"/>
                <a:ea typeface="Arial" charset="0"/>
                <a:cs typeface="Arial" charset="0"/>
              </a:defRPr>
            </a:lvl6pPr>
            <a:lvl7pPr marL="2743200" algn="l" defTabSz="914400" rtl="0" eaLnBrk="1" latinLnBrk="0" hangingPunct="1">
              <a:defRPr kern="1200">
                <a:solidFill>
                  <a:schemeClr val="tx1"/>
                </a:solidFill>
                <a:latin typeface="Calibri" charset="0"/>
                <a:ea typeface="Arial" charset="0"/>
                <a:cs typeface="Arial" charset="0"/>
              </a:defRPr>
            </a:lvl7pPr>
            <a:lvl8pPr marL="3200400" algn="l" defTabSz="914400" rtl="0" eaLnBrk="1" latinLnBrk="0" hangingPunct="1">
              <a:defRPr kern="1200">
                <a:solidFill>
                  <a:schemeClr val="tx1"/>
                </a:solidFill>
                <a:latin typeface="Calibri" charset="0"/>
                <a:ea typeface="Arial" charset="0"/>
                <a:cs typeface="Arial" charset="0"/>
              </a:defRPr>
            </a:lvl8pPr>
            <a:lvl9pPr marL="3657600" algn="l" defTabSz="914400" rtl="0" eaLnBrk="1" latinLnBrk="0" hangingPunct="1">
              <a:defRPr kern="1200">
                <a:solidFill>
                  <a:schemeClr val="tx1"/>
                </a:solidFill>
                <a:latin typeface="Calibri" charset="0"/>
                <a:ea typeface="Arial" charset="0"/>
                <a:cs typeface="Arial" charset="0"/>
              </a:defRPr>
            </a:lvl9pPr>
          </a:lstStyle>
          <a:p>
            <a:pPr algn="l">
              <a:defRPr/>
            </a:pPr>
            <a:r>
              <a:rPr lang="en-US" sz="600" dirty="0">
                <a:latin typeface="+mn-lt"/>
              </a:rPr>
              <a:t>CF_Ch4_CapBud</a:t>
            </a:r>
            <a:r>
              <a:rPr lang="en-US" sz="600">
                <a:latin typeface="+mn-lt"/>
              </a:rPr>
              <a:t>_26</a:t>
            </a:r>
            <a:endParaRPr lang="en-US" sz="600" dirty="0">
              <a:latin typeface="+mn-lt"/>
            </a:endParaRPr>
          </a:p>
        </p:txBody>
      </p:sp>
    </p:spTree>
    <p:extLst>
      <p:ext uri="{BB962C8B-B14F-4D97-AF65-F5344CB8AC3E}">
        <p14:creationId xmlns:p14="http://schemas.microsoft.com/office/powerpoint/2010/main" val="211500681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81" r:id="rId18"/>
    <p:sldLayoutId id="2147483682" r:id="rId19"/>
    <p:sldLayoutId id="2147483683" r:id="rId20"/>
    <p:sldLayoutId id="2147483684" r:id="rId21"/>
    <p:sldLayoutId id="2147483685" r:id="rId22"/>
    <p:sldLayoutId id="2147483686" r:id="rId23"/>
    <p:sldLayoutId id="2147483687" r:id="rId24"/>
    <p:sldLayoutId id="2147483688" r:id="rId25"/>
    <p:sldLayoutId id="2147483689" r:id="rId26"/>
    <p:sldLayoutId id="2147483690" r:id="rId27"/>
    <p:sldLayoutId id="2147483691" r:id="rId28"/>
    <p:sldLayoutId id="2147483692" r:id="rId29"/>
    <p:sldLayoutId id="2147483693" r:id="rId30"/>
    <p:sldLayoutId id="2147483694" r:id="rId31"/>
    <p:sldLayoutId id="2147483695" r:id="rId32"/>
    <p:sldLayoutId id="2147483696" r:id="rId33"/>
    <p:sldLayoutId id="2147483697" r:id="rId34"/>
    <p:sldLayoutId id="2147483698" r:id="rId35"/>
    <p:sldLayoutId id="2147483699" r:id="rId36"/>
    <p:sldLayoutId id="2147483700" r:id="rId37"/>
    <p:sldLayoutId id="2147483701" r:id="rId38"/>
    <p:sldLayoutId id="2147483702" r:id="rId39"/>
    <p:sldLayoutId id="2147483703" r:id="rId40"/>
    <p:sldLayoutId id="2147483704" r:id="rId41"/>
    <p:sldLayoutId id="2147483705" r:id="rId42"/>
    <p:sldLayoutId id="2147483706" r:id="rId43"/>
    <p:sldLayoutId id="2147483707" r:id="rId44"/>
    <p:sldLayoutId id="2147483708" r:id="rId45"/>
    <p:sldLayoutId id="2147483709" r:id="rId46"/>
    <p:sldLayoutId id="2147483710" r:id="rId47"/>
    <p:sldLayoutId id="2147483711" r:id="rId48"/>
    <p:sldLayoutId id="2147483712" r:id="rId49"/>
    <p:sldLayoutId id="2147483713" r:id="rId50"/>
    <p:sldLayoutId id="2147483714" r:id="rId51"/>
    <p:sldLayoutId id="2147483715" r:id="rId52"/>
    <p:sldLayoutId id="2147483716" r:id="rId53"/>
    <p:sldLayoutId id="2147483717" r:id="rId54"/>
    <p:sldLayoutId id="2147483718" r:id="rId55"/>
    <p:sldLayoutId id="2147483719" r:id="rId56"/>
    <p:sldLayoutId id="2147483720" r:id="rId57"/>
    <p:sldLayoutId id="2147483721" r:id="rId58"/>
  </p:sldLayoutIdLst>
  <p:hf hdr="0" dt="0"/>
  <p:txStyles>
    <p:titleStyle>
      <a:lvl1pPr algn="ctr" rtl="0" eaLnBrk="1" fontAlgn="base" hangingPunct="1">
        <a:spcBef>
          <a:spcPct val="0"/>
        </a:spcBef>
        <a:spcAft>
          <a:spcPct val="0"/>
        </a:spcAft>
        <a:defRPr sz="3300" kern="1200">
          <a:solidFill>
            <a:schemeClr val="tx1"/>
          </a:solidFill>
          <a:latin typeface="+mj-lt"/>
          <a:ea typeface="+mj-ea"/>
          <a:cs typeface="+mj-cs"/>
        </a:defRPr>
      </a:lvl1pPr>
      <a:lvl2pPr algn="ctr" rtl="0" eaLnBrk="1" fontAlgn="base" hangingPunct="1">
        <a:spcBef>
          <a:spcPct val="0"/>
        </a:spcBef>
        <a:spcAft>
          <a:spcPct val="0"/>
        </a:spcAft>
        <a:defRPr sz="3300">
          <a:solidFill>
            <a:schemeClr val="tx1"/>
          </a:solidFill>
          <a:latin typeface="Arial" charset="0"/>
        </a:defRPr>
      </a:lvl2pPr>
      <a:lvl3pPr algn="ctr" rtl="0" eaLnBrk="1" fontAlgn="base" hangingPunct="1">
        <a:spcBef>
          <a:spcPct val="0"/>
        </a:spcBef>
        <a:spcAft>
          <a:spcPct val="0"/>
        </a:spcAft>
        <a:defRPr sz="3300">
          <a:solidFill>
            <a:schemeClr val="tx1"/>
          </a:solidFill>
          <a:latin typeface="Arial" charset="0"/>
        </a:defRPr>
      </a:lvl3pPr>
      <a:lvl4pPr algn="ctr" rtl="0" eaLnBrk="1" fontAlgn="base" hangingPunct="1">
        <a:spcBef>
          <a:spcPct val="0"/>
        </a:spcBef>
        <a:spcAft>
          <a:spcPct val="0"/>
        </a:spcAft>
        <a:defRPr sz="3300">
          <a:solidFill>
            <a:schemeClr val="tx1"/>
          </a:solidFill>
          <a:latin typeface="Arial" charset="0"/>
        </a:defRPr>
      </a:lvl4pPr>
      <a:lvl5pPr algn="ctr" rtl="0" eaLnBrk="1" fontAlgn="base" hangingPunct="1">
        <a:spcBef>
          <a:spcPct val="0"/>
        </a:spcBef>
        <a:spcAft>
          <a:spcPct val="0"/>
        </a:spcAft>
        <a:defRPr sz="3300">
          <a:solidFill>
            <a:schemeClr val="tx1"/>
          </a:solidFill>
          <a:latin typeface="Arial" charset="0"/>
        </a:defRPr>
      </a:lvl5pPr>
      <a:lvl6pPr marL="342900" algn="ctr" rtl="0" eaLnBrk="1" fontAlgn="base" hangingPunct="1">
        <a:spcBef>
          <a:spcPct val="0"/>
        </a:spcBef>
        <a:spcAft>
          <a:spcPct val="0"/>
        </a:spcAft>
        <a:defRPr sz="3300">
          <a:solidFill>
            <a:schemeClr val="tx1"/>
          </a:solidFill>
          <a:latin typeface="Arial" charset="0"/>
        </a:defRPr>
      </a:lvl6pPr>
      <a:lvl7pPr marL="685800" algn="ctr" rtl="0" eaLnBrk="1" fontAlgn="base" hangingPunct="1">
        <a:spcBef>
          <a:spcPct val="0"/>
        </a:spcBef>
        <a:spcAft>
          <a:spcPct val="0"/>
        </a:spcAft>
        <a:defRPr sz="3300">
          <a:solidFill>
            <a:schemeClr val="tx1"/>
          </a:solidFill>
          <a:latin typeface="Arial" charset="0"/>
        </a:defRPr>
      </a:lvl7pPr>
      <a:lvl8pPr marL="1028700" algn="ctr" rtl="0" eaLnBrk="1" fontAlgn="base" hangingPunct="1">
        <a:spcBef>
          <a:spcPct val="0"/>
        </a:spcBef>
        <a:spcAft>
          <a:spcPct val="0"/>
        </a:spcAft>
        <a:defRPr sz="3300">
          <a:solidFill>
            <a:schemeClr val="tx1"/>
          </a:solidFill>
          <a:latin typeface="Arial" charset="0"/>
        </a:defRPr>
      </a:lvl8pPr>
      <a:lvl9pPr marL="1371600" algn="ctr" rtl="0" eaLnBrk="1" fontAlgn="base" hangingPunct="1">
        <a:spcBef>
          <a:spcPct val="0"/>
        </a:spcBef>
        <a:spcAft>
          <a:spcPct val="0"/>
        </a:spcAft>
        <a:defRPr sz="3300">
          <a:solidFill>
            <a:schemeClr val="tx1"/>
          </a:solidFill>
          <a:latin typeface="Arial" charset="0"/>
        </a:defRPr>
      </a:lvl9pPr>
    </p:titleStyle>
    <p:bodyStyle>
      <a:lvl1pPr marL="257175" indent="-257175"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1pPr>
      <a:lvl2pPr marL="557213" indent="-214313" algn="l" rtl="0" eaLnBrk="1" fontAlgn="base" hangingPunct="1">
        <a:spcBef>
          <a:spcPct val="20000"/>
        </a:spcBef>
        <a:spcAft>
          <a:spcPct val="0"/>
        </a:spcAft>
        <a:buFont typeface="Arial" charset="0"/>
        <a:buChar char="–"/>
        <a:defRPr sz="2100" kern="1200">
          <a:solidFill>
            <a:schemeClr val="tx1"/>
          </a:solidFill>
          <a:latin typeface="+mn-lt"/>
          <a:ea typeface="+mn-ea"/>
          <a:cs typeface="+mn-cs"/>
        </a:defRPr>
      </a:lvl2pPr>
      <a:lvl3pPr marL="857250" indent="-171450" algn="l" rtl="0" eaLnBrk="1" fontAlgn="base" hangingPunct="1">
        <a:spcBef>
          <a:spcPct val="20000"/>
        </a:spcBef>
        <a:spcAft>
          <a:spcPct val="0"/>
        </a:spcAft>
        <a:buFont typeface="Arial" charset="0"/>
        <a:buChar char="•"/>
        <a:defRPr sz="1800" kern="1200">
          <a:solidFill>
            <a:schemeClr val="tx1"/>
          </a:solidFill>
          <a:latin typeface="+mn-lt"/>
          <a:ea typeface="+mn-ea"/>
          <a:cs typeface="+mn-cs"/>
        </a:defRPr>
      </a:lvl3pPr>
      <a:lvl4pPr marL="12001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4pPr>
      <a:lvl5pPr marL="15430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4.emf"/><Relationship Id="rId2" Type="http://schemas.openxmlformats.org/officeDocument/2006/relationships/package" Target="../embeddings/Microsoft_Excel_Worksheet1.xlsx"/><Relationship Id="rId1" Type="http://schemas.openxmlformats.org/officeDocument/2006/relationships/slideLayout" Target="../slideLayouts/slideLayout2.xml"/><Relationship Id="rId6" Type="http://schemas.openxmlformats.org/officeDocument/2006/relationships/package" Target="../embeddings/Microsoft_Excel_Worksheet3.xlsx"/><Relationship Id="rId5" Type="http://schemas.openxmlformats.org/officeDocument/2006/relationships/image" Target="../media/image3.emf"/><Relationship Id="rId4" Type="http://schemas.openxmlformats.org/officeDocument/2006/relationships/package" Target="../embeddings/Microsoft_Excel_Worksheet2.xlsx"/></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QerPzdK1nGs"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wmf"/></Relationships>
</file>

<file path=ppt/slides/_rels/slide1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7.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D6B908C-B5CB-4D61-9AAA-0E6FA8ADABD9}"/>
              </a:ext>
            </a:extLst>
          </p:cNvPr>
          <p:cNvSpPr>
            <a:spLocks noGrp="1"/>
          </p:cNvSpPr>
          <p:nvPr>
            <p:ph type="sldNum" sz="quarter" idx="10"/>
          </p:nvPr>
        </p:nvSpPr>
        <p:spPr/>
        <p:txBody>
          <a:bodyPr/>
          <a:lstStyle/>
          <a:p>
            <a:fld id="{395527EB-3756-C241-BFD3-DBB1E111190F}" type="slidenum">
              <a:rPr lang="en-US" altLang="en-US" smtClean="0"/>
              <a:pPr/>
              <a:t>1</a:t>
            </a:fld>
            <a:endParaRPr lang="en-US" altLang="en-US"/>
          </a:p>
        </p:txBody>
      </p:sp>
      <p:sp>
        <p:nvSpPr>
          <p:cNvPr id="4" name="Footer Placeholder 3">
            <a:extLst>
              <a:ext uri="{FF2B5EF4-FFF2-40B4-BE49-F238E27FC236}">
                <a16:creationId xmlns:a16="http://schemas.microsoft.com/office/drawing/2014/main" id="{5F26835F-3425-4D22-A3BF-7A8DB7F9F478}"/>
              </a:ext>
            </a:extLst>
          </p:cNvPr>
          <p:cNvSpPr>
            <a:spLocks noGrp="1"/>
          </p:cNvSpPr>
          <p:nvPr>
            <p:ph type="ftr" sz="quarter" idx="11"/>
          </p:nvPr>
        </p:nvSpPr>
        <p:spPr/>
        <p:txBody>
          <a:bodyPr/>
          <a:lstStyle/>
          <a:p>
            <a:pPr>
              <a:defRPr/>
            </a:pPr>
            <a:r>
              <a:rPr lang="en-US" dirty="0"/>
              <a:t>Internal Rate of Return</a:t>
            </a:r>
          </a:p>
        </p:txBody>
      </p:sp>
      <p:sp>
        <p:nvSpPr>
          <p:cNvPr id="6" name="Rectangle 5">
            <a:extLst>
              <a:ext uri="{FF2B5EF4-FFF2-40B4-BE49-F238E27FC236}">
                <a16:creationId xmlns:a16="http://schemas.microsoft.com/office/drawing/2014/main" id="{E9ED9786-58D6-4467-A340-9C08B3251F1F}"/>
              </a:ext>
            </a:extLst>
          </p:cNvPr>
          <p:cNvSpPr/>
          <p:nvPr/>
        </p:nvSpPr>
        <p:spPr>
          <a:xfrm>
            <a:off x="641839" y="2111043"/>
            <a:ext cx="8088922" cy="2585323"/>
          </a:xfrm>
          <a:prstGeom prst="rect">
            <a:avLst/>
          </a:prstGeom>
        </p:spPr>
        <p:txBody>
          <a:bodyPr wrap="square">
            <a:spAutoFit/>
          </a:bodyPr>
          <a:lstStyle/>
          <a:p>
            <a:pPr algn="ctr"/>
            <a:r>
              <a:rPr lang="en-US" sz="3600" b="1" dirty="0"/>
              <a:t>Corporate Finance</a:t>
            </a:r>
          </a:p>
          <a:p>
            <a:pPr algn="ctr"/>
            <a:r>
              <a:rPr lang="en-US" sz="2700" b="1" dirty="0"/>
              <a:t>Capital Budgeting Rules:  NPV and IRR</a:t>
            </a:r>
          </a:p>
          <a:p>
            <a:pPr algn="ctr"/>
            <a:endParaRPr lang="en-US" sz="2700" b="1" dirty="0"/>
          </a:p>
          <a:p>
            <a:pPr algn="ctr"/>
            <a:endParaRPr lang="en-US" sz="1800" b="1" dirty="0"/>
          </a:p>
          <a:p>
            <a:pPr algn="ctr"/>
            <a:endParaRPr lang="en-US" sz="1800" b="1" dirty="0"/>
          </a:p>
          <a:p>
            <a:pPr algn="ctr">
              <a:buNone/>
            </a:pPr>
            <a:r>
              <a:rPr lang="en-US" sz="1800" b="1" dirty="0"/>
              <a:t>Fall 2026</a:t>
            </a:r>
          </a:p>
          <a:p>
            <a:pPr algn="ctr"/>
            <a:r>
              <a:rPr lang="en-US" sz="1800" b="1" dirty="0"/>
              <a:t>Prof. Jeffrey Colón</a:t>
            </a:r>
            <a:endParaRPr lang="en-US" sz="1800" dirty="0"/>
          </a:p>
        </p:txBody>
      </p:sp>
    </p:spTree>
    <p:extLst>
      <p:ext uri="{BB962C8B-B14F-4D97-AF65-F5344CB8AC3E}">
        <p14:creationId xmlns:p14="http://schemas.microsoft.com/office/powerpoint/2010/main" val="3622871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9" name="Rectangle 3"/>
          <p:cNvSpPr>
            <a:spLocks noGrp="1" noChangeArrowheads="1"/>
          </p:cNvSpPr>
          <p:nvPr>
            <p:ph idx="1"/>
          </p:nvPr>
        </p:nvSpPr>
        <p:spPr/>
        <p:txBody>
          <a:bodyPr/>
          <a:lstStyle/>
          <a:p>
            <a:pPr marL="457200" indent="-457200" eaLnBrk="1" hangingPunct="1">
              <a:buFontTx/>
              <a:buNone/>
              <a:defRPr/>
            </a:pPr>
            <a:r>
              <a:rPr lang="en-US" sz="2400">
                <a:cs typeface="Times New Roman" charset="0"/>
              </a:rPr>
              <a:t> </a:t>
            </a:r>
          </a:p>
        </p:txBody>
      </p:sp>
      <p:sp>
        <p:nvSpPr>
          <p:cNvPr id="167938" name="Rectangle 2"/>
          <p:cNvSpPr>
            <a:spLocks noGrp="1" noChangeArrowheads="1"/>
          </p:cNvSpPr>
          <p:nvPr>
            <p:ph type="title"/>
          </p:nvPr>
        </p:nvSpPr>
        <p:spPr/>
        <p:txBody>
          <a:bodyPr/>
          <a:lstStyle/>
          <a:p>
            <a:pPr eaLnBrk="1" hangingPunct="1">
              <a:defRPr/>
            </a:pPr>
            <a:r>
              <a:rPr lang="en-US" b="1">
                <a:cs typeface="+mj-cs"/>
              </a:rPr>
              <a:t>Capital Markets and the Separation of Investment and Consumption Decisions</a:t>
            </a:r>
          </a:p>
        </p:txBody>
      </p:sp>
      <p:sp>
        <p:nvSpPr>
          <p:cNvPr id="17" name="Slide Number Placeholder 4"/>
          <p:cNvSpPr>
            <a:spLocks noGrp="1"/>
          </p:cNvSpPr>
          <p:nvPr>
            <p:ph type="sldNum" sz="quarter" idx="10"/>
          </p:nvPr>
        </p:nvSpPr>
        <p:spPr/>
        <p:txBody>
          <a:bodyPr/>
          <a:lstStyle/>
          <a:p>
            <a:pPr>
              <a:defRPr/>
            </a:pPr>
            <a:fld id="{F962F749-E439-544C-BB28-1F9367C89660}" type="slidenum">
              <a:rPr lang="en-US"/>
              <a:pPr>
                <a:defRPr/>
              </a:pPr>
              <a:t>2</a:t>
            </a:fld>
            <a:endParaRPr lang="en-US"/>
          </a:p>
        </p:txBody>
      </p:sp>
      <p:sp>
        <p:nvSpPr>
          <p:cNvPr id="16" name="Footer Placeholder 3"/>
          <p:cNvSpPr>
            <a:spLocks noGrp="1"/>
          </p:cNvSpPr>
          <p:nvPr>
            <p:ph type="ftr" sz="quarter" idx="11"/>
          </p:nvPr>
        </p:nvSpPr>
        <p:spPr/>
        <p:txBody>
          <a:bodyPr/>
          <a:lstStyle/>
          <a:p>
            <a:pPr>
              <a:defRPr/>
            </a:pPr>
            <a:r>
              <a:rPr lang="en-US"/>
              <a:t>Internal Rate of Return</a:t>
            </a:r>
          </a:p>
        </p:txBody>
      </p:sp>
      <p:sp>
        <p:nvSpPr>
          <p:cNvPr id="167940" name="Line 4"/>
          <p:cNvSpPr>
            <a:spLocks noChangeShapeType="1"/>
          </p:cNvSpPr>
          <p:nvPr/>
        </p:nvSpPr>
        <p:spPr bwMode="auto">
          <a:xfrm>
            <a:off x="1371600" y="1524000"/>
            <a:ext cx="0" cy="411480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sz="1800">
              <a:latin typeface="Calibri"/>
              <a:cs typeface="+mn-cs"/>
            </a:endParaRPr>
          </a:p>
        </p:txBody>
      </p:sp>
      <p:sp>
        <p:nvSpPr>
          <p:cNvPr id="167941" name="Text Box 5"/>
          <p:cNvSpPr txBox="1">
            <a:spLocks noChangeArrowheads="1"/>
          </p:cNvSpPr>
          <p:nvPr/>
        </p:nvSpPr>
        <p:spPr bwMode="auto">
          <a:xfrm>
            <a:off x="2667000" y="5715000"/>
            <a:ext cx="24384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defRPr/>
            </a:pPr>
            <a:r>
              <a:rPr lang="en-US" sz="2000">
                <a:latin typeface="Times New Roman" charset="0"/>
                <a:cs typeface="+mn-cs"/>
              </a:rPr>
              <a:t>          100        114.29 </a:t>
            </a:r>
            <a:endParaRPr lang="en-US">
              <a:latin typeface="Times New Roman" charset="0"/>
              <a:cs typeface="+mn-cs"/>
            </a:endParaRPr>
          </a:p>
        </p:txBody>
      </p:sp>
      <p:sp>
        <p:nvSpPr>
          <p:cNvPr id="167942" name="Text Box 6"/>
          <p:cNvSpPr txBox="1">
            <a:spLocks noChangeArrowheads="1"/>
          </p:cNvSpPr>
          <p:nvPr/>
        </p:nvSpPr>
        <p:spPr bwMode="auto">
          <a:xfrm>
            <a:off x="5410200" y="5622925"/>
            <a:ext cx="15240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defRPr/>
            </a:pPr>
            <a:r>
              <a:rPr lang="en-US" sz="2000" b="1">
                <a:latin typeface="Times New Roman" charset="0"/>
                <a:cs typeface="+mn-cs"/>
              </a:rPr>
              <a:t>Dollars T</a:t>
            </a:r>
            <a:r>
              <a:rPr lang="en-US" sz="2000" b="1" baseline="-25000">
                <a:latin typeface="Times New Roman" charset="0"/>
                <a:cs typeface="+mn-cs"/>
              </a:rPr>
              <a:t>0</a:t>
            </a:r>
            <a:endParaRPr lang="en-US" b="1">
              <a:latin typeface="Times New Roman" charset="0"/>
              <a:cs typeface="+mn-cs"/>
            </a:endParaRPr>
          </a:p>
        </p:txBody>
      </p:sp>
      <p:sp>
        <p:nvSpPr>
          <p:cNvPr id="167943" name="Text Box 7"/>
          <p:cNvSpPr txBox="1">
            <a:spLocks noChangeArrowheads="1"/>
          </p:cNvSpPr>
          <p:nvPr/>
        </p:nvSpPr>
        <p:spPr bwMode="auto">
          <a:xfrm>
            <a:off x="152400" y="1447800"/>
            <a:ext cx="1828800" cy="22256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defRPr/>
            </a:pPr>
            <a:r>
              <a:rPr lang="en-US" sz="2000" b="1" dirty="0">
                <a:latin typeface="Times New Roman" charset="0"/>
                <a:cs typeface="+mn-cs"/>
              </a:rPr>
              <a:t>Dollars T</a:t>
            </a:r>
            <a:r>
              <a:rPr lang="en-US" sz="2000" b="1" baseline="-25000" dirty="0">
                <a:latin typeface="Times New Roman" charset="0"/>
                <a:cs typeface="+mn-cs"/>
              </a:rPr>
              <a:t>1</a:t>
            </a:r>
            <a:endParaRPr lang="en-US" sz="2000" dirty="0">
              <a:latin typeface="Times New Roman" charset="0"/>
              <a:cs typeface="+mn-cs"/>
            </a:endParaRPr>
          </a:p>
          <a:p>
            <a:pPr eaLnBrk="0" hangingPunct="0">
              <a:spcBef>
                <a:spcPct val="50000"/>
              </a:spcBef>
              <a:defRPr/>
            </a:pPr>
            <a:endParaRPr lang="en-US" sz="2000" dirty="0">
              <a:latin typeface="Times New Roman" charset="0"/>
              <a:cs typeface="+mn-cs"/>
            </a:endParaRPr>
          </a:p>
          <a:p>
            <a:pPr eaLnBrk="0" hangingPunct="0">
              <a:spcBef>
                <a:spcPct val="50000"/>
              </a:spcBef>
              <a:defRPr/>
            </a:pPr>
            <a:r>
              <a:rPr lang="en-US" sz="2000" dirty="0">
                <a:latin typeface="Times New Roman" charset="0"/>
                <a:cs typeface="+mn-cs"/>
              </a:rPr>
              <a:t>         120</a:t>
            </a:r>
          </a:p>
          <a:p>
            <a:pPr eaLnBrk="0" hangingPunct="0">
              <a:spcBef>
                <a:spcPct val="50000"/>
              </a:spcBef>
              <a:defRPr/>
            </a:pPr>
            <a:endParaRPr lang="en-US" sz="2000" dirty="0">
              <a:latin typeface="Times New Roman" charset="0"/>
              <a:cs typeface="+mn-cs"/>
            </a:endParaRPr>
          </a:p>
          <a:p>
            <a:pPr eaLnBrk="0" hangingPunct="0">
              <a:spcBef>
                <a:spcPct val="50000"/>
              </a:spcBef>
              <a:defRPr/>
            </a:pPr>
            <a:r>
              <a:rPr lang="en-US" sz="2000" dirty="0">
                <a:latin typeface="Times New Roman" charset="0"/>
                <a:cs typeface="+mn-cs"/>
              </a:rPr>
              <a:t>         105</a:t>
            </a:r>
          </a:p>
        </p:txBody>
      </p:sp>
      <p:sp>
        <p:nvSpPr>
          <p:cNvPr id="167944" name="Line 8"/>
          <p:cNvSpPr>
            <a:spLocks noChangeShapeType="1"/>
          </p:cNvSpPr>
          <p:nvPr/>
        </p:nvSpPr>
        <p:spPr bwMode="auto">
          <a:xfrm>
            <a:off x="1371600" y="3429000"/>
            <a:ext cx="2209800" cy="2209800"/>
          </a:xfrm>
          <a:prstGeom prst="line">
            <a:avLst/>
          </a:prstGeom>
          <a:noFill/>
          <a:ln w="38100">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sz="1800">
              <a:latin typeface="Calibri"/>
              <a:cs typeface="+mn-cs"/>
            </a:endParaRPr>
          </a:p>
        </p:txBody>
      </p:sp>
      <p:sp>
        <p:nvSpPr>
          <p:cNvPr id="167945" name="Line 9"/>
          <p:cNvSpPr>
            <a:spLocks noChangeShapeType="1"/>
          </p:cNvSpPr>
          <p:nvPr/>
        </p:nvSpPr>
        <p:spPr bwMode="auto">
          <a:xfrm>
            <a:off x="1371600" y="2667000"/>
            <a:ext cx="2971800" cy="2971800"/>
          </a:xfrm>
          <a:prstGeom prst="line">
            <a:avLst/>
          </a:prstGeom>
          <a:noFill/>
          <a:ln w="38100">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sz="1800">
              <a:latin typeface="Calibri"/>
              <a:cs typeface="+mn-cs"/>
            </a:endParaRPr>
          </a:p>
        </p:txBody>
      </p:sp>
      <p:sp>
        <p:nvSpPr>
          <p:cNvPr id="167946" name="Line 10"/>
          <p:cNvSpPr>
            <a:spLocks noChangeShapeType="1"/>
          </p:cNvSpPr>
          <p:nvPr/>
        </p:nvSpPr>
        <p:spPr bwMode="auto">
          <a:xfrm flipH="1" flipV="1">
            <a:off x="1447800" y="2819400"/>
            <a:ext cx="2133600" cy="2819400"/>
          </a:xfrm>
          <a:prstGeom prst="line">
            <a:avLst/>
          </a:prstGeom>
          <a:noFill/>
          <a:ln w="19050">
            <a:solidFill>
              <a:srgbClr val="FF33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sz="1800">
              <a:latin typeface="Calibri"/>
              <a:cs typeface="+mn-cs"/>
            </a:endParaRPr>
          </a:p>
        </p:txBody>
      </p:sp>
      <p:sp>
        <p:nvSpPr>
          <p:cNvPr id="167947" name="Text Box 11"/>
          <p:cNvSpPr txBox="1">
            <a:spLocks noChangeArrowheads="1"/>
          </p:cNvSpPr>
          <p:nvPr/>
        </p:nvSpPr>
        <p:spPr bwMode="auto">
          <a:xfrm>
            <a:off x="2133600" y="1524000"/>
            <a:ext cx="2590800" cy="1016000"/>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defRPr/>
            </a:pPr>
            <a:r>
              <a:rPr lang="en-US" sz="2000">
                <a:latin typeface="Times New Roman" charset="0"/>
                <a:cs typeface="+mn-cs"/>
              </a:rPr>
              <a:t>Invest $100 now and consume $120 next year.</a:t>
            </a:r>
            <a:endParaRPr lang="en-US">
              <a:latin typeface="Times New Roman" charset="0"/>
              <a:cs typeface="+mn-cs"/>
            </a:endParaRPr>
          </a:p>
        </p:txBody>
      </p:sp>
      <p:sp>
        <p:nvSpPr>
          <p:cNvPr id="167948" name="Text Box 12"/>
          <p:cNvSpPr txBox="1">
            <a:spLocks noChangeArrowheads="1"/>
          </p:cNvSpPr>
          <p:nvPr/>
        </p:nvSpPr>
        <p:spPr bwMode="auto">
          <a:xfrm>
            <a:off x="5181600" y="4114800"/>
            <a:ext cx="2590800" cy="1016000"/>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defRPr/>
            </a:pPr>
            <a:r>
              <a:rPr lang="en-US" sz="2000">
                <a:latin typeface="Times New Roman" charset="0"/>
                <a:cs typeface="+mn-cs"/>
              </a:rPr>
              <a:t>Invest $100 now, borrow $114.29 and consume now.</a:t>
            </a:r>
            <a:endParaRPr lang="en-US">
              <a:latin typeface="Times New Roman" charset="0"/>
              <a:cs typeface="+mn-cs"/>
            </a:endParaRPr>
          </a:p>
        </p:txBody>
      </p:sp>
      <p:sp>
        <p:nvSpPr>
          <p:cNvPr id="167949" name="Line 13"/>
          <p:cNvSpPr>
            <a:spLocks noChangeShapeType="1"/>
          </p:cNvSpPr>
          <p:nvPr/>
        </p:nvSpPr>
        <p:spPr bwMode="auto">
          <a:xfrm flipH="1">
            <a:off x="4343400" y="4724400"/>
            <a:ext cx="838200" cy="8382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sz="1800">
              <a:latin typeface="Calibri"/>
              <a:cs typeface="+mn-cs"/>
            </a:endParaRPr>
          </a:p>
        </p:txBody>
      </p:sp>
      <p:sp>
        <p:nvSpPr>
          <p:cNvPr id="167950" name="Line 14"/>
          <p:cNvSpPr>
            <a:spLocks noChangeShapeType="1"/>
          </p:cNvSpPr>
          <p:nvPr/>
        </p:nvSpPr>
        <p:spPr bwMode="auto">
          <a:xfrm flipH="1">
            <a:off x="1447800" y="1905000"/>
            <a:ext cx="609600" cy="6858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sz="1800">
              <a:latin typeface="Calibri"/>
              <a:cs typeface="+mn-cs"/>
            </a:endParaRPr>
          </a:p>
        </p:txBody>
      </p:sp>
      <p:sp>
        <p:nvSpPr>
          <p:cNvPr id="167951" name="Line 15"/>
          <p:cNvSpPr>
            <a:spLocks noChangeShapeType="1"/>
          </p:cNvSpPr>
          <p:nvPr/>
        </p:nvSpPr>
        <p:spPr bwMode="auto">
          <a:xfrm>
            <a:off x="1371600" y="5638800"/>
            <a:ext cx="5257800"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sz="1800">
              <a:latin typeface="Calibri"/>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300156" presetClass="entr" presetSubtype="810249212" fill="hold" grpId="0" nodeType="clickEffect">
                                  <p:stCondLst>
                                    <p:cond delay="0"/>
                                  </p:stCondLst>
                                  <p:childTnLst>
                                    <p:set>
                                      <p:cBhvr>
                                        <p:cTn id="6" dur="1" fill="hold">
                                          <p:stCondLst>
                                            <p:cond delay="499"/>
                                          </p:stCondLst>
                                        </p:cTn>
                                        <p:tgtEl>
                                          <p:spTgt spid="16793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9"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3"/>
          <p:cNvGraphicFramePr>
            <a:graphicFrameLocks noGrp="1" noChangeAspect="1"/>
          </p:cNvGraphicFramePr>
          <p:nvPr>
            <p:ph idx="1"/>
            <p:extLst>
              <p:ext uri="{D42A27DB-BD31-4B8C-83A1-F6EECF244321}">
                <p14:modId xmlns:p14="http://schemas.microsoft.com/office/powerpoint/2010/main" val="3309371530"/>
              </p:ext>
            </p:extLst>
          </p:nvPr>
        </p:nvGraphicFramePr>
        <p:xfrm>
          <a:off x="384175" y="533400"/>
          <a:ext cx="8458200" cy="5811838"/>
        </p:xfrm>
        <a:graphic>
          <a:graphicData uri="http://schemas.openxmlformats.org/drawingml/2006/chart">
            <c:chart xmlns:c="http://schemas.openxmlformats.org/drawingml/2006/chart" xmlns:r="http://schemas.openxmlformats.org/officeDocument/2006/relationships" r:id="rId3"/>
          </a:graphicData>
        </a:graphic>
      </p:graphicFrame>
      <p:sp>
        <p:nvSpPr>
          <p:cNvPr id="155650" name="Rectangle 2"/>
          <p:cNvSpPr>
            <a:spLocks noGrp="1" noChangeArrowheads="1"/>
          </p:cNvSpPr>
          <p:nvPr>
            <p:ph type="title"/>
          </p:nvPr>
        </p:nvSpPr>
        <p:spPr/>
        <p:txBody>
          <a:bodyPr/>
          <a:lstStyle/>
          <a:p>
            <a:pPr eaLnBrk="1" hangingPunct="1">
              <a:defRPr/>
            </a:pPr>
            <a:r>
              <a:rPr lang="en-US" b="1">
                <a:cs typeface="+mj-cs"/>
              </a:rPr>
              <a:t>Capital Budgeting Tools</a:t>
            </a:r>
          </a:p>
        </p:txBody>
      </p:sp>
      <p:sp>
        <p:nvSpPr>
          <p:cNvPr id="6" name="Slide Number Placeholder 4"/>
          <p:cNvSpPr>
            <a:spLocks noGrp="1"/>
          </p:cNvSpPr>
          <p:nvPr>
            <p:ph type="sldNum" sz="quarter" idx="10"/>
          </p:nvPr>
        </p:nvSpPr>
        <p:spPr/>
        <p:txBody>
          <a:bodyPr/>
          <a:lstStyle/>
          <a:p>
            <a:pPr>
              <a:defRPr/>
            </a:pPr>
            <a:fld id="{B8D39C66-675F-0C49-A842-2E05DF6DD09F}" type="slidenum">
              <a:rPr lang="en-US"/>
              <a:pPr>
                <a:defRPr/>
              </a:pPr>
              <a:t>3</a:t>
            </a:fld>
            <a:endParaRPr lang="en-US"/>
          </a:p>
        </p:txBody>
      </p:sp>
      <p:sp>
        <p:nvSpPr>
          <p:cNvPr id="5" name="Footer Placeholder 3"/>
          <p:cNvSpPr>
            <a:spLocks noGrp="1"/>
          </p:cNvSpPr>
          <p:nvPr>
            <p:ph type="ftr" sz="quarter" idx="11"/>
          </p:nvPr>
        </p:nvSpPr>
        <p:spPr/>
        <p:txBody>
          <a:bodyPr/>
          <a:lstStyle/>
          <a:p>
            <a:pPr>
              <a:defRPr/>
            </a:pPr>
            <a:r>
              <a:rPr lang="en-US"/>
              <a:t>Internal Rate of Return</a:t>
            </a:r>
          </a:p>
        </p:txBody>
      </p:sp>
      <p:sp>
        <p:nvSpPr>
          <p:cNvPr id="155652" name="Text Box 4"/>
          <p:cNvSpPr txBox="1">
            <a:spLocks noChangeArrowheads="1"/>
          </p:cNvSpPr>
          <p:nvPr/>
        </p:nvSpPr>
        <p:spPr bwMode="auto">
          <a:xfrm>
            <a:off x="1981200" y="5975906"/>
            <a:ext cx="5943600"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spcBef>
                <a:spcPct val="50000"/>
              </a:spcBef>
              <a:defRPr/>
            </a:pPr>
            <a:r>
              <a:rPr lang="en-US" sz="900" b="1" dirty="0">
                <a:latin typeface="Calibri"/>
                <a:cs typeface="+mn-cs"/>
              </a:rPr>
              <a:t>SOURCE: Graham and Harvey, </a:t>
            </a:r>
            <a:r>
              <a:rPr lang="ja-JP" altLang="en-US" sz="900" b="1" dirty="0">
                <a:latin typeface="Calibri"/>
                <a:cs typeface="+mn-cs"/>
              </a:rPr>
              <a:t>“</a:t>
            </a:r>
            <a:r>
              <a:rPr lang="en-US" sz="900" b="1" dirty="0">
                <a:latin typeface="Calibri"/>
                <a:cs typeface="+mn-cs"/>
              </a:rPr>
              <a:t>The Theory and Practice of Finance: Evidence from the Field,</a:t>
            </a:r>
            <a:r>
              <a:rPr lang="ja-JP" altLang="en-US" sz="900" b="1" dirty="0">
                <a:latin typeface="Calibri"/>
                <a:cs typeface="+mn-cs"/>
              </a:rPr>
              <a:t>”</a:t>
            </a:r>
            <a:r>
              <a:rPr lang="en-US" sz="900" b="1" dirty="0">
                <a:latin typeface="Calibri"/>
                <a:cs typeface="+mn-cs"/>
              </a:rPr>
              <a:t> Journal of Financial Economics 61 (2001), pp. 187-243.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E1F31959-C475-AB7F-99AD-A60FB912A98B}"/>
              </a:ext>
            </a:extLst>
          </p:cNvPr>
          <p:cNvPicPr>
            <a:picLocks noGrp="1" noChangeAspect="1"/>
          </p:cNvPicPr>
          <p:nvPr>
            <p:ph idx="1"/>
          </p:nvPr>
        </p:nvPicPr>
        <p:blipFill>
          <a:blip r:embed="rId2"/>
          <a:stretch>
            <a:fillRect/>
          </a:stretch>
        </p:blipFill>
        <p:spPr>
          <a:xfrm>
            <a:off x="235860" y="533400"/>
            <a:ext cx="8458200" cy="5811838"/>
          </a:xfrm>
        </p:spPr>
      </p:pic>
      <p:sp>
        <p:nvSpPr>
          <p:cNvPr id="3" name="Title 2">
            <a:extLst>
              <a:ext uri="{FF2B5EF4-FFF2-40B4-BE49-F238E27FC236}">
                <a16:creationId xmlns:a16="http://schemas.microsoft.com/office/drawing/2014/main" id="{5504CD77-9909-124E-CCA4-4EB6EB3C29FF}"/>
              </a:ext>
            </a:extLst>
          </p:cNvPr>
          <p:cNvSpPr>
            <a:spLocks noGrp="1"/>
          </p:cNvSpPr>
          <p:nvPr>
            <p:ph type="title"/>
          </p:nvPr>
        </p:nvSpPr>
        <p:spPr/>
        <p:txBody>
          <a:bodyPr/>
          <a:lstStyle/>
          <a:p>
            <a:r>
              <a:rPr lang="en-US" dirty="0"/>
              <a:t>Capital Budgeting Tools</a:t>
            </a:r>
          </a:p>
        </p:txBody>
      </p:sp>
      <p:sp>
        <p:nvSpPr>
          <p:cNvPr id="4" name="Slide Number Placeholder 3">
            <a:extLst>
              <a:ext uri="{FF2B5EF4-FFF2-40B4-BE49-F238E27FC236}">
                <a16:creationId xmlns:a16="http://schemas.microsoft.com/office/drawing/2014/main" id="{B8210FEC-5732-9E41-8EFB-2CA18EB785B9}"/>
              </a:ext>
            </a:extLst>
          </p:cNvPr>
          <p:cNvSpPr>
            <a:spLocks noGrp="1"/>
          </p:cNvSpPr>
          <p:nvPr>
            <p:ph type="sldNum" sz="quarter" idx="10"/>
          </p:nvPr>
        </p:nvSpPr>
        <p:spPr/>
        <p:txBody>
          <a:bodyPr/>
          <a:lstStyle/>
          <a:p>
            <a:fld id="{7B3E355C-57B9-BC4B-95D8-406A1F834537}" type="slidenum">
              <a:rPr lang="en-US" altLang="en-US" smtClean="0"/>
              <a:pPr/>
              <a:t>4</a:t>
            </a:fld>
            <a:endParaRPr lang="en-US" altLang="en-US" dirty="0"/>
          </a:p>
        </p:txBody>
      </p:sp>
      <p:sp>
        <p:nvSpPr>
          <p:cNvPr id="5" name="Footer Placeholder 4">
            <a:extLst>
              <a:ext uri="{FF2B5EF4-FFF2-40B4-BE49-F238E27FC236}">
                <a16:creationId xmlns:a16="http://schemas.microsoft.com/office/drawing/2014/main" id="{6A4FEAE4-0757-037A-219E-9BA0693645AA}"/>
              </a:ext>
            </a:extLst>
          </p:cNvPr>
          <p:cNvSpPr>
            <a:spLocks noGrp="1"/>
          </p:cNvSpPr>
          <p:nvPr>
            <p:ph type="ftr" sz="quarter" idx="11"/>
          </p:nvPr>
        </p:nvSpPr>
        <p:spPr/>
        <p:txBody>
          <a:bodyPr/>
          <a:lstStyle/>
          <a:p>
            <a:pPr>
              <a:defRPr/>
            </a:pPr>
            <a:r>
              <a:rPr lang="en-US"/>
              <a:t>Internal Rate of Return</a:t>
            </a:r>
            <a:endParaRPr lang="en-US" dirty="0"/>
          </a:p>
        </p:txBody>
      </p:sp>
      <p:sp>
        <p:nvSpPr>
          <p:cNvPr id="8" name="TextBox 7">
            <a:extLst>
              <a:ext uri="{FF2B5EF4-FFF2-40B4-BE49-F238E27FC236}">
                <a16:creationId xmlns:a16="http://schemas.microsoft.com/office/drawing/2014/main" id="{2BCA5DFC-2DB5-3C7A-5C3E-50B4302EC86B}"/>
              </a:ext>
            </a:extLst>
          </p:cNvPr>
          <p:cNvSpPr txBox="1"/>
          <p:nvPr/>
        </p:nvSpPr>
        <p:spPr>
          <a:xfrm>
            <a:off x="228600" y="5979677"/>
            <a:ext cx="1319592" cy="230832"/>
          </a:xfrm>
          <a:prstGeom prst="rect">
            <a:avLst/>
          </a:prstGeom>
          <a:noFill/>
        </p:spPr>
        <p:txBody>
          <a:bodyPr wrap="none" rtlCol="0">
            <a:spAutoFit/>
          </a:bodyPr>
          <a:lstStyle/>
          <a:p>
            <a:r>
              <a:rPr lang="en-US" sz="900" dirty="0"/>
              <a:t>Source: Graham 2022</a:t>
            </a:r>
          </a:p>
        </p:txBody>
      </p:sp>
    </p:spTree>
    <p:extLst>
      <p:ext uri="{BB962C8B-B14F-4D97-AF65-F5344CB8AC3E}">
        <p14:creationId xmlns:p14="http://schemas.microsoft.com/office/powerpoint/2010/main" val="270488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Estimation Mistakes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5</a:t>
            </a:fld>
            <a:endParaRPr lang="en-US" altLang="en-US" dirty="0"/>
          </a:p>
        </p:txBody>
      </p:sp>
      <p:sp>
        <p:nvSpPr>
          <p:cNvPr id="5" name="Footer Placeholder 4"/>
          <p:cNvSpPr>
            <a:spLocks noGrp="1"/>
          </p:cNvSpPr>
          <p:nvPr>
            <p:ph type="ftr" sz="quarter" idx="11"/>
          </p:nvPr>
        </p:nvSpPr>
        <p:spPr/>
        <p:txBody>
          <a:bodyPr/>
          <a:lstStyle/>
          <a:p>
            <a:pPr>
              <a:defRPr/>
            </a:pPr>
            <a:r>
              <a:rPr lang="en-US"/>
              <a:t>Internal Rate of Return</a:t>
            </a:r>
            <a:endParaRPr lang="en-US" dirty="0"/>
          </a:p>
        </p:txBody>
      </p:sp>
      <p:cxnSp>
        <p:nvCxnSpPr>
          <p:cNvPr id="13" name="Straight Connector 12"/>
          <p:cNvCxnSpPr/>
          <p:nvPr/>
        </p:nvCxnSpPr>
        <p:spPr>
          <a:xfrm>
            <a:off x="384048" y="3733800"/>
            <a:ext cx="8458200" cy="0"/>
          </a:xfrm>
          <a:prstGeom prst="line">
            <a:avLst/>
          </a:prstGeom>
          <a:ln w="41275"/>
        </p:spPr>
        <p:style>
          <a:lnRef idx="1">
            <a:schemeClr val="accent1"/>
          </a:lnRef>
          <a:fillRef idx="0">
            <a:schemeClr val="accent1"/>
          </a:fillRef>
          <a:effectRef idx="0">
            <a:schemeClr val="accent1"/>
          </a:effectRef>
          <a:fontRef idx="minor">
            <a:schemeClr val="tx1"/>
          </a:fontRef>
        </p:style>
      </p:cxnSp>
      <p:graphicFrame>
        <p:nvGraphicFramePr>
          <p:cNvPr id="15" name="Object 14"/>
          <p:cNvGraphicFramePr>
            <a:graphicFrameLocks noChangeAspect="1"/>
          </p:cNvGraphicFramePr>
          <p:nvPr>
            <p:extLst>
              <p:ext uri="{D42A27DB-BD31-4B8C-83A1-F6EECF244321}">
                <p14:modId xmlns:p14="http://schemas.microsoft.com/office/powerpoint/2010/main" val="692622007"/>
              </p:ext>
            </p:extLst>
          </p:nvPr>
        </p:nvGraphicFramePr>
        <p:xfrm>
          <a:off x="1676400" y="4057650"/>
          <a:ext cx="5257800" cy="2019300"/>
        </p:xfrm>
        <a:graphic>
          <a:graphicData uri="http://schemas.openxmlformats.org/presentationml/2006/ole">
            <mc:AlternateContent xmlns:mc="http://schemas.openxmlformats.org/markup-compatibility/2006">
              <mc:Choice xmlns:v="urn:schemas-microsoft-com:vml" Requires="v">
                <p:oleObj name="Worksheet" r:id="rId2" imgW="3378200" imgH="2019300" progId="Excel.Sheet.12">
                  <p:embed/>
                </p:oleObj>
              </mc:Choice>
              <mc:Fallback>
                <p:oleObj name="Worksheet" r:id="rId2" imgW="3378200" imgH="2019300" progId="Excel.Sheet.12">
                  <p:embed/>
                  <p:pic>
                    <p:nvPicPr>
                      <p:cNvPr id="15" name="Object 14"/>
                      <p:cNvPicPr/>
                      <p:nvPr/>
                    </p:nvPicPr>
                    <p:blipFill>
                      <a:blip r:embed="rId3"/>
                      <a:stretch>
                        <a:fillRect/>
                      </a:stretch>
                    </p:blipFill>
                    <p:spPr>
                      <a:xfrm>
                        <a:off x="1676400" y="4057650"/>
                        <a:ext cx="5257800" cy="2019300"/>
                      </a:xfrm>
                      <a:prstGeom prst="rect">
                        <a:avLst/>
                      </a:prstGeom>
                    </p:spPr>
                  </p:pic>
                </p:oleObj>
              </mc:Fallback>
            </mc:AlternateContent>
          </a:graphicData>
        </a:graphic>
      </p:graphicFrame>
      <p:graphicFrame>
        <p:nvGraphicFramePr>
          <p:cNvPr id="20" name="Object 19"/>
          <p:cNvGraphicFramePr>
            <a:graphicFrameLocks noChangeAspect="1"/>
          </p:cNvGraphicFramePr>
          <p:nvPr>
            <p:extLst>
              <p:ext uri="{D42A27DB-BD31-4B8C-83A1-F6EECF244321}">
                <p14:modId xmlns:p14="http://schemas.microsoft.com/office/powerpoint/2010/main" val="1303783931"/>
              </p:ext>
            </p:extLst>
          </p:nvPr>
        </p:nvGraphicFramePr>
        <p:xfrm>
          <a:off x="685800" y="1003529"/>
          <a:ext cx="3378200" cy="2273300"/>
        </p:xfrm>
        <a:graphic>
          <a:graphicData uri="http://schemas.openxmlformats.org/presentationml/2006/ole">
            <mc:AlternateContent xmlns:mc="http://schemas.openxmlformats.org/markup-compatibility/2006">
              <mc:Choice xmlns:v="urn:schemas-microsoft-com:vml" Requires="v">
                <p:oleObj name="Worksheet" r:id="rId4" imgW="3378200" imgH="2273300" progId="Excel.Sheet.12">
                  <p:embed/>
                </p:oleObj>
              </mc:Choice>
              <mc:Fallback>
                <p:oleObj name="Worksheet" r:id="rId4" imgW="3378200" imgH="2273300" progId="Excel.Sheet.12">
                  <p:embed/>
                  <p:pic>
                    <p:nvPicPr>
                      <p:cNvPr id="20" name="Object 19"/>
                      <p:cNvPicPr/>
                      <p:nvPr/>
                    </p:nvPicPr>
                    <p:blipFill>
                      <a:blip r:embed="rId5"/>
                      <a:stretch>
                        <a:fillRect/>
                      </a:stretch>
                    </p:blipFill>
                    <p:spPr>
                      <a:xfrm>
                        <a:off x="685800" y="1003529"/>
                        <a:ext cx="3378200" cy="2273300"/>
                      </a:xfrm>
                      <a:prstGeom prst="rect">
                        <a:avLst/>
                      </a:prstGeom>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1632388299"/>
              </p:ext>
            </p:extLst>
          </p:nvPr>
        </p:nvGraphicFramePr>
        <p:xfrm>
          <a:off x="4625438" y="938696"/>
          <a:ext cx="3416300" cy="2273300"/>
        </p:xfrm>
        <a:graphic>
          <a:graphicData uri="http://schemas.openxmlformats.org/presentationml/2006/ole">
            <mc:AlternateContent xmlns:mc="http://schemas.openxmlformats.org/markup-compatibility/2006">
              <mc:Choice xmlns:v="urn:schemas-microsoft-com:vml" Requires="v">
                <p:oleObj name="Worksheet" r:id="rId6" imgW="3416300" imgH="2273300" progId="Excel.Sheet.12">
                  <p:embed/>
                </p:oleObj>
              </mc:Choice>
              <mc:Fallback>
                <p:oleObj name="Worksheet" r:id="rId6" imgW="3416300" imgH="2273300" progId="Excel.Sheet.12">
                  <p:embed/>
                  <p:pic>
                    <p:nvPicPr>
                      <p:cNvPr id="6" name="Object 5"/>
                      <p:cNvPicPr/>
                      <p:nvPr/>
                    </p:nvPicPr>
                    <p:blipFill>
                      <a:blip r:embed="rId7"/>
                      <a:stretch>
                        <a:fillRect/>
                      </a:stretch>
                    </p:blipFill>
                    <p:spPr>
                      <a:xfrm>
                        <a:off x="4625438" y="938696"/>
                        <a:ext cx="3416300" cy="2273300"/>
                      </a:xfrm>
                      <a:prstGeom prst="rect">
                        <a:avLst/>
                      </a:prstGeom>
                    </p:spPr>
                  </p:pic>
                </p:oleObj>
              </mc:Fallback>
            </mc:AlternateContent>
          </a:graphicData>
        </a:graphic>
      </p:graphicFrame>
    </p:spTree>
    <p:extLst>
      <p:ext uri="{BB962C8B-B14F-4D97-AF65-F5344CB8AC3E}">
        <p14:creationId xmlns:p14="http://schemas.microsoft.com/office/powerpoint/2010/main" val="1639791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7763" name="Rectangle 3"/>
          <p:cNvSpPr>
            <a:spLocks noGrp="1" noChangeArrowheads="1"/>
          </p:cNvSpPr>
          <p:nvPr>
            <p:ph idx="1"/>
          </p:nvPr>
        </p:nvSpPr>
        <p:spPr/>
        <p:txBody>
          <a:bodyPr/>
          <a:lstStyle/>
          <a:p>
            <a:pPr marL="457200" indent="-457200" eaLnBrk="1" hangingPunct="1">
              <a:lnSpc>
                <a:spcPct val="85000"/>
              </a:lnSpc>
              <a:spcBef>
                <a:spcPct val="0"/>
              </a:spcBef>
              <a:defRPr/>
            </a:pPr>
            <a:r>
              <a:rPr lang="en-US" sz="2400" b="1" dirty="0">
                <a:solidFill>
                  <a:srgbClr val="010004"/>
                </a:solidFill>
                <a:cs typeface="+mn-cs"/>
              </a:rPr>
              <a:t>IRR:  Discount rate that sets the NPV to zero</a:t>
            </a:r>
            <a:r>
              <a:rPr lang="en-US" sz="2400" dirty="0">
                <a:solidFill>
                  <a:srgbClr val="010004"/>
                </a:solidFill>
                <a:cs typeface="+mn-cs"/>
              </a:rPr>
              <a:t> </a:t>
            </a:r>
          </a:p>
          <a:p>
            <a:pPr marL="457200" indent="-457200" eaLnBrk="1" hangingPunct="1">
              <a:lnSpc>
                <a:spcPct val="85000"/>
              </a:lnSpc>
              <a:spcBef>
                <a:spcPct val="0"/>
              </a:spcBef>
              <a:defRPr/>
            </a:pPr>
            <a:endParaRPr lang="en-US" sz="2400" dirty="0">
              <a:solidFill>
                <a:srgbClr val="010004"/>
              </a:solidFill>
              <a:cs typeface="+mn-cs"/>
            </a:endParaRPr>
          </a:p>
          <a:p>
            <a:pPr marL="457200" indent="-457200" eaLnBrk="1" hangingPunct="1">
              <a:lnSpc>
                <a:spcPct val="85000"/>
              </a:lnSpc>
              <a:spcBef>
                <a:spcPct val="0"/>
              </a:spcBef>
              <a:defRPr/>
            </a:pPr>
            <a:endParaRPr lang="en-US" sz="2400" dirty="0">
              <a:solidFill>
                <a:srgbClr val="010004"/>
              </a:solidFill>
              <a:cs typeface="+mn-cs"/>
            </a:endParaRPr>
          </a:p>
          <a:p>
            <a:pPr marL="457200" indent="-457200" eaLnBrk="1" hangingPunct="1">
              <a:lnSpc>
                <a:spcPct val="85000"/>
              </a:lnSpc>
              <a:spcBef>
                <a:spcPct val="0"/>
              </a:spcBef>
              <a:defRPr/>
            </a:pPr>
            <a:endParaRPr lang="en-US" sz="2400" dirty="0">
              <a:solidFill>
                <a:srgbClr val="010004"/>
              </a:solidFill>
              <a:cs typeface="+mn-cs"/>
            </a:endParaRPr>
          </a:p>
          <a:p>
            <a:pPr marL="457200" indent="-457200" eaLnBrk="1" hangingPunct="1">
              <a:lnSpc>
                <a:spcPct val="85000"/>
              </a:lnSpc>
              <a:spcBef>
                <a:spcPct val="0"/>
              </a:spcBef>
              <a:defRPr/>
            </a:pPr>
            <a:endParaRPr lang="en-US" sz="2400" dirty="0">
              <a:solidFill>
                <a:srgbClr val="010004"/>
              </a:solidFill>
              <a:cs typeface="+mn-cs"/>
            </a:endParaRPr>
          </a:p>
          <a:p>
            <a:pPr marL="457200" indent="-457200" eaLnBrk="1" hangingPunct="1">
              <a:lnSpc>
                <a:spcPct val="85000"/>
              </a:lnSpc>
              <a:spcBef>
                <a:spcPct val="0"/>
              </a:spcBef>
              <a:defRPr/>
            </a:pPr>
            <a:r>
              <a:rPr lang="en-US" sz="2400" dirty="0">
                <a:solidFill>
                  <a:srgbClr val="010004"/>
                </a:solidFill>
                <a:cs typeface="+mn-cs"/>
              </a:rPr>
              <a:t>Minimum Acceptance Criteria: </a:t>
            </a:r>
          </a:p>
          <a:p>
            <a:pPr marL="912813" lvl="1" indent="-285750" eaLnBrk="1" hangingPunct="1">
              <a:lnSpc>
                <a:spcPct val="85000"/>
              </a:lnSpc>
              <a:spcBef>
                <a:spcPct val="0"/>
              </a:spcBef>
              <a:defRPr/>
            </a:pPr>
            <a:r>
              <a:rPr lang="en-US" sz="2000" b="1" dirty="0">
                <a:solidFill>
                  <a:srgbClr val="010004"/>
                </a:solidFill>
              </a:rPr>
              <a:t>Accept if the IRR </a:t>
            </a:r>
            <a:r>
              <a:rPr lang="en-US" sz="2000" b="1" i="1" dirty="0">
                <a:solidFill>
                  <a:srgbClr val="010004"/>
                </a:solidFill>
              </a:rPr>
              <a:t>exceeds</a:t>
            </a:r>
            <a:r>
              <a:rPr lang="en-US" sz="2000" b="1" dirty="0">
                <a:solidFill>
                  <a:srgbClr val="010004"/>
                </a:solidFill>
              </a:rPr>
              <a:t> the required return</a:t>
            </a:r>
            <a:r>
              <a:rPr lang="en-US" sz="2000" dirty="0">
                <a:solidFill>
                  <a:srgbClr val="010004"/>
                </a:solidFill>
              </a:rPr>
              <a:t>.</a:t>
            </a:r>
          </a:p>
          <a:p>
            <a:pPr marL="457200" indent="-457200" eaLnBrk="1" hangingPunct="1">
              <a:lnSpc>
                <a:spcPct val="85000"/>
              </a:lnSpc>
              <a:spcBef>
                <a:spcPct val="0"/>
              </a:spcBef>
              <a:defRPr/>
            </a:pPr>
            <a:endParaRPr lang="en-US" sz="2400" dirty="0">
              <a:solidFill>
                <a:srgbClr val="010004"/>
              </a:solidFill>
              <a:cs typeface="+mn-cs"/>
            </a:endParaRPr>
          </a:p>
          <a:p>
            <a:pPr marL="457200" indent="-457200" eaLnBrk="1" hangingPunct="1">
              <a:lnSpc>
                <a:spcPct val="85000"/>
              </a:lnSpc>
              <a:spcBef>
                <a:spcPct val="0"/>
              </a:spcBef>
              <a:defRPr/>
            </a:pPr>
            <a:r>
              <a:rPr lang="en-US" sz="2400" dirty="0">
                <a:solidFill>
                  <a:srgbClr val="010004"/>
                </a:solidFill>
                <a:cs typeface="+mn-cs"/>
              </a:rPr>
              <a:t>Ranking Criteria: </a:t>
            </a:r>
          </a:p>
          <a:p>
            <a:pPr marL="912813" lvl="1" indent="-285750" eaLnBrk="1" hangingPunct="1">
              <a:lnSpc>
                <a:spcPct val="85000"/>
              </a:lnSpc>
              <a:spcBef>
                <a:spcPct val="0"/>
              </a:spcBef>
              <a:defRPr/>
            </a:pPr>
            <a:r>
              <a:rPr lang="en-US" sz="2000" dirty="0">
                <a:solidFill>
                  <a:srgbClr val="010004"/>
                </a:solidFill>
              </a:rPr>
              <a:t>Select alternative with the highest IRR (if investment project)</a:t>
            </a:r>
          </a:p>
          <a:p>
            <a:pPr marL="457200" indent="-457200" eaLnBrk="1" hangingPunct="1">
              <a:lnSpc>
                <a:spcPct val="85000"/>
              </a:lnSpc>
              <a:spcBef>
                <a:spcPct val="0"/>
              </a:spcBef>
              <a:defRPr/>
            </a:pPr>
            <a:endParaRPr lang="en-US" sz="2400" dirty="0">
              <a:solidFill>
                <a:srgbClr val="010004"/>
              </a:solidFill>
              <a:cs typeface="+mn-cs"/>
            </a:endParaRPr>
          </a:p>
          <a:p>
            <a:pPr marL="457200" indent="-457200" eaLnBrk="1" hangingPunct="1">
              <a:lnSpc>
                <a:spcPct val="85000"/>
              </a:lnSpc>
              <a:spcBef>
                <a:spcPct val="0"/>
              </a:spcBef>
              <a:defRPr/>
            </a:pPr>
            <a:r>
              <a:rPr lang="en-US" sz="2400" b="1" dirty="0">
                <a:solidFill>
                  <a:schemeClr val="accent1">
                    <a:lumMod val="75000"/>
                  </a:schemeClr>
                </a:solidFill>
                <a:cs typeface="+mn-cs"/>
              </a:rPr>
              <a:t>Reinvestment assumption</a:t>
            </a:r>
            <a:r>
              <a:rPr lang="en-US" sz="2400" dirty="0">
                <a:solidFill>
                  <a:srgbClr val="010004"/>
                </a:solidFill>
                <a:cs typeface="+mn-cs"/>
              </a:rPr>
              <a:t>: </a:t>
            </a:r>
          </a:p>
          <a:p>
            <a:pPr marL="912813" lvl="1" indent="-285750" eaLnBrk="1" hangingPunct="1">
              <a:lnSpc>
                <a:spcPct val="85000"/>
              </a:lnSpc>
              <a:spcBef>
                <a:spcPct val="0"/>
              </a:spcBef>
              <a:defRPr/>
            </a:pPr>
            <a:r>
              <a:rPr lang="en-US" sz="2000" dirty="0">
                <a:solidFill>
                  <a:srgbClr val="010004"/>
                </a:solidFill>
              </a:rPr>
              <a:t>All future, interim cash flows assumed reinvested at the IRR.</a:t>
            </a:r>
          </a:p>
          <a:p>
            <a:pPr marL="457200" indent="-457200" eaLnBrk="1" hangingPunct="1">
              <a:lnSpc>
                <a:spcPct val="85000"/>
              </a:lnSpc>
              <a:spcBef>
                <a:spcPct val="0"/>
              </a:spcBef>
              <a:defRPr/>
            </a:pPr>
            <a:endParaRPr lang="en-US" sz="2400" dirty="0">
              <a:solidFill>
                <a:srgbClr val="010004"/>
              </a:solidFill>
              <a:cs typeface="+mn-cs"/>
            </a:endParaRPr>
          </a:p>
          <a:p>
            <a:pPr marL="457200" indent="-457200" eaLnBrk="1" hangingPunct="1">
              <a:lnSpc>
                <a:spcPct val="85000"/>
              </a:lnSpc>
              <a:spcBef>
                <a:spcPct val="0"/>
              </a:spcBef>
              <a:defRPr/>
            </a:pPr>
            <a:r>
              <a:rPr lang="en-US" sz="2400" dirty="0">
                <a:solidFill>
                  <a:srgbClr val="010004"/>
                </a:solidFill>
                <a:cs typeface="+mn-cs"/>
              </a:rPr>
              <a:t>When referring to bonds, the IRR is called the </a:t>
            </a:r>
            <a:r>
              <a:rPr lang="en-US" sz="2400" b="1" dirty="0">
                <a:solidFill>
                  <a:srgbClr val="010004"/>
                </a:solidFill>
                <a:cs typeface="+mn-cs"/>
              </a:rPr>
              <a:t>Yield to Maturity (YTM)</a:t>
            </a:r>
          </a:p>
        </p:txBody>
      </p:sp>
      <p:sp>
        <p:nvSpPr>
          <p:cNvPr id="117762" name="Rectangle 2"/>
          <p:cNvSpPr>
            <a:spLocks noGrp="1" noChangeArrowheads="1"/>
          </p:cNvSpPr>
          <p:nvPr>
            <p:ph type="title"/>
          </p:nvPr>
        </p:nvSpPr>
        <p:spPr/>
        <p:txBody>
          <a:bodyPr/>
          <a:lstStyle/>
          <a:p>
            <a:pPr eaLnBrk="1" hangingPunct="1">
              <a:defRPr/>
            </a:pPr>
            <a:r>
              <a:rPr lang="en-US" b="1">
                <a:solidFill>
                  <a:schemeClr val="tx1"/>
                </a:solidFill>
                <a:cs typeface="+mj-cs"/>
              </a:rPr>
              <a:t>Internal Rate of Return (IRR) </a:t>
            </a:r>
          </a:p>
        </p:txBody>
      </p:sp>
      <p:sp>
        <p:nvSpPr>
          <p:cNvPr id="6" name="Slide Number Placeholder 4"/>
          <p:cNvSpPr>
            <a:spLocks noGrp="1"/>
          </p:cNvSpPr>
          <p:nvPr>
            <p:ph type="sldNum" sz="quarter" idx="10"/>
          </p:nvPr>
        </p:nvSpPr>
        <p:spPr/>
        <p:txBody>
          <a:bodyPr/>
          <a:lstStyle/>
          <a:p>
            <a:pPr>
              <a:defRPr/>
            </a:pPr>
            <a:fld id="{53921F8B-D75F-F846-A6EB-B0CC2A4DCAB6}" type="slidenum">
              <a:rPr lang="en-US"/>
              <a:pPr>
                <a:defRPr/>
              </a:pPr>
              <a:t>6</a:t>
            </a:fld>
            <a:endParaRPr lang="en-US"/>
          </a:p>
        </p:txBody>
      </p:sp>
      <p:sp>
        <p:nvSpPr>
          <p:cNvPr id="5" name="Footer Placeholder 3"/>
          <p:cNvSpPr>
            <a:spLocks noGrp="1"/>
          </p:cNvSpPr>
          <p:nvPr>
            <p:ph type="ftr" sz="quarter" idx="11"/>
          </p:nvPr>
        </p:nvSpPr>
        <p:spPr/>
        <p:txBody>
          <a:bodyPr/>
          <a:lstStyle/>
          <a:p>
            <a:pPr>
              <a:defRPr/>
            </a:pPr>
            <a:r>
              <a:rPr lang="en-US"/>
              <a:t>Internal Rate of Return</a:t>
            </a:r>
          </a:p>
        </p:txBody>
      </p:sp>
      <p:graphicFrame>
        <p:nvGraphicFramePr>
          <p:cNvPr id="117764" name="Object 4"/>
          <p:cNvGraphicFramePr>
            <a:graphicFrameLocks noChangeAspect="1"/>
          </p:cNvGraphicFramePr>
          <p:nvPr>
            <p:extLst>
              <p:ext uri="{D42A27DB-BD31-4B8C-83A1-F6EECF244321}">
                <p14:modId xmlns:p14="http://schemas.microsoft.com/office/powerpoint/2010/main" val="686177584"/>
              </p:ext>
            </p:extLst>
          </p:nvPr>
        </p:nvGraphicFramePr>
        <p:xfrm>
          <a:off x="1219200" y="1066800"/>
          <a:ext cx="5257800" cy="762000"/>
        </p:xfrm>
        <a:graphic>
          <a:graphicData uri="http://schemas.openxmlformats.org/presentationml/2006/ole">
            <mc:AlternateContent xmlns:mc="http://schemas.openxmlformats.org/markup-compatibility/2006">
              <mc:Choice xmlns:v="urn:schemas-microsoft-com:vml" Requires="v">
                <p:oleObj name="Equation" r:id="rId3" imgW="1965600" imgH="383760" progId="Equation.3">
                  <p:embed/>
                </p:oleObj>
              </mc:Choice>
              <mc:Fallback>
                <p:oleObj name="Equation" r:id="rId3" imgW="1965600" imgH="383760" progId="Equation.3">
                  <p:embed/>
                  <p:pic>
                    <p:nvPicPr>
                      <p:cNvPr id="11776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1066800"/>
                        <a:ext cx="5257800" cy="762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7" dir="2700000" algn="ctr" rotWithShape="0">
                                <a:schemeClr val="bg2">
                                  <a:alpha val="74997"/>
                                </a:schemeClr>
                              </a:outerShdw>
                            </a:effectLst>
                          </a14:hiddenEffects>
                        </a:ext>
                      </a:extLst>
                    </p:spPr>
                  </p:pic>
                </p:oleObj>
              </mc:Fallback>
            </mc:AlternateContent>
          </a:graphicData>
        </a:graphic>
      </p:graphicFrame>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7763">
                                            <p:txEl>
                                              <p:pRg st="0" end="0"/>
                                            </p:txEl>
                                          </p:spTgt>
                                        </p:tgtEl>
                                        <p:attrNameLst>
                                          <p:attrName>style.visibility</p:attrName>
                                        </p:attrNameLst>
                                      </p:cBhvr>
                                      <p:to>
                                        <p:strVal val="visible"/>
                                      </p:to>
                                    </p:set>
                                    <p:animEffect transition="in" filter="fade">
                                      <p:cBhvr>
                                        <p:cTn id="7" dur="1000"/>
                                        <p:tgtEl>
                                          <p:spTgt spid="117763">
                                            <p:txEl>
                                              <p:pRg st="0" end="0"/>
                                            </p:txEl>
                                          </p:spTgt>
                                        </p:tgtEl>
                                      </p:cBhvr>
                                    </p:animEffect>
                                    <p:anim calcmode="lin" valueType="num">
                                      <p:cBhvr>
                                        <p:cTn id="8" dur="1000" fill="hold"/>
                                        <p:tgtEl>
                                          <p:spTgt spid="11776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1776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0"/>
                                          </p:stCondLst>
                                        </p:cTn>
                                        <p:tgtEl>
                                          <p:spTgt spid="117764"/>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117763">
                                            <p:txEl>
                                              <p:pRg st="5" end="5"/>
                                            </p:txEl>
                                          </p:spTgt>
                                        </p:tgtEl>
                                        <p:attrNameLst>
                                          <p:attrName>style.visibility</p:attrName>
                                        </p:attrNameLst>
                                      </p:cBhvr>
                                      <p:to>
                                        <p:strVal val="visible"/>
                                      </p:to>
                                    </p:set>
                                    <p:animEffect transition="in" filter="fade">
                                      <p:cBhvr>
                                        <p:cTn id="18" dur="1000"/>
                                        <p:tgtEl>
                                          <p:spTgt spid="117763">
                                            <p:txEl>
                                              <p:pRg st="5" end="5"/>
                                            </p:txEl>
                                          </p:spTgt>
                                        </p:tgtEl>
                                      </p:cBhvr>
                                    </p:animEffect>
                                    <p:anim calcmode="lin" valueType="num">
                                      <p:cBhvr>
                                        <p:cTn id="19" dur="1000" fill="hold"/>
                                        <p:tgtEl>
                                          <p:spTgt spid="117763">
                                            <p:txEl>
                                              <p:pRg st="5" end="5"/>
                                            </p:txEl>
                                          </p:spTgt>
                                        </p:tgtEl>
                                        <p:attrNameLst>
                                          <p:attrName>ppt_x</p:attrName>
                                        </p:attrNameLst>
                                      </p:cBhvr>
                                      <p:tavLst>
                                        <p:tav tm="0">
                                          <p:val>
                                            <p:strVal val="#ppt_x"/>
                                          </p:val>
                                        </p:tav>
                                        <p:tav tm="100000">
                                          <p:val>
                                            <p:strVal val="#ppt_x"/>
                                          </p:val>
                                        </p:tav>
                                      </p:tavLst>
                                    </p:anim>
                                    <p:anim calcmode="lin" valueType="num">
                                      <p:cBhvr>
                                        <p:cTn id="20" dur="1000" fill="hold"/>
                                        <p:tgtEl>
                                          <p:spTgt spid="117763">
                                            <p:txEl>
                                              <p:pRg st="5" end="5"/>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117763">
                                            <p:txEl>
                                              <p:pRg st="6" end="6"/>
                                            </p:txEl>
                                          </p:spTgt>
                                        </p:tgtEl>
                                        <p:attrNameLst>
                                          <p:attrName>style.visibility</p:attrName>
                                        </p:attrNameLst>
                                      </p:cBhvr>
                                      <p:to>
                                        <p:strVal val="visible"/>
                                      </p:to>
                                    </p:set>
                                    <p:animEffect transition="in" filter="fade">
                                      <p:cBhvr>
                                        <p:cTn id="23" dur="1000"/>
                                        <p:tgtEl>
                                          <p:spTgt spid="117763">
                                            <p:txEl>
                                              <p:pRg st="6" end="6"/>
                                            </p:txEl>
                                          </p:spTgt>
                                        </p:tgtEl>
                                      </p:cBhvr>
                                    </p:animEffect>
                                    <p:anim calcmode="lin" valueType="num">
                                      <p:cBhvr>
                                        <p:cTn id="24" dur="1000" fill="hold"/>
                                        <p:tgtEl>
                                          <p:spTgt spid="117763">
                                            <p:txEl>
                                              <p:pRg st="6" end="6"/>
                                            </p:txEl>
                                          </p:spTgt>
                                        </p:tgtEl>
                                        <p:attrNameLst>
                                          <p:attrName>ppt_x</p:attrName>
                                        </p:attrNameLst>
                                      </p:cBhvr>
                                      <p:tavLst>
                                        <p:tav tm="0">
                                          <p:val>
                                            <p:strVal val="#ppt_x"/>
                                          </p:val>
                                        </p:tav>
                                        <p:tav tm="100000">
                                          <p:val>
                                            <p:strVal val="#ppt_x"/>
                                          </p:val>
                                        </p:tav>
                                      </p:tavLst>
                                    </p:anim>
                                    <p:anim calcmode="lin" valueType="num">
                                      <p:cBhvr>
                                        <p:cTn id="25" dur="1000" fill="hold"/>
                                        <p:tgtEl>
                                          <p:spTgt spid="11776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117763">
                                            <p:txEl>
                                              <p:pRg st="8" end="8"/>
                                            </p:txEl>
                                          </p:spTgt>
                                        </p:tgtEl>
                                        <p:attrNameLst>
                                          <p:attrName>style.visibility</p:attrName>
                                        </p:attrNameLst>
                                      </p:cBhvr>
                                      <p:to>
                                        <p:strVal val="visible"/>
                                      </p:to>
                                    </p:set>
                                    <p:animEffect transition="in" filter="fade">
                                      <p:cBhvr>
                                        <p:cTn id="30" dur="1000"/>
                                        <p:tgtEl>
                                          <p:spTgt spid="117763">
                                            <p:txEl>
                                              <p:pRg st="8" end="8"/>
                                            </p:txEl>
                                          </p:spTgt>
                                        </p:tgtEl>
                                      </p:cBhvr>
                                    </p:animEffect>
                                    <p:anim calcmode="lin" valueType="num">
                                      <p:cBhvr>
                                        <p:cTn id="31" dur="1000" fill="hold"/>
                                        <p:tgtEl>
                                          <p:spTgt spid="117763">
                                            <p:txEl>
                                              <p:pRg st="8" end="8"/>
                                            </p:txEl>
                                          </p:spTgt>
                                        </p:tgtEl>
                                        <p:attrNameLst>
                                          <p:attrName>ppt_x</p:attrName>
                                        </p:attrNameLst>
                                      </p:cBhvr>
                                      <p:tavLst>
                                        <p:tav tm="0">
                                          <p:val>
                                            <p:strVal val="#ppt_x"/>
                                          </p:val>
                                        </p:tav>
                                        <p:tav tm="100000">
                                          <p:val>
                                            <p:strVal val="#ppt_x"/>
                                          </p:val>
                                        </p:tav>
                                      </p:tavLst>
                                    </p:anim>
                                    <p:anim calcmode="lin" valueType="num">
                                      <p:cBhvr>
                                        <p:cTn id="32" dur="1000" fill="hold"/>
                                        <p:tgtEl>
                                          <p:spTgt spid="117763">
                                            <p:txEl>
                                              <p:pRg st="8" end="8"/>
                                            </p:txEl>
                                          </p:spTgt>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17763">
                                            <p:txEl>
                                              <p:pRg st="9" end="9"/>
                                            </p:txEl>
                                          </p:spTgt>
                                        </p:tgtEl>
                                        <p:attrNameLst>
                                          <p:attrName>style.visibility</p:attrName>
                                        </p:attrNameLst>
                                      </p:cBhvr>
                                      <p:to>
                                        <p:strVal val="visible"/>
                                      </p:to>
                                    </p:set>
                                    <p:animEffect transition="in" filter="fade">
                                      <p:cBhvr>
                                        <p:cTn id="35" dur="1000"/>
                                        <p:tgtEl>
                                          <p:spTgt spid="117763">
                                            <p:txEl>
                                              <p:pRg st="9" end="9"/>
                                            </p:txEl>
                                          </p:spTgt>
                                        </p:tgtEl>
                                      </p:cBhvr>
                                    </p:animEffect>
                                    <p:anim calcmode="lin" valueType="num">
                                      <p:cBhvr>
                                        <p:cTn id="36" dur="1000" fill="hold"/>
                                        <p:tgtEl>
                                          <p:spTgt spid="117763">
                                            <p:txEl>
                                              <p:pRg st="9" end="9"/>
                                            </p:txEl>
                                          </p:spTgt>
                                        </p:tgtEl>
                                        <p:attrNameLst>
                                          <p:attrName>ppt_x</p:attrName>
                                        </p:attrNameLst>
                                      </p:cBhvr>
                                      <p:tavLst>
                                        <p:tav tm="0">
                                          <p:val>
                                            <p:strVal val="#ppt_x"/>
                                          </p:val>
                                        </p:tav>
                                        <p:tav tm="100000">
                                          <p:val>
                                            <p:strVal val="#ppt_x"/>
                                          </p:val>
                                        </p:tav>
                                      </p:tavLst>
                                    </p:anim>
                                    <p:anim calcmode="lin" valueType="num">
                                      <p:cBhvr>
                                        <p:cTn id="37" dur="1000" fill="hold"/>
                                        <p:tgtEl>
                                          <p:spTgt spid="11776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17763">
                                            <p:txEl>
                                              <p:pRg st="11" end="11"/>
                                            </p:txEl>
                                          </p:spTgt>
                                        </p:tgtEl>
                                        <p:attrNameLst>
                                          <p:attrName>style.visibility</p:attrName>
                                        </p:attrNameLst>
                                      </p:cBhvr>
                                      <p:to>
                                        <p:strVal val="visible"/>
                                      </p:to>
                                    </p:set>
                                    <p:animEffect transition="in" filter="fade">
                                      <p:cBhvr>
                                        <p:cTn id="42" dur="1000"/>
                                        <p:tgtEl>
                                          <p:spTgt spid="117763">
                                            <p:txEl>
                                              <p:pRg st="11" end="11"/>
                                            </p:txEl>
                                          </p:spTgt>
                                        </p:tgtEl>
                                      </p:cBhvr>
                                    </p:animEffect>
                                    <p:anim calcmode="lin" valueType="num">
                                      <p:cBhvr>
                                        <p:cTn id="43" dur="1000" fill="hold"/>
                                        <p:tgtEl>
                                          <p:spTgt spid="117763">
                                            <p:txEl>
                                              <p:pRg st="11" end="11"/>
                                            </p:txEl>
                                          </p:spTgt>
                                        </p:tgtEl>
                                        <p:attrNameLst>
                                          <p:attrName>ppt_x</p:attrName>
                                        </p:attrNameLst>
                                      </p:cBhvr>
                                      <p:tavLst>
                                        <p:tav tm="0">
                                          <p:val>
                                            <p:strVal val="#ppt_x"/>
                                          </p:val>
                                        </p:tav>
                                        <p:tav tm="100000">
                                          <p:val>
                                            <p:strVal val="#ppt_x"/>
                                          </p:val>
                                        </p:tav>
                                      </p:tavLst>
                                    </p:anim>
                                    <p:anim calcmode="lin" valueType="num">
                                      <p:cBhvr>
                                        <p:cTn id="44" dur="1000" fill="hold"/>
                                        <p:tgtEl>
                                          <p:spTgt spid="117763">
                                            <p:txEl>
                                              <p:pRg st="11" end="11"/>
                                            </p:txEl>
                                          </p:spTgt>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17763">
                                            <p:txEl>
                                              <p:pRg st="12" end="12"/>
                                            </p:txEl>
                                          </p:spTgt>
                                        </p:tgtEl>
                                        <p:attrNameLst>
                                          <p:attrName>style.visibility</p:attrName>
                                        </p:attrNameLst>
                                      </p:cBhvr>
                                      <p:to>
                                        <p:strVal val="visible"/>
                                      </p:to>
                                    </p:set>
                                    <p:animEffect transition="in" filter="fade">
                                      <p:cBhvr>
                                        <p:cTn id="47" dur="1000"/>
                                        <p:tgtEl>
                                          <p:spTgt spid="117763">
                                            <p:txEl>
                                              <p:pRg st="12" end="12"/>
                                            </p:txEl>
                                          </p:spTgt>
                                        </p:tgtEl>
                                      </p:cBhvr>
                                    </p:animEffect>
                                    <p:anim calcmode="lin" valueType="num">
                                      <p:cBhvr>
                                        <p:cTn id="48" dur="1000" fill="hold"/>
                                        <p:tgtEl>
                                          <p:spTgt spid="117763">
                                            <p:txEl>
                                              <p:pRg st="12" end="12"/>
                                            </p:txEl>
                                          </p:spTgt>
                                        </p:tgtEl>
                                        <p:attrNameLst>
                                          <p:attrName>ppt_x</p:attrName>
                                        </p:attrNameLst>
                                      </p:cBhvr>
                                      <p:tavLst>
                                        <p:tav tm="0">
                                          <p:val>
                                            <p:strVal val="#ppt_x"/>
                                          </p:val>
                                        </p:tav>
                                        <p:tav tm="100000">
                                          <p:val>
                                            <p:strVal val="#ppt_x"/>
                                          </p:val>
                                        </p:tav>
                                      </p:tavLst>
                                    </p:anim>
                                    <p:anim calcmode="lin" valueType="num">
                                      <p:cBhvr>
                                        <p:cTn id="49" dur="1000" fill="hold"/>
                                        <p:tgtEl>
                                          <p:spTgt spid="117763">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117763">
                                            <p:txEl>
                                              <p:pRg st="14" end="14"/>
                                            </p:txEl>
                                          </p:spTgt>
                                        </p:tgtEl>
                                        <p:attrNameLst>
                                          <p:attrName>style.visibility</p:attrName>
                                        </p:attrNameLst>
                                      </p:cBhvr>
                                      <p:to>
                                        <p:strVal val="visible"/>
                                      </p:to>
                                    </p:set>
                                    <p:animEffect transition="in" filter="fade">
                                      <p:cBhvr>
                                        <p:cTn id="54" dur="1000"/>
                                        <p:tgtEl>
                                          <p:spTgt spid="117763">
                                            <p:txEl>
                                              <p:pRg st="14" end="14"/>
                                            </p:txEl>
                                          </p:spTgt>
                                        </p:tgtEl>
                                      </p:cBhvr>
                                    </p:animEffect>
                                    <p:anim calcmode="lin" valueType="num">
                                      <p:cBhvr>
                                        <p:cTn id="55" dur="1000" fill="hold"/>
                                        <p:tgtEl>
                                          <p:spTgt spid="117763">
                                            <p:txEl>
                                              <p:pRg st="14" end="14"/>
                                            </p:txEl>
                                          </p:spTgt>
                                        </p:tgtEl>
                                        <p:attrNameLst>
                                          <p:attrName>ppt_x</p:attrName>
                                        </p:attrNameLst>
                                      </p:cBhvr>
                                      <p:tavLst>
                                        <p:tav tm="0">
                                          <p:val>
                                            <p:strVal val="#ppt_x"/>
                                          </p:val>
                                        </p:tav>
                                        <p:tav tm="100000">
                                          <p:val>
                                            <p:strVal val="#ppt_x"/>
                                          </p:val>
                                        </p:tav>
                                      </p:tavLst>
                                    </p:anim>
                                    <p:anim calcmode="lin" valueType="num">
                                      <p:cBhvr>
                                        <p:cTn id="56" dur="1000" fill="hold"/>
                                        <p:tgtEl>
                                          <p:spTgt spid="117763">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defRPr/>
            </a:pPr>
            <a:r>
              <a:rPr lang="en-US" sz="2000" dirty="0"/>
              <a:t>Used as the standard performance measure for private equity, venture capital, real estate, and LBO investments</a:t>
            </a:r>
          </a:p>
          <a:p>
            <a:pPr>
              <a:defRPr/>
            </a:pPr>
            <a:r>
              <a:rPr lang="en-US" sz="2000" dirty="0"/>
              <a:t>Used to determine compensation of investment managers</a:t>
            </a:r>
          </a:p>
          <a:p>
            <a:pPr>
              <a:defRPr/>
            </a:pPr>
            <a:r>
              <a:rPr lang="en-US" sz="2000" dirty="0"/>
              <a:t>Used to measure and determine cash flows and returns to investors from investments</a:t>
            </a:r>
          </a:p>
          <a:p>
            <a:pPr>
              <a:defRPr/>
            </a:pPr>
            <a:endParaRPr lang="en-US" dirty="0"/>
          </a:p>
        </p:txBody>
      </p:sp>
      <p:sp>
        <p:nvSpPr>
          <p:cNvPr id="2" name="Title 1"/>
          <p:cNvSpPr>
            <a:spLocks noGrp="1"/>
          </p:cNvSpPr>
          <p:nvPr>
            <p:ph type="title"/>
          </p:nvPr>
        </p:nvSpPr>
        <p:spPr/>
        <p:txBody>
          <a:bodyPr/>
          <a:lstStyle/>
          <a:p>
            <a:pPr>
              <a:defRPr/>
            </a:pPr>
            <a:r>
              <a:rPr lang="en-US" b="1" dirty="0"/>
              <a:t>IRR</a:t>
            </a:r>
          </a:p>
        </p:txBody>
      </p:sp>
      <p:sp>
        <p:nvSpPr>
          <p:cNvPr id="5" name="Slide Number Placeholder 4"/>
          <p:cNvSpPr>
            <a:spLocks noGrp="1"/>
          </p:cNvSpPr>
          <p:nvPr>
            <p:ph type="sldNum" sz="quarter" idx="10"/>
          </p:nvPr>
        </p:nvSpPr>
        <p:spPr/>
        <p:txBody>
          <a:bodyPr/>
          <a:lstStyle/>
          <a:p>
            <a:pPr>
              <a:defRPr/>
            </a:pPr>
            <a:fld id="{6D638918-3C3F-0A48-B649-03095B9A0563}" type="slidenum">
              <a:rPr lang="en-US" smtClean="0"/>
              <a:pPr>
                <a:defRPr/>
              </a:pPr>
              <a:t>7</a:t>
            </a:fld>
            <a:endParaRPr lang="en-US"/>
          </a:p>
        </p:txBody>
      </p:sp>
      <p:sp>
        <p:nvSpPr>
          <p:cNvPr id="4" name="Footer Placeholder 3"/>
          <p:cNvSpPr>
            <a:spLocks noGrp="1"/>
          </p:cNvSpPr>
          <p:nvPr>
            <p:ph type="ftr" sz="quarter" idx="11"/>
          </p:nvPr>
        </p:nvSpPr>
        <p:spPr/>
        <p:txBody>
          <a:bodyPr/>
          <a:lstStyle/>
          <a:p>
            <a:pPr>
              <a:defRPr/>
            </a:pPr>
            <a:r>
              <a:rPr lang="en-US"/>
              <a:t>Internal Rate of Return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4048" y="513806"/>
            <a:ext cx="8458200" cy="5658393"/>
          </a:xfrm>
        </p:spPr>
        <p:txBody>
          <a:bodyPr>
            <a:normAutofit lnSpcReduction="10000"/>
          </a:bodyPr>
          <a:lstStyle/>
          <a:p>
            <a:pPr marL="0" indent="0" algn="just">
              <a:buNone/>
            </a:pPr>
            <a:r>
              <a:rPr lang="en-US" sz="1750" b="1" dirty="0"/>
              <a:t>Performance Measurement for Private Equity Vehicles. </a:t>
            </a:r>
            <a:r>
              <a:rPr lang="en-US" sz="1750" i="1" dirty="0"/>
              <a:t> </a:t>
            </a:r>
            <a:r>
              <a:rPr lang="en-US" sz="1750" dirty="0"/>
              <a:t> </a:t>
            </a:r>
            <a:r>
              <a:rPr lang="en-US" sz="1750" i="1" dirty="0"/>
              <a:t>Traditional approaches to the presentation of performance, such as average annual total return, have limitations when applied to private equity. </a:t>
            </a:r>
            <a:r>
              <a:rPr lang="en-US" sz="1750" dirty="0"/>
              <a:t> The Adviser believes that reviewing the performance of a pool of private equity investments over a period of time that more closely equates to the long term cycle of private equity investments is a more effective measure of historic investment returns.  </a:t>
            </a:r>
            <a:r>
              <a:rPr lang="en-US" sz="1750" i="1" dirty="0"/>
              <a:t>Unlike mutual funds or private investment funds that invest primarily in the public securities markets ( e.g. , hedge funds), performance of private equity funds generally is not measured on the basis of annual total return calculations.  </a:t>
            </a:r>
            <a:r>
              <a:rPr lang="en-US" sz="1750" b="1" i="1" dirty="0"/>
              <a:t>Rather, most private equity funds use the “internal rate of return” or “IRR” as a measure of fund performance. </a:t>
            </a:r>
            <a:r>
              <a:rPr lang="en-US" sz="1750" b="1" dirty="0"/>
              <a:t> </a:t>
            </a:r>
            <a:r>
              <a:rPr lang="en-US" sz="1750" dirty="0"/>
              <a:t>This is because most private equity funds invest capital over several years by calling capital from investors, and make distributions to investors periodically, generally in connection with realization of one or more underlying investments.  Therefore, </a:t>
            </a:r>
            <a:r>
              <a:rPr lang="en-US" sz="1750" b="1" dirty="0"/>
              <a:t>the timing and amount of cash flows are more significant in measuring the performance of a private equity fund </a:t>
            </a:r>
            <a:r>
              <a:rPr lang="en-US" sz="1750" dirty="0"/>
              <a:t>because, unlike most mutual funds or hedge funds, the timing and amount of cash flows to and from a private equity fund generally are determined by the fund’s investment manager or affiliated general partner, rather than the investor.  </a:t>
            </a:r>
            <a:r>
              <a:rPr lang="en-US" sz="1750" b="1" dirty="0">
                <a:solidFill>
                  <a:schemeClr val="accent1">
                    <a:lumMod val="75000"/>
                  </a:schemeClr>
                </a:solidFill>
              </a:rPr>
              <a:t>IRR is a measurement of the average annual return earned on an investment since the investment’s inception</a:t>
            </a:r>
            <a:r>
              <a:rPr lang="en-US" sz="1750" dirty="0"/>
              <a:t>.  More specifically, </a:t>
            </a:r>
            <a:r>
              <a:rPr lang="en-US" sz="1750" b="1" dirty="0"/>
              <a:t>IRR measures the internal rate of return on the present value of all capital called from investors, by calculating a rate of return on such capital contributions based on (</a:t>
            </a:r>
            <a:r>
              <a:rPr lang="en-US" sz="1750" b="1" dirty="0" err="1"/>
              <a:t>i</a:t>
            </a:r>
            <a:r>
              <a:rPr lang="en-US" sz="1750" b="1" dirty="0"/>
              <a:t>) all distributions made to investors and (ii) the value of residual unrealized investments in the applicable fund’s portfolio.  The “net” IRR takes into account the management fees, expenses and carried interest paid by the applicable private equity fund-of-funds vehicle.</a:t>
            </a:r>
          </a:p>
        </p:txBody>
      </p:sp>
      <p:sp>
        <p:nvSpPr>
          <p:cNvPr id="7" name="Title 6"/>
          <p:cNvSpPr>
            <a:spLocks noGrp="1"/>
          </p:cNvSpPr>
          <p:nvPr>
            <p:ph type="title"/>
          </p:nvPr>
        </p:nvSpPr>
        <p:spPr/>
        <p:txBody>
          <a:bodyPr/>
          <a:lstStyle/>
          <a:p>
            <a:r>
              <a:rPr lang="en-US" dirty="0"/>
              <a:t>IRR:  Private Equity</a:t>
            </a:r>
          </a:p>
        </p:txBody>
      </p:sp>
      <p:sp>
        <p:nvSpPr>
          <p:cNvPr id="5" name="Slide Number Placeholder 4"/>
          <p:cNvSpPr>
            <a:spLocks noGrp="1"/>
          </p:cNvSpPr>
          <p:nvPr>
            <p:ph type="sldNum" sz="quarter" idx="10"/>
          </p:nvPr>
        </p:nvSpPr>
        <p:spPr/>
        <p:txBody>
          <a:bodyPr/>
          <a:lstStyle/>
          <a:p>
            <a:pPr>
              <a:defRPr/>
            </a:pPr>
            <a:fld id="{53C6635A-34F3-A644-864C-965AFE2D12DE}" type="slidenum">
              <a:rPr lang="en-US" smtClean="0"/>
              <a:pPr>
                <a:defRPr/>
              </a:pPr>
              <a:t>8</a:t>
            </a:fld>
            <a:endParaRPr lang="en-US"/>
          </a:p>
        </p:txBody>
      </p:sp>
      <p:sp>
        <p:nvSpPr>
          <p:cNvPr id="4" name="Footer Placeholder 3"/>
          <p:cNvSpPr>
            <a:spLocks noGrp="1"/>
          </p:cNvSpPr>
          <p:nvPr>
            <p:ph type="ftr" sz="quarter" idx="11"/>
          </p:nvPr>
        </p:nvSpPr>
        <p:spPr/>
        <p:txBody>
          <a:bodyPr/>
          <a:lstStyle/>
          <a:p>
            <a:pPr>
              <a:defRPr/>
            </a:pPr>
            <a:r>
              <a:rPr lang="en-US"/>
              <a:t>Internal Rate of Return</a:t>
            </a:r>
          </a:p>
        </p:txBody>
      </p:sp>
      <p:sp>
        <p:nvSpPr>
          <p:cNvPr id="6" name="TextBox 5"/>
          <p:cNvSpPr txBox="1"/>
          <p:nvPr/>
        </p:nvSpPr>
        <p:spPr>
          <a:xfrm>
            <a:off x="2456677" y="6240274"/>
            <a:ext cx="4230645" cy="230832"/>
          </a:xfrm>
          <a:prstGeom prst="rect">
            <a:avLst/>
          </a:prstGeom>
          <a:noFill/>
        </p:spPr>
        <p:txBody>
          <a:bodyPr wrap="none" rtlCol="0">
            <a:spAutoFit/>
          </a:bodyPr>
          <a:lstStyle/>
          <a:p>
            <a:r>
              <a:rPr lang="en-US" sz="900" dirty="0"/>
              <a:t>Source: NB Crossroads Private Market Fund, Registration Statement  (8/22/16)</a:t>
            </a:r>
          </a:p>
        </p:txBody>
      </p:sp>
    </p:spTree>
    <p:extLst>
      <p:ext uri="{BB962C8B-B14F-4D97-AF65-F5344CB8AC3E}">
        <p14:creationId xmlns:p14="http://schemas.microsoft.com/office/powerpoint/2010/main" val="4154627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IRR.p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57053" y="533400"/>
            <a:ext cx="4512443" cy="5811838"/>
          </a:xfrm>
        </p:spPr>
      </p:pic>
      <p:sp>
        <p:nvSpPr>
          <p:cNvPr id="2" name="Title 1"/>
          <p:cNvSpPr>
            <a:spLocks noGrp="1"/>
          </p:cNvSpPr>
          <p:nvPr>
            <p:ph type="title"/>
          </p:nvPr>
        </p:nvSpPr>
        <p:spPr/>
        <p:txBody>
          <a:bodyPr/>
          <a:lstStyle/>
          <a:p>
            <a:pPr>
              <a:defRPr/>
            </a:pPr>
            <a:r>
              <a:rPr lang="en-US" b="1" dirty="0"/>
              <a:t>IRR: Offering Memorandum Example</a:t>
            </a:r>
          </a:p>
        </p:txBody>
      </p:sp>
      <p:sp>
        <p:nvSpPr>
          <p:cNvPr id="5" name="Slide Number Placeholder 4"/>
          <p:cNvSpPr>
            <a:spLocks noGrp="1"/>
          </p:cNvSpPr>
          <p:nvPr>
            <p:ph type="sldNum" sz="quarter" idx="10"/>
          </p:nvPr>
        </p:nvSpPr>
        <p:spPr/>
        <p:txBody>
          <a:bodyPr/>
          <a:lstStyle/>
          <a:p>
            <a:pPr>
              <a:defRPr/>
            </a:pPr>
            <a:fld id="{295E1872-368E-BC4A-AE93-4422CBD71186}" type="slidenum">
              <a:rPr lang="en-US" smtClean="0"/>
              <a:pPr>
                <a:defRPr/>
              </a:pPr>
              <a:t>9</a:t>
            </a:fld>
            <a:endParaRPr lang="en-US"/>
          </a:p>
        </p:txBody>
      </p:sp>
      <p:sp>
        <p:nvSpPr>
          <p:cNvPr id="4" name="Footer Placeholder 3"/>
          <p:cNvSpPr>
            <a:spLocks noGrp="1"/>
          </p:cNvSpPr>
          <p:nvPr>
            <p:ph type="ftr" sz="quarter" idx="11"/>
          </p:nvPr>
        </p:nvSpPr>
        <p:spPr/>
        <p:txBody>
          <a:bodyPr/>
          <a:lstStyle/>
          <a:p>
            <a:pPr>
              <a:defRPr/>
            </a:pPr>
            <a:r>
              <a:rPr lang="en-US"/>
              <a:t>Internal Rate of Return</a:t>
            </a:r>
          </a:p>
        </p:txBody>
      </p:sp>
      <p:sp>
        <p:nvSpPr>
          <p:cNvPr id="57349" name="TextBox 9"/>
          <p:cNvSpPr txBox="1">
            <a:spLocks noChangeArrowheads="1"/>
          </p:cNvSpPr>
          <p:nvPr/>
        </p:nvSpPr>
        <p:spPr bwMode="auto">
          <a:xfrm>
            <a:off x="3352800" y="6116044"/>
            <a:ext cx="1846178"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a:latin typeface="Calibri"/>
              </a:rPr>
              <a:t>OM, Wild Basin, Austin, TX</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9811" name="Rectangle 3"/>
          <p:cNvSpPr>
            <a:spLocks noGrp="1" noChangeArrowheads="1"/>
          </p:cNvSpPr>
          <p:nvPr>
            <p:ph idx="1"/>
          </p:nvPr>
        </p:nvSpPr>
        <p:spPr/>
        <p:txBody>
          <a:bodyPr/>
          <a:lstStyle/>
          <a:p>
            <a:pPr marL="342900" indent="-342900" eaLnBrk="1" hangingPunct="1">
              <a:lnSpc>
                <a:spcPct val="85000"/>
              </a:lnSpc>
              <a:spcBef>
                <a:spcPct val="0"/>
              </a:spcBef>
              <a:buFontTx/>
              <a:buNone/>
              <a:defRPr/>
            </a:pPr>
            <a:endParaRPr lang="en-US" sz="3200" dirty="0">
              <a:solidFill>
                <a:srgbClr val="010004"/>
              </a:solidFill>
              <a:cs typeface="+mn-cs"/>
            </a:endParaRPr>
          </a:p>
          <a:p>
            <a:pPr marL="342900" indent="-342900" eaLnBrk="1" hangingPunct="1">
              <a:lnSpc>
                <a:spcPct val="85000"/>
              </a:lnSpc>
              <a:spcBef>
                <a:spcPct val="0"/>
              </a:spcBef>
              <a:defRPr/>
            </a:pPr>
            <a:r>
              <a:rPr lang="en-US" sz="2400" b="1" dirty="0">
                <a:solidFill>
                  <a:srgbClr val="010004"/>
                </a:solidFill>
                <a:cs typeface="+mn-cs"/>
              </a:rPr>
              <a:t>Disadvantages</a:t>
            </a:r>
            <a:r>
              <a:rPr lang="en-US" sz="2400" dirty="0">
                <a:solidFill>
                  <a:srgbClr val="010004"/>
                </a:solidFill>
                <a:cs typeface="+mn-cs"/>
              </a:rPr>
              <a:t>:</a:t>
            </a:r>
          </a:p>
          <a:p>
            <a:pPr marL="742950" lvl="1" indent="-285750" eaLnBrk="1" hangingPunct="1">
              <a:lnSpc>
                <a:spcPct val="105000"/>
              </a:lnSpc>
              <a:spcBef>
                <a:spcPct val="0"/>
              </a:spcBef>
              <a:defRPr/>
            </a:pPr>
            <a:r>
              <a:rPr lang="en-US" sz="2000" dirty="0">
                <a:solidFill>
                  <a:srgbClr val="010004"/>
                </a:solidFill>
              </a:rPr>
              <a:t>IRR may not exist or there may be multiple IRRs</a:t>
            </a:r>
          </a:p>
          <a:p>
            <a:pPr marL="742950" lvl="1" indent="-285750" eaLnBrk="1" hangingPunct="1">
              <a:lnSpc>
                <a:spcPct val="105000"/>
              </a:lnSpc>
              <a:spcBef>
                <a:spcPct val="0"/>
              </a:spcBef>
              <a:defRPr/>
            </a:pPr>
            <a:r>
              <a:rPr lang="en-US" sz="2000" dirty="0">
                <a:solidFill>
                  <a:srgbClr val="010004"/>
                </a:solidFill>
              </a:rPr>
              <a:t>Different acceptance criteria for investing and financing projects </a:t>
            </a:r>
          </a:p>
          <a:p>
            <a:pPr marL="742950" lvl="1" indent="-285750">
              <a:lnSpc>
                <a:spcPct val="105000"/>
              </a:lnSpc>
              <a:spcBef>
                <a:spcPct val="0"/>
              </a:spcBef>
              <a:defRPr/>
            </a:pPr>
            <a:r>
              <a:rPr lang="en-US" sz="2000" dirty="0">
                <a:solidFill>
                  <a:srgbClr val="010004"/>
                </a:solidFill>
              </a:rPr>
              <a:t>Problems with mutually exclusive investments</a:t>
            </a:r>
          </a:p>
          <a:p>
            <a:pPr marL="742950" lvl="1" indent="-285750">
              <a:lnSpc>
                <a:spcPct val="105000"/>
              </a:lnSpc>
              <a:spcBef>
                <a:spcPct val="0"/>
              </a:spcBef>
              <a:defRPr/>
            </a:pPr>
            <a:r>
              <a:rPr lang="en-US" sz="2000" b="1" dirty="0">
                <a:solidFill>
                  <a:srgbClr val="010004"/>
                </a:solidFill>
              </a:rPr>
              <a:t>⚡️If interim CFs cannot be invested at the IRR, the nominal IRR will be too high</a:t>
            </a:r>
          </a:p>
          <a:p>
            <a:pPr marL="742950" lvl="1" indent="-285750" eaLnBrk="1" hangingPunct="1">
              <a:lnSpc>
                <a:spcPct val="105000"/>
              </a:lnSpc>
              <a:spcBef>
                <a:spcPct val="0"/>
              </a:spcBef>
              <a:defRPr/>
            </a:pPr>
            <a:endParaRPr lang="en-US" sz="2000" dirty="0">
              <a:solidFill>
                <a:srgbClr val="010004"/>
              </a:solidFill>
            </a:endParaRPr>
          </a:p>
          <a:p>
            <a:pPr marL="742950" lvl="1" indent="-285750" eaLnBrk="1" hangingPunct="1">
              <a:lnSpc>
                <a:spcPct val="105000"/>
              </a:lnSpc>
              <a:spcBef>
                <a:spcPct val="0"/>
              </a:spcBef>
              <a:defRPr/>
            </a:pPr>
            <a:endParaRPr lang="en-US" sz="2000" dirty="0">
              <a:solidFill>
                <a:srgbClr val="010004"/>
              </a:solidFill>
            </a:endParaRPr>
          </a:p>
          <a:p>
            <a:pPr marL="342900" indent="-342900" eaLnBrk="1" hangingPunct="1">
              <a:lnSpc>
                <a:spcPct val="105000"/>
              </a:lnSpc>
              <a:spcBef>
                <a:spcPct val="0"/>
              </a:spcBef>
              <a:defRPr/>
            </a:pPr>
            <a:r>
              <a:rPr lang="en-US" sz="2400" b="1" dirty="0">
                <a:solidFill>
                  <a:srgbClr val="010004"/>
                </a:solidFill>
                <a:cs typeface="+mn-cs"/>
              </a:rPr>
              <a:t>Advantages</a:t>
            </a:r>
            <a:r>
              <a:rPr lang="en-US" sz="2400" dirty="0">
                <a:solidFill>
                  <a:srgbClr val="010004"/>
                </a:solidFill>
                <a:cs typeface="+mn-cs"/>
              </a:rPr>
              <a:t>:</a:t>
            </a:r>
          </a:p>
          <a:p>
            <a:pPr marL="742950" lvl="1" indent="-285750" eaLnBrk="1" hangingPunct="1">
              <a:lnSpc>
                <a:spcPct val="105000"/>
              </a:lnSpc>
              <a:spcBef>
                <a:spcPct val="0"/>
              </a:spcBef>
              <a:defRPr/>
            </a:pPr>
            <a:r>
              <a:rPr lang="en-US" sz="2000" dirty="0">
                <a:solidFill>
                  <a:srgbClr val="010004"/>
                </a:solidFill>
              </a:rPr>
              <a:t>Easy to understand and communicate</a:t>
            </a:r>
          </a:p>
          <a:p>
            <a:pPr marL="742950" lvl="1" indent="-285750" eaLnBrk="1" hangingPunct="1">
              <a:lnSpc>
                <a:spcPct val="105000"/>
              </a:lnSpc>
              <a:spcBef>
                <a:spcPct val="0"/>
              </a:spcBef>
              <a:defRPr/>
            </a:pPr>
            <a:r>
              <a:rPr lang="en-US" sz="2000" dirty="0">
                <a:solidFill>
                  <a:srgbClr val="010004"/>
                </a:solidFill>
              </a:rPr>
              <a:t>Mitigate disputes over discount rates</a:t>
            </a:r>
            <a:endParaRPr lang="en-US" sz="3600" dirty="0">
              <a:solidFill>
                <a:srgbClr val="010004"/>
              </a:solidFill>
            </a:endParaRPr>
          </a:p>
          <a:p>
            <a:pPr marL="342900" indent="-342900" eaLnBrk="1" hangingPunct="1">
              <a:lnSpc>
                <a:spcPct val="105000"/>
              </a:lnSpc>
              <a:spcBef>
                <a:spcPct val="0"/>
              </a:spcBef>
              <a:defRPr/>
            </a:pPr>
            <a:endParaRPr lang="en-US" sz="3600" dirty="0">
              <a:solidFill>
                <a:srgbClr val="010004"/>
              </a:solidFill>
              <a:cs typeface="+mn-cs"/>
            </a:endParaRPr>
          </a:p>
        </p:txBody>
      </p:sp>
      <p:sp>
        <p:nvSpPr>
          <p:cNvPr id="119810" name="Rectangle 2"/>
          <p:cNvSpPr>
            <a:spLocks noGrp="1" noChangeArrowheads="1"/>
          </p:cNvSpPr>
          <p:nvPr>
            <p:ph type="title"/>
          </p:nvPr>
        </p:nvSpPr>
        <p:spPr/>
        <p:txBody>
          <a:bodyPr/>
          <a:lstStyle/>
          <a:p>
            <a:pPr eaLnBrk="1" hangingPunct="1">
              <a:defRPr/>
            </a:pPr>
            <a:r>
              <a:rPr lang="en-US" b="1">
                <a:solidFill>
                  <a:schemeClr val="tx1"/>
                </a:solidFill>
                <a:cs typeface="+mj-cs"/>
              </a:rPr>
              <a:t>Internal Rate of Return (IRR) </a:t>
            </a:r>
          </a:p>
        </p:txBody>
      </p:sp>
      <p:sp>
        <p:nvSpPr>
          <p:cNvPr id="5" name="Slide Number Placeholder 4"/>
          <p:cNvSpPr>
            <a:spLocks noGrp="1"/>
          </p:cNvSpPr>
          <p:nvPr>
            <p:ph type="sldNum" sz="quarter" idx="10"/>
          </p:nvPr>
        </p:nvSpPr>
        <p:spPr/>
        <p:txBody>
          <a:bodyPr/>
          <a:lstStyle/>
          <a:p>
            <a:pPr>
              <a:defRPr/>
            </a:pPr>
            <a:fld id="{7FA0082A-2E45-8143-841D-0A2F8909DF89}" type="slidenum">
              <a:rPr lang="en-US"/>
              <a:pPr>
                <a:defRPr/>
              </a:pPr>
              <a:t>10</a:t>
            </a:fld>
            <a:endParaRPr lang="en-US"/>
          </a:p>
        </p:txBody>
      </p:sp>
      <p:sp>
        <p:nvSpPr>
          <p:cNvPr id="4" name="Footer Placeholder 3"/>
          <p:cNvSpPr>
            <a:spLocks noGrp="1"/>
          </p:cNvSpPr>
          <p:nvPr>
            <p:ph type="ftr" sz="quarter" idx="11"/>
          </p:nvPr>
        </p:nvSpPr>
        <p:spPr/>
        <p:txBody>
          <a:bodyPr/>
          <a:lstStyle/>
          <a:p>
            <a:pPr>
              <a:defRPr/>
            </a:pPr>
            <a:r>
              <a:rPr lang="en-US"/>
              <a:t>Internal Rate of Return</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981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98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981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981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981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9811">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981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1"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3"/>
          <p:cNvSpPr>
            <a:spLocks noGrp="1" noChangeArrowheads="1"/>
          </p:cNvSpPr>
          <p:nvPr>
            <p:ph idx="1"/>
          </p:nvPr>
        </p:nvSpPr>
        <p:spPr/>
        <p:txBody>
          <a:bodyPr/>
          <a:lstStyle/>
          <a:p>
            <a:pPr marL="342900" indent="-342900" eaLnBrk="1" hangingPunct="1">
              <a:buFontTx/>
              <a:buNone/>
              <a:defRPr/>
            </a:pPr>
            <a:r>
              <a:rPr lang="en-US">
                <a:cs typeface="+mn-cs"/>
              </a:rPr>
              <a:t>Consider the following project:</a:t>
            </a:r>
          </a:p>
        </p:txBody>
      </p:sp>
      <p:sp>
        <p:nvSpPr>
          <p:cNvPr id="121858" name="Rectangle 2"/>
          <p:cNvSpPr>
            <a:spLocks noGrp="1" noChangeArrowheads="1"/>
          </p:cNvSpPr>
          <p:nvPr>
            <p:ph type="title"/>
          </p:nvPr>
        </p:nvSpPr>
        <p:spPr/>
        <p:txBody>
          <a:bodyPr/>
          <a:lstStyle/>
          <a:p>
            <a:pPr eaLnBrk="1" hangingPunct="1">
              <a:defRPr/>
            </a:pPr>
            <a:r>
              <a:rPr lang="en-US" b="1">
                <a:cs typeface="+mj-cs"/>
              </a:rPr>
              <a:t> IRR: Example</a:t>
            </a:r>
          </a:p>
        </p:txBody>
      </p:sp>
      <p:sp>
        <p:nvSpPr>
          <p:cNvPr id="21" name="Slide Number Placeholder 4"/>
          <p:cNvSpPr>
            <a:spLocks noGrp="1"/>
          </p:cNvSpPr>
          <p:nvPr>
            <p:ph type="sldNum" sz="quarter" idx="10"/>
          </p:nvPr>
        </p:nvSpPr>
        <p:spPr/>
        <p:txBody>
          <a:bodyPr/>
          <a:lstStyle/>
          <a:p>
            <a:pPr>
              <a:defRPr/>
            </a:pPr>
            <a:fld id="{6C62874B-0ECF-0340-9E87-04563C15089E}" type="slidenum">
              <a:rPr lang="en-US"/>
              <a:pPr>
                <a:defRPr/>
              </a:pPr>
              <a:t>11</a:t>
            </a:fld>
            <a:endParaRPr lang="en-US"/>
          </a:p>
        </p:txBody>
      </p:sp>
      <p:sp>
        <p:nvSpPr>
          <p:cNvPr id="20" name="Footer Placeholder 3"/>
          <p:cNvSpPr>
            <a:spLocks noGrp="1"/>
          </p:cNvSpPr>
          <p:nvPr>
            <p:ph type="ftr" sz="quarter" idx="11"/>
          </p:nvPr>
        </p:nvSpPr>
        <p:spPr/>
        <p:txBody>
          <a:bodyPr/>
          <a:lstStyle/>
          <a:p>
            <a:pPr>
              <a:defRPr/>
            </a:pPr>
            <a:r>
              <a:rPr lang="en-US"/>
              <a:t>Internal Rate of Return</a:t>
            </a:r>
          </a:p>
        </p:txBody>
      </p:sp>
      <p:grpSp>
        <p:nvGrpSpPr>
          <p:cNvPr id="121860" name="Group 4"/>
          <p:cNvGrpSpPr>
            <a:grpSpLocks/>
          </p:cNvGrpSpPr>
          <p:nvPr/>
        </p:nvGrpSpPr>
        <p:grpSpPr bwMode="auto">
          <a:xfrm>
            <a:off x="990600" y="1524000"/>
            <a:ext cx="6477000" cy="2133600"/>
            <a:chOff x="624" y="1296"/>
            <a:chExt cx="4080" cy="1344"/>
          </a:xfrm>
        </p:grpSpPr>
        <p:sp>
          <p:nvSpPr>
            <p:cNvPr id="121861" name="Line 5"/>
            <p:cNvSpPr>
              <a:spLocks noChangeShapeType="1"/>
            </p:cNvSpPr>
            <p:nvPr/>
          </p:nvSpPr>
          <p:spPr bwMode="auto">
            <a:xfrm>
              <a:off x="912" y="1824"/>
              <a:ext cx="3504" cy="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800">
                <a:latin typeface="Calibri"/>
                <a:cs typeface="+mn-cs"/>
              </a:endParaRPr>
            </a:p>
          </p:txBody>
        </p:sp>
        <p:sp>
          <p:nvSpPr>
            <p:cNvPr id="121862" name="Line 6"/>
            <p:cNvSpPr>
              <a:spLocks noChangeShapeType="1"/>
            </p:cNvSpPr>
            <p:nvPr/>
          </p:nvSpPr>
          <p:spPr bwMode="auto">
            <a:xfrm>
              <a:off x="912" y="1632"/>
              <a:ext cx="0" cy="384"/>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800">
                <a:latin typeface="Calibri"/>
                <a:cs typeface="+mn-cs"/>
              </a:endParaRPr>
            </a:p>
          </p:txBody>
        </p:sp>
        <p:sp>
          <p:nvSpPr>
            <p:cNvPr id="121863" name="Line 7"/>
            <p:cNvSpPr>
              <a:spLocks noChangeShapeType="1"/>
            </p:cNvSpPr>
            <p:nvPr/>
          </p:nvSpPr>
          <p:spPr bwMode="auto">
            <a:xfrm>
              <a:off x="2077" y="1632"/>
              <a:ext cx="0" cy="384"/>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800">
                <a:latin typeface="Calibri"/>
                <a:cs typeface="+mn-cs"/>
              </a:endParaRPr>
            </a:p>
          </p:txBody>
        </p:sp>
        <p:sp>
          <p:nvSpPr>
            <p:cNvPr id="121864" name="Line 8"/>
            <p:cNvSpPr>
              <a:spLocks noChangeShapeType="1"/>
            </p:cNvSpPr>
            <p:nvPr/>
          </p:nvSpPr>
          <p:spPr bwMode="auto">
            <a:xfrm>
              <a:off x="3243" y="1632"/>
              <a:ext cx="0" cy="384"/>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800">
                <a:latin typeface="Calibri"/>
                <a:cs typeface="+mn-cs"/>
              </a:endParaRPr>
            </a:p>
          </p:txBody>
        </p:sp>
        <p:sp>
          <p:nvSpPr>
            <p:cNvPr id="121865" name="Line 9"/>
            <p:cNvSpPr>
              <a:spLocks noChangeShapeType="1"/>
            </p:cNvSpPr>
            <p:nvPr/>
          </p:nvSpPr>
          <p:spPr bwMode="auto">
            <a:xfrm>
              <a:off x="4416" y="1632"/>
              <a:ext cx="0" cy="384"/>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800">
                <a:latin typeface="Calibri"/>
                <a:cs typeface="+mn-cs"/>
              </a:endParaRPr>
            </a:p>
          </p:txBody>
        </p:sp>
        <p:sp>
          <p:nvSpPr>
            <p:cNvPr id="121866" name="Text Box 10"/>
            <p:cNvSpPr txBox="1">
              <a:spLocks noChangeArrowheads="1"/>
            </p:cNvSpPr>
            <p:nvPr/>
          </p:nvSpPr>
          <p:spPr bwMode="auto">
            <a:xfrm>
              <a:off x="816" y="2112"/>
              <a:ext cx="192"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US" i="1">
                  <a:latin typeface="Times New Roman" charset="0"/>
                  <a:cs typeface="+mn-cs"/>
                </a:rPr>
                <a:t>0</a:t>
              </a:r>
            </a:p>
          </p:txBody>
        </p:sp>
        <p:sp>
          <p:nvSpPr>
            <p:cNvPr id="121867" name="Text Box 11"/>
            <p:cNvSpPr txBox="1">
              <a:spLocks noChangeArrowheads="1"/>
            </p:cNvSpPr>
            <p:nvPr/>
          </p:nvSpPr>
          <p:spPr bwMode="auto">
            <a:xfrm>
              <a:off x="1968" y="2112"/>
              <a:ext cx="192"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US" i="1">
                  <a:latin typeface="Times New Roman" charset="0"/>
                  <a:cs typeface="+mn-cs"/>
                </a:rPr>
                <a:t>1</a:t>
              </a:r>
            </a:p>
          </p:txBody>
        </p:sp>
        <p:sp>
          <p:nvSpPr>
            <p:cNvPr id="121868" name="Text Box 12"/>
            <p:cNvSpPr txBox="1">
              <a:spLocks noChangeArrowheads="1"/>
            </p:cNvSpPr>
            <p:nvPr/>
          </p:nvSpPr>
          <p:spPr bwMode="auto">
            <a:xfrm>
              <a:off x="3120" y="2112"/>
              <a:ext cx="192"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US" i="1">
                  <a:latin typeface="Times New Roman" charset="0"/>
                  <a:cs typeface="+mn-cs"/>
                </a:rPr>
                <a:t>2</a:t>
              </a:r>
            </a:p>
          </p:txBody>
        </p:sp>
        <p:sp>
          <p:nvSpPr>
            <p:cNvPr id="121869" name="Text Box 13"/>
            <p:cNvSpPr txBox="1">
              <a:spLocks noChangeArrowheads="1"/>
            </p:cNvSpPr>
            <p:nvPr/>
          </p:nvSpPr>
          <p:spPr bwMode="auto">
            <a:xfrm>
              <a:off x="4320" y="2112"/>
              <a:ext cx="192"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US" i="1">
                  <a:latin typeface="Times New Roman" charset="0"/>
                  <a:cs typeface="+mn-cs"/>
                </a:rPr>
                <a:t>3</a:t>
              </a:r>
            </a:p>
          </p:txBody>
        </p:sp>
        <p:sp>
          <p:nvSpPr>
            <p:cNvPr id="121870" name="Text Box 14"/>
            <p:cNvSpPr txBox="1">
              <a:spLocks noChangeArrowheads="1"/>
            </p:cNvSpPr>
            <p:nvPr/>
          </p:nvSpPr>
          <p:spPr bwMode="auto">
            <a:xfrm>
              <a:off x="1776" y="1296"/>
              <a:ext cx="576"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US" i="1">
                  <a:latin typeface="Times New Roman" charset="0"/>
                  <a:cs typeface="+mn-cs"/>
                </a:rPr>
                <a:t>$50</a:t>
              </a:r>
            </a:p>
          </p:txBody>
        </p:sp>
        <p:sp>
          <p:nvSpPr>
            <p:cNvPr id="121871" name="Text Box 15"/>
            <p:cNvSpPr txBox="1">
              <a:spLocks noChangeArrowheads="1"/>
            </p:cNvSpPr>
            <p:nvPr/>
          </p:nvSpPr>
          <p:spPr bwMode="auto">
            <a:xfrm>
              <a:off x="2976" y="1296"/>
              <a:ext cx="576"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US" i="1">
                  <a:latin typeface="Times New Roman" charset="0"/>
                  <a:cs typeface="+mn-cs"/>
                </a:rPr>
                <a:t>$100</a:t>
              </a:r>
            </a:p>
          </p:txBody>
        </p:sp>
        <p:sp>
          <p:nvSpPr>
            <p:cNvPr id="121872" name="Text Box 16"/>
            <p:cNvSpPr txBox="1">
              <a:spLocks noChangeArrowheads="1"/>
            </p:cNvSpPr>
            <p:nvPr/>
          </p:nvSpPr>
          <p:spPr bwMode="auto">
            <a:xfrm>
              <a:off x="4128" y="1296"/>
              <a:ext cx="576"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US" i="1">
                  <a:latin typeface="Times New Roman" charset="0"/>
                  <a:cs typeface="+mn-cs"/>
                </a:rPr>
                <a:t>$150</a:t>
              </a:r>
            </a:p>
          </p:txBody>
        </p:sp>
        <p:sp>
          <p:nvSpPr>
            <p:cNvPr id="121873" name="Text Box 17"/>
            <p:cNvSpPr txBox="1">
              <a:spLocks noChangeArrowheads="1"/>
            </p:cNvSpPr>
            <p:nvPr/>
          </p:nvSpPr>
          <p:spPr bwMode="auto">
            <a:xfrm>
              <a:off x="624" y="2352"/>
              <a:ext cx="576"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US" i="1">
                  <a:latin typeface="Times New Roman" charset="0"/>
                  <a:cs typeface="+mn-cs"/>
                </a:rPr>
                <a:t>-$200</a:t>
              </a:r>
            </a:p>
          </p:txBody>
        </p:sp>
      </p:grpSp>
      <p:sp>
        <p:nvSpPr>
          <p:cNvPr id="121874" name="Rectangle 18"/>
          <p:cNvSpPr>
            <a:spLocks noChangeArrowheads="1"/>
          </p:cNvSpPr>
          <p:nvPr/>
        </p:nvSpPr>
        <p:spPr bwMode="auto">
          <a:xfrm>
            <a:off x="824617" y="3912261"/>
            <a:ext cx="8343900" cy="914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a:spcBef>
                <a:spcPct val="20000"/>
              </a:spcBef>
              <a:buClr>
                <a:srgbClr val="671739"/>
              </a:buClr>
              <a:defRPr/>
            </a:pPr>
            <a:r>
              <a:rPr lang="en-US" sz="2800" dirty="0">
                <a:latin typeface="+mn-lt"/>
                <a:cs typeface="+mn-cs"/>
              </a:rPr>
              <a:t>The internal rate of return for this project is 19.44%</a:t>
            </a:r>
          </a:p>
        </p:txBody>
      </p:sp>
      <p:graphicFrame>
        <p:nvGraphicFramePr>
          <p:cNvPr id="121876" name="Object 20"/>
          <p:cNvGraphicFramePr>
            <a:graphicFrameLocks noChangeAspect="1"/>
          </p:cNvGraphicFramePr>
          <p:nvPr/>
        </p:nvGraphicFramePr>
        <p:xfrm>
          <a:off x="304800" y="4953000"/>
          <a:ext cx="8305800" cy="1143000"/>
        </p:xfrm>
        <a:graphic>
          <a:graphicData uri="http://schemas.openxmlformats.org/presentationml/2006/ole">
            <mc:AlternateContent xmlns:mc="http://schemas.openxmlformats.org/markup-compatibility/2006">
              <mc:Choice xmlns:v="urn:schemas-microsoft-com:vml" Requires="v">
                <p:oleObj name="Equation" r:id="rId3" imgW="3163320" imgH="383760" progId="Equation.3">
                  <p:embed/>
                </p:oleObj>
              </mc:Choice>
              <mc:Fallback>
                <p:oleObj name="Equation" r:id="rId3" imgW="3163320" imgH="383760" progId="Equation.3">
                  <p:embed/>
                  <p:pic>
                    <p:nvPicPr>
                      <p:cNvPr id="121876"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4953000"/>
                        <a:ext cx="830580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7" dir="2700000" algn="ctr" rotWithShape="0">
                                <a:schemeClr val="bg2">
                                  <a:alpha val="74997"/>
                                </a:schemeClr>
                              </a:outerShdw>
                            </a:effectLst>
                          </a14:hiddenEffects>
                        </a:ext>
                      </a:extLst>
                    </p:spPr>
                  </p:pic>
                </p:oleObj>
              </mc:Fallback>
            </mc:AlternateContent>
          </a:graphicData>
        </a:graphic>
      </p:graphicFrame>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18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121860"/>
                                        </p:tgtEl>
                                        <p:attrNameLst>
                                          <p:attrName>style.visibility</p:attrName>
                                        </p:attrNameLst>
                                      </p:cBhvr>
                                      <p:to>
                                        <p:strVal val="visible"/>
                                      </p:to>
                                    </p:set>
                                    <p:animEffect transition="in" filter="wipe(left)">
                                      <p:cBhvr>
                                        <p:cTn id="11" dur="500"/>
                                        <p:tgtEl>
                                          <p:spTgt spid="12186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121874"/>
                                        </p:tgtEl>
                                        <p:attrNameLst>
                                          <p:attrName>style.visibility</p:attrName>
                                        </p:attrNameLst>
                                      </p:cBhvr>
                                      <p:to>
                                        <p:strVal val="visible"/>
                                      </p:to>
                                    </p:set>
                                    <p:anim calcmode="lin" valueType="num">
                                      <p:cBhvr additive="base">
                                        <p:cTn id="16" dur="500" fill="hold"/>
                                        <p:tgtEl>
                                          <p:spTgt spid="121874"/>
                                        </p:tgtEl>
                                        <p:attrNameLst>
                                          <p:attrName>ppt_x</p:attrName>
                                        </p:attrNameLst>
                                      </p:cBhvr>
                                      <p:tavLst>
                                        <p:tav tm="0">
                                          <p:val>
                                            <p:strVal val="#ppt_x"/>
                                          </p:val>
                                        </p:tav>
                                        <p:tav tm="100000">
                                          <p:val>
                                            <p:strVal val="#ppt_x"/>
                                          </p:val>
                                        </p:tav>
                                      </p:tavLst>
                                    </p:anim>
                                    <p:anim calcmode="lin" valueType="num">
                                      <p:cBhvr additive="base">
                                        <p:cTn id="17" dur="500" fill="hold"/>
                                        <p:tgtEl>
                                          <p:spTgt spid="121874"/>
                                        </p:tgtEl>
                                        <p:attrNameLst>
                                          <p:attrName>ppt_y</p:attrName>
                                        </p:attrNameLst>
                                      </p:cBhvr>
                                      <p:tavLst>
                                        <p:tav tm="0">
                                          <p:val>
                                            <p:strVal val="1+#ppt_h/2"/>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1218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9" grpId="0" build="p"/>
      <p:bldP spid="121874"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3352800"/>
            <a:ext cx="8458200" cy="2514600"/>
          </a:xfrm>
        </p:spPr>
        <p:txBody>
          <a:bodyPr/>
          <a:lstStyle/>
          <a:p>
            <a:pPr>
              <a:buFontTx/>
              <a:buChar char="•"/>
              <a:defRPr/>
            </a:pPr>
            <a:r>
              <a:rPr lang="en-US" dirty="0">
                <a:latin typeface="Calibri"/>
              </a:rPr>
              <a:t>If there is no CF for a particular period, enter </a:t>
            </a:r>
            <a:r>
              <a:rPr lang="ja-JP" altLang="en-US" dirty="0">
                <a:latin typeface="Calibri"/>
              </a:rPr>
              <a:t>“</a:t>
            </a:r>
            <a:r>
              <a:rPr lang="en-US" dirty="0">
                <a:latin typeface="Calibri"/>
              </a:rPr>
              <a:t>0</a:t>
            </a:r>
            <a:r>
              <a:rPr lang="ja-JP" altLang="en-US">
                <a:latin typeface="Calibri"/>
              </a:rPr>
              <a:t>”</a:t>
            </a:r>
            <a:r>
              <a:rPr lang="en-US" dirty="0">
                <a:latin typeface="Calibri"/>
              </a:rPr>
              <a:t>.  If not, Excel assumes that the CFs are sequential.</a:t>
            </a:r>
          </a:p>
          <a:p>
            <a:pPr>
              <a:buFontTx/>
              <a:buChar char="•"/>
              <a:defRPr/>
            </a:pPr>
            <a:r>
              <a:rPr lang="en-US" dirty="0">
                <a:latin typeface="Calibri"/>
              </a:rPr>
              <a:t>If the cash flows are not evenly spaced, use </a:t>
            </a:r>
            <a:r>
              <a:rPr lang="en-US" i="1" dirty="0">
                <a:latin typeface="Calibri"/>
              </a:rPr>
              <a:t>XIRR</a:t>
            </a:r>
            <a:r>
              <a:rPr lang="en-US" dirty="0">
                <a:latin typeface="Calibri"/>
              </a:rPr>
              <a:t> instead of </a:t>
            </a:r>
            <a:r>
              <a:rPr lang="en-US" i="1" dirty="0">
                <a:latin typeface="Calibri"/>
              </a:rPr>
              <a:t>IRR</a:t>
            </a:r>
          </a:p>
          <a:p>
            <a:pPr marL="914400" lvl="1" indent="-342900">
              <a:buSzPct val="50000"/>
              <a:defRPr/>
            </a:pPr>
            <a:r>
              <a:rPr lang="en-US" dirty="0">
                <a:latin typeface="Calibri"/>
              </a:rPr>
              <a:t>For a simple demonstration of the limitations of XIRR, look at the following video:  </a:t>
            </a:r>
            <a:r>
              <a:rPr lang="en-US" dirty="0">
                <a:latin typeface="Calibri"/>
                <a:hlinkClick r:id="rId3"/>
              </a:rPr>
              <a:t>XIRR Limitation</a:t>
            </a:r>
            <a:endParaRPr lang="en-US" dirty="0">
              <a:latin typeface="Calibri"/>
            </a:endParaRPr>
          </a:p>
          <a:p>
            <a:pPr marL="971550" lvl="1" indent="-342900">
              <a:buSzPct val="50000"/>
              <a:defRPr/>
            </a:pPr>
            <a:endParaRPr lang="en-US" dirty="0">
              <a:latin typeface="Calibri"/>
            </a:endParaRPr>
          </a:p>
          <a:p>
            <a:endParaRPr lang="en-US" dirty="0"/>
          </a:p>
        </p:txBody>
      </p:sp>
      <p:sp>
        <p:nvSpPr>
          <p:cNvPr id="169986" name="Rectangle 2"/>
          <p:cNvSpPr>
            <a:spLocks noGrp="1" noChangeArrowheads="1"/>
          </p:cNvSpPr>
          <p:nvPr>
            <p:ph type="title"/>
          </p:nvPr>
        </p:nvSpPr>
        <p:spPr/>
        <p:txBody>
          <a:bodyPr/>
          <a:lstStyle/>
          <a:p>
            <a:pPr eaLnBrk="1" hangingPunct="1">
              <a:defRPr/>
            </a:pPr>
            <a:r>
              <a:rPr lang="en-US" b="1">
                <a:cs typeface="+mj-cs"/>
              </a:rPr>
              <a:t>IRR on a Spreadsheet</a:t>
            </a:r>
            <a:endParaRPr lang="en-US">
              <a:cs typeface="+mj-cs"/>
            </a:endParaRPr>
          </a:p>
        </p:txBody>
      </p:sp>
      <p:sp>
        <p:nvSpPr>
          <p:cNvPr id="31" name="Slide Number Placeholder 3"/>
          <p:cNvSpPr>
            <a:spLocks noGrp="1"/>
          </p:cNvSpPr>
          <p:nvPr>
            <p:ph type="sldNum" sz="quarter" idx="10"/>
          </p:nvPr>
        </p:nvSpPr>
        <p:spPr/>
        <p:txBody>
          <a:bodyPr/>
          <a:lstStyle/>
          <a:p>
            <a:pPr>
              <a:defRPr/>
            </a:pPr>
            <a:fld id="{992781CE-147B-844F-9AAA-5A838743B2E4}" type="slidenum">
              <a:rPr lang="en-US"/>
              <a:pPr>
                <a:defRPr/>
              </a:pPr>
              <a:t>12</a:t>
            </a:fld>
            <a:endParaRPr lang="en-US"/>
          </a:p>
        </p:txBody>
      </p:sp>
      <p:sp>
        <p:nvSpPr>
          <p:cNvPr id="30" name="Footer Placeholder 2"/>
          <p:cNvSpPr>
            <a:spLocks noGrp="1"/>
          </p:cNvSpPr>
          <p:nvPr>
            <p:ph type="ftr" sz="quarter" idx="11"/>
          </p:nvPr>
        </p:nvSpPr>
        <p:spPr/>
        <p:txBody>
          <a:bodyPr/>
          <a:lstStyle/>
          <a:p>
            <a:pPr>
              <a:defRPr/>
            </a:pPr>
            <a:r>
              <a:rPr lang="en-US"/>
              <a:t>Internal Rate of Return</a:t>
            </a:r>
          </a:p>
        </p:txBody>
      </p:sp>
      <p:graphicFrame>
        <p:nvGraphicFramePr>
          <p:cNvPr id="170066" name="Group 82"/>
          <p:cNvGraphicFramePr>
            <a:graphicFrameLocks noGrp="1"/>
          </p:cNvGraphicFramePr>
          <p:nvPr>
            <p:extLst>
              <p:ext uri="{D42A27DB-BD31-4B8C-83A1-F6EECF244321}">
                <p14:modId xmlns:p14="http://schemas.microsoft.com/office/powerpoint/2010/main" val="920684522"/>
              </p:ext>
            </p:extLst>
          </p:nvPr>
        </p:nvGraphicFramePr>
        <p:xfrm>
          <a:off x="304800" y="1727341"/>
          <a:ext cx="8458200" cy="1373047"/>
        </p:xfrm>
        <a:graphic>
          <a:graphicData uri="http://schemas.openxmlformats.org/drawingml/2006/table">
            <a:tbl>
              <a:tblPr/>
              <a:tblGrid>
                <a:gridCol w="609600">
                  <a:extLst>
                    <a:ext uri="{9D8B030D-6E8A-4147-A177-3AD203B41FA5}">
                      <a16:colId xmlns:a16="http://schemas.microsoft.com/office/drawing/2014/main" val="20000"/>
                    </a:ext>
                  </a:extLst>
                </a:gridCol>
                <a:gridCol w="1050925">
                  <a:extLst>
                    <a:ext uri="{9D8B030D-6E8A-4147-A177-3AD203B41FA5}">
                      <a16:colId xmlns:a16="http://schemas.microsoft.com/office/drawing/2014/main" val="20001"/>
                    </a:ext>
                  </a:extLst>
                </a:gridCol>
                <a:gridCol w="619125">
                  <a:extLst>
                    <a:ext uri="{9D8B030D-6E8A-4147-A177-3AD203B41FA5}">
                      <a16:colId xmlns:a16="http://schemas.microsoft.com/office/drawing/2014/main" val="20002"/>
                    </a:ext>
                  </a:extLst>
                </a:gridCol>
                <a:gridCol w="808038">
                  <a:extLst>
                    <a:ext uri="{9D8B030D-6E8A-4147-A177-3AD203B41FA5}">
                      <a16:colId xmlns:a16="http://schemas.microsoft.com/office/drawing/2014/main" val="20003"/>
                    </a:ext>
                  </a:extLst>
                </a:gridCol>
                <a:gridCol w="806450">
                  <a:extLst>
                    <a:ext uri="{9D8B030D-6E8A-4147-A177-3AD203B41FA5}">
                      <a16:colId xmlns:a16="http://schemas.microsoft.com/office/drawing/2014/main" val="20004"/>
                    </a:ext>
                  </a:extLst>
                </a:gridCol>
                <a:gridCol w="1744662">
                  <a:extLst>
                    <a:ext uri="{9D8B030D-6E8A-4147-A177-3AD203B41FA5}">
                      <a16:colId xmlns:a16="http://schemas.microsoft.com/office/drawing/2014/main" val="20005"/>
                    </a:ext>
                  </a:extLst>
                </a:gridCol>
                <a:gridCol w="2819400">
                  <a:extLst>
                    <a:ext uri="{9D8B030D-6E8A-4147-A177-3AD203B41FA5}">
                      <a16:colId xmlns:a16="http://schemas.microsoft.com/office/drawing/2014/main" val="20006"/>
                    </a:ext>
                  </a:extLst>
                </a:gridCol>
              </a:tblGrid>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dirty="0">
                        <a:ln>
                          <a:noFill/>
                        </a:ln>
                        <a:solidFill>
                          <a:schemeClr val="tx1"/>
                        </a:solidFill>
                        <a:effectLst/>
                        <a:latin typeface="Calibri"/>
                        <a:ea typeface="ＭＳ Ｐゴシック" charset="0"/>
                      </a:endParaRPr>
                    </a:p>
                  </a:txBody>
                  <a:tcPr marT="45741" marB="4574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Calibri"/>
                          <a:ea typeface="ＭＳ Ｐゴシック" charset="0"/>
                        </a:rPr>
                        <a:t>A</a:t>
                      </a:r>
                    </a:p>
                  </a:txBody>
                  <a:tcPr marT="45741" marB="457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Calibri"/>
                          <a:ea typeface="ＭＳ Ｐゴシック" charset="0"/>
                        </a:rPr>
                        <a:t>B</a:t>
                      </a:r>
                    </a:p>
                  </a:txBody>
                  <a:tcPr marT="45741" marB="457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Calibri"/>
                          <a:ea typeface="ＭＳ Ｐゴシック" charset="0"/>
                        </a:rPr>
                        <a:t>C</a:t>
                      </a:r>
                    </a:p>
                  </a:txBody>
                  <a:tcPr marT="45741" marB="457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Calibri"/>
                          <a:ea typeface="ＭＳ Ｐゴシック" charset="0"/>
                        </a:rPr>
                        <a:t>D</a:t>
                      </a:r>
                    </a:p>
                  </a:txBody>
                  <a:tcPr marT="45741" marB="457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Calibri"/>
                          <a:ea typeface="ＭＳ Ｐゴシック" charset="0"/>
                        </a:rPr>
                        <a:t>E</a:t>
                      </a:r>
                    </a:p>
                  </a:txBody>
                  <a:tcPr marT="45741" marB="457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Calibri"/>
                          <a:ea typeface="ＭＳ Ｐゴシック" charset="0"/>
                        </a:rPr>
                        <a:t>F</a:t>
                      </a:r>
                    </a:p>
                  </a:txBody>
                  <a:tcPr marT="45741" marB="4574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extLst>
                  <a:ext uri="{0D108BD9-81ED-4DB2-BD59-A6C34878D82A}">
                    <a16:rowId xmlns:a16="http://schemas.microsoft.com/office/drawing/2014/main" val="10000"/>
                  </a:ext>
                </a:extLst>
              </a:tr>
              <a:tr h="97676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Calibri"/>
                          <a:ea typeface="ＭＳ Ｐゴシック" charset="0"/>
                        </a:rPr>
                        <a:t>1</a:t>
                      </a:r>
                    </a:p>
                  </a:txBody>
                  <a:tcPr marT="45741" marB="4574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3">
                        <a:lumMod val="10000"/>
                        <a:lumOff val="9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latin typeface="Calibri"/>
                          <a:ea typeface="ＭＳ Ｐゴシック" charset="0"/>
                        </a:rPr>
                        <a:t>-200</a:t>
                      </a:r>
                    </a:p>
                  </a:txBody>
                  <a:tcPr marT="45741" marB="457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latin typeface="Calibri"/>
                          <a:ea typeface="ＭＳ Ｐゴシック" charset="0"/>
                        </a:rPr>
                        <a:t>50</a:t>
                      </a:r>
                    </a:p>
                  </a:txBody>
                  <a:tcPr marT="45741" marB="457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latin typeface="Calibri"/>
                          <a:ea typeface="ＭＳ Ｐゴシック" charset="0"/>
                        </a:rPr>
                        <a:t>100</a:t>
                      </a:r>
                    </a:p>
                  </a:txBody>
                  <a:tcPr marT="45741" marB="457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Calibri"/>
                          <a:ea typeface="ＭＳ Ｐゴシック" charset="0"/>
                        </a:rPr>
                        <a:t>150</a:t>
                      </a:r>
                    </a:p>
                  </a:txBody>
                  <a:tcPr marT="45741" marB="457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latin typeface="Calibri"/>
                          <a:ea typeface="ＭＳ Ｐゴシック" charset="0"/>
                        </a:rPr>
                        <a:t>=IRR(A1:D1)</a:t>
                      </a:r>
                    </a:p>
                  </a:txBody>
                  <a:tcPr marT="45741" marB="457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7F9A5"/>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Calibri"/>
                          <a:ea typeface="ＭＳ Ｐゴシック" charset="0"/>
                        </a:rPr>
                        <a:t>&lt;---E1 will be 19.44%</a:t>
                      </a:r>
                    </a:p>
                  </a:txBody>
                  <a:tcPr marT="45741" marB="4574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2"/>
          <p:cNvPicPr>
            <a:picLocks noGrp="1" noChangeAspect="1" noChangeArrowheads="1"/>
          </p:cNvPicPr>
          <p:nvPr>
            <p:ph idx="1"/>
          </p:nvPr>
        </p:nvPicPr>
        <p:blipFill>
          <a:blip r:embed="rId2"/>
          <a:stretch>
            <a:fillRect/>
          </a:stretch>
        </p:blipFill>
        <p:spPr bwMode="auto">
          <a:xfrm>
            <a:off x="609600" y="685416"/>
            <a:ext cx="8077200" cy="1528397"/>
          </a:xfrm>
          <a:prstGeom prst="rect">
            <a:avLst/>
          </a:prstGeom>
          <a:noFill/>
          <a:ln w="9525">
            <a:noFill/>
            <a:miter lim="800000"/>
            <a:headEnd/>
            <a:tailEnd/>
          </a:ln>
        </p:spPr>
      </p:pic>
      <p:sp>
        <p:nvSpPr>
          <p:cNvPr id="2" name="Title 1"/>
          <p:cNvSpPr>
            <a:spLocks noGrp="1"/>
          </p:cNvSpPr>
          <p:nvPr>
            <p:ph type="title"/>
          </p:nvPr>
        </p:nvSpPr>
        <p:spPr/>
        <p:txBody>
          <a:bodyPr/>
          <a:lstStyle/>
          <a:p>
            <a:r>
              <a:rPr lang="en-US" b="1" dirty="0"/>
              <a:t>IRR</a:t>
            </a:r>
          </a:p>
        </p:txBody>
      </p:sp>
      <p:sp>
        <p:nvSpPr>
          <p:cNvPr id="5" name="Slide Number Placeholder 4"/>
          <p:cNvSpPr>
            <a:spLocks noGrp="1"/>
          </p:cNvSpPr>
          <p:nvPr>
            <p:ph type="sldNum" sz="quarter" idx="10"/>
          </p:nvPr>
        </p:nvSpPr>
        <p:spPr/>
        <p:txBody>
          <a:bodyPr/>
          <a:lstStyle/>
          <a:p>
            <a:pPr>
              <a:defRPr/>
            </a:pPr>
            <a:fld id="{53C6635A-34F3-A644-864C-965AFE2D12DE}" type="slidenum">
              <a:rPr lang="en-US" smtClean="0"/>
              <a:pPr>
                <a:defRPr/>
              </a:pPr>
              <a:t>13</a:t>
            </a:fld>
            <a:endParaRPr lang="en-US"/>
          </a:p>
        </p:txBody>
      </p:sp>
      <p:sp>
        <p:nvSpPr>
          <p:cNvPr id="4" name="Footer Placeholder 3"/>
          <p:cNvSpPr>
            <a:spLocks noGrp="1"/>
          </p:cNvSpPr>
          <p:nvPr>
            <p:ph type="ftr" sz="quarter" idx="11"/>
          </p:nvPr>
        </p:nvSpPr>
        <p:spPr/>
        <p:txBody>
          <a:bodyPr/>
          <a:lstStyle/>
          <a:p>
            <a:pPr>
              <a:defRPr/>
            </a:pPr>
            <a:r>
              <a:rPr lang="en-US"/>
              <a:t>Internal Rate of Return</a:t>
            </a:r>
          </a:p>
        </p:txBody>
      </p:sp>
      <p:pic>
        <p:nvPicPr>
          <p:cNvPr id="68611" name="Picture 3"/>
          <p:cNvPicPr>
            <a:picLocks noChangeAspect="1" noChangeArrowheads="1"/>
          </p:cNvPicPr>
          <p:nvPr/>
        </p:nvPicPr>
        <p:blipFill>
          <a:blip r:embed="rId3"/>
          <a:srcRect/>
          <a:stretch>
            <a:fillRect/>
          </a:stretch>
        </p:blipFill>
        <p:spPr bwMode="auto">
          <a:xfrm>
            <a:off x="1600200" y="2292258"/>
            <a:ext cx="5105400" cy="3962400"/>
          </a:xfrm>
          <a:prstGeom prst="rect">
            <a:avLst/>
          </a:prstGeom>
          <a:noFill/>
          <a:ln w="9525">
            <a:noFill/>
            <a:miter lim="800000"/>
            <a:headEnd/>
            <a:tailEnd/>
          </a:ln>
        </p:spPr>
      </p:pic>
      <p:sp>
        <p:nvSpPr>
          <p:cNvPr id="8" name="TextBox 7"/>
          <p:cNvSpPr txBox="1"/>
          <p:nvPr/>
        </p:nvSpPr>
        <p:spPr>
          <a:xfrm>
            <a:off x="6606870" y="5997686"/>
            <a:ext cx="2460930" cy="230832"/>
          </a:xfrm>
          <a:prstGeom prst="rect">
            <a:avLst/>
          </a:prstGeom>
          <a:noFill/>
        </p:spPr>
        <p:txBody>
          <a:bodyPr wrap="none" rtlCol="0">
            <a:spAutoFit/>
          </a:bodyPr>
          <a:lstStyle/>
          <a:p>
            <a:r>
              <a:rPr lang="en-US" sz="900" dirty="0"/>
              <a:t>Form 6-K, Ex. 10.1 </a:t>
            </a:r>
            <a:r>
              <a:rPr lang="en-US" sz="900" dirty="0" err="1"/>
              <a:t>Costomare</a:t>
            </a:r>
            <a:r>
              <a:rPr lang="en-US" sz="900" dirty="0"/>
              <a:t> Inc. (5/29/13)</a:t>
            </a:r>
          </a:p>
        </p:txBody>
      </p:sp>
      <p:cxnSp>
        <p:nvCxnSpPr>
          <p:cNvPr id="6" name="Straight Arrow Connector 5">
            <a:extLst>
              <a:ext uri="{FF2B5EF4-FFF2-40B4-BE49-F238E27FC236}">
                <a16:creationId xmlns:a16="http://schemas.microsoft.com/office/drawing/2014/main" id="{571C4FCB-EE56-D640-A828-891544E78806}"/>
              </a:ext>
            </a:extLst>
          </p:cNvPr>
          <p:cNvCxnSpPr/>
          <p:nvPr/>
        </p:nvCxnSpPr>
        <p:spPr>
          <a:xfrm>
            <a:off x="914400" y="4724400"/>
            <a:ext cx="990600" cy="457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6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86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p:txBody>
          <a:bodyPr/>
          <a:lstStyle/>
          <a:p>
            <a:pPr eaLnBrk="1" hangingPunct="1">
              <a:defRPr/>
            </a:pPr>
            <a:r>
              <a:rPr lang="en-US" b="1" dirty="0">
                <a:cs typeface="+mj-cs"/>
              </a:rPr>
              <a:t>The IRR is a Return (</a:t>
            </a:r>
            <a:r>
              <a:rPr lang="en-US" b="1" i="1" dirty="0">
                <a:cs typeface="+mj-cs"/>
              </a:rPr>
              <a:t>Sometimes</a:t>
            </a:r>
            <a:r>
              <a:rPr lang="en-US" b="1" dirty="0">
                <a:cs typeface="+mj-cs"/>
              </a:rPr>
              <a:t>)</a:t>
            </a:r>
            <a:endParaRPr lang="en-US" dirty="0">
              <a:cs typeface="+mj-cs"/>
            </a:endParaRPr>
          </a:p>
        </p:txBody>
      </p:sp>
      <p:sp>
        <p:nvSpPr>
          <p:cNvPr id="5" name="Slide Number Placeholder 3"/>
          <p:cNvSpPr>
            <a:spLocks noGrp="1"/>
          </p:cNvSpPr>
          <p:nvPr>
            <p:ph type="sldNum" sz="quarter" idx="10"/>
          </p:nvPr>
        </p:nvSpPr>
        <p:spPr/>
        <p:txBody>
          <a:bodyPr/>
          <a:lstStyle/>
          <a:p>
            <a:pPr>
              <a:defRPr/>
            </a:pPr>
            <a:fld id="{B7916D47-E3AA-6041-A7A5-A81239BCEB62}" type="slidenum">
              <a:rPr lang="en-US"/>
              <a:pPr>
                <a:defRPr/>
              </a:pPr>
              <a:t>14</a:t>
            </a:fld>
            <a:endParaRPr lang="en-US"/>
          </a:p>
        </p:txBody>
      </p:sp>
      <p:sp>
        <p:nvSpPr>
          <p:cNvPr id="4" name="Footer Placeholder 2"/>
          <p:cNvSpPr>
            <a:spLocks noGrp="1"/>
          </p:cNvSpPr>
          <p:nvPr>
            <p:ph type="ftr" sz="quarter" idx="11"/>
          </p:nvPr>
        </p:nvSpPr>
        <p:spPr/>
        <p:txBody>
          <a:bodyPr/>
          <a:lstStyle/>
          <a:p>
            <a:pPr>
              <a:defRPr/>
            </a:pPr>
            <a:r>
              <a:rPr lang="en-US"/>
              <a:t>Internal Rate of Return</a:t>
            </a:r>
          </a:p>
        </p:txBody>
      </p:sp>
      <p:graphicFrame>
        <p:nvGraphicFramePr>
          <p:cNvPr id="29700" name="Object 5"/>
          <p:cNvGraphicFramePr>
            <a:graphicFrameLocks noChangeAspect="1"/>
          </p:cNvGraphicFramePr>
          <p:nvPr>
            <p:extLst>
              <p:ext uri="{D42A27DB-BD31-4B8C-83A1-F6EECF244321}">
                <p14:modId xmlns:p14="http://schemas.microsoft.com/office/powerpoint/2010/main" val="3362448164"/>
              </p:ext>
            </p:extLst>
          </p:nvPr>
        </p:nvGraphicFramePr>
        <p:xfrm>
          <a:off x="969963" y="1050925"/>
          <a:ext cx="7308850" cy="3800475"/>
        </p:xfrm>
        <a:graphic>
          <a:graphicData uri="http://schemas.openxmlformats.org/presentationml/2006/ole">
            <mc:AlternateContent xmlns:mc="http://schemas.openxmlformats.org/markup-compatibility/2006">
              <mc:Choice xmlns:v="urn:schemas-microsoft-com:vml" Requires="v">
                <p:oleObj name="Worksheet" r:id="rId3" imgW="6032500" imgH="2082800" progId="Excel.Sheet.8">
                  <p:embed/>
                </p:oleObj>
              </mc:Choice>
              <mc:Fallback>
                <p:oleObj name="Worksheet" r:id="rId3" imgW="6032500" imgH="2082800" progId="Excel.Sheet.8">
                  <p:embed/>
                  <p:pic>
                    <p:nvPicPr>
                      <p:cNvPr id="29700" name="Object 5"/>
                      <p:cNvPicPr>
                        <a:picLocks noChangeAspect="1" noChangeArrowheads="1"/>
                      </p:cNvPicPr>
                      <p:nvPr/>
                    </p:nvPicPr>
                    <p:blipFill>
                      <a:blip r:embed="rId4"/>
                      <a:srcRect/>
                      <a:stretch>
                        <a:fillRect/>
                      </a:stretch>
                    </p:blipFill>
                    <p:spPr bwMode="auto">
                      <a:xfrm>
                        <a:off x="969963" y="1050925"/>
                        <a:ext cx="7308850" cy="3800475"/>
                      </a:xfrm>
                      <a:prstGeom prst="rect">
                        <a:avLst/>
                      </a:prstGeom>
                      <a:noFill/>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7" dir="2700000" algn="ctr" rotWithShape="0">
                                <a:srgbClr val="000000">
                                  <a:alpha val="74997"/>
                                </a:srgbClr>
                              </a:outerShdw>
                            </a:effectLst>
                          </a14:hiddenEffects>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pPr eaLnBrk="1" hangingPunct="1">
              <a:defRPr/>
            </a:pPr>
            <a:r>
              <a:rPr lang="en-US" b="1">
                <a:cs typeface="+mj-cs"/>
              </a:rPr>
              <a:t>The NPV Payoff Profile for This Example</a:t>
            </a:r>
          </a:p>
        </p:txBody>
      </p:sp>
      <p:sp>
        <p:nvSpPr>
          <p:cNvPr id="7" name="Slide Number Placeholder 3"/>
          <p:cNvSpPr>
            <a:spLocks noGrp="1"/>
          </p:cNvSpPr>
          <p:nvPr>
            <p:ph type="sldNum" sz="quarter" idx="10"/>
          </p:nvPr>
        </p:nvSpPr>
        <p:spPr/>
        <p:txBody>
          <a:bodyPr/>
          <a:lstStyle/>
          <a:p>
            <a:pPr>
              <a:defRPr/>
            </a:pPr>
            <a:fld id="{2F409A0A-5E59-EF49-85B8-8E338D6FB9B1}" type="slidenum">
              <a:rPr lang="en-US"/>
              <a:pPr>
                <a:defRPr/>
              </a:pPr>
              <a:t>15</a:t>
            </a:fld>
            <a:endParaRPr lang="en-US"/>
          </a:p>
        </p:txBody>
      </p:sp>
      <p:sp>
        <p:nvSpPr>
          <p:cNvPr id="6" name="Footer Placeholder 2"/>
          <p:cNvSpPr>
            <a:spLocks noGrp="1"/>
          </p:cNvSpPr>
          <p:nvPr>
            <p:ph type="ftr" sz="quarter" idx="11"/>
          </p:nvPr>
        </p:nvSpPr>
        <p:spPr/>
        <p:txBody>
          <a:bodyPr/>
          <a:lstStyle/>
          <a:p>
            <a:pPr>
              <a:defRPr/>
            </a:pPr>
            <a:r>
              <a:rPr lang="en-US"/>
              <a:t>Internal Rate of Return</a:t>
            </a:r>
          </a:p>
        </p:txBody>
      </p:sp>
      <p:graphicFrame>
        <p:nvGraphicFramePr>
          <p:cNvPr id="123907" name="Object 3"/>
          <p:cNvGraphicFramePr>
            <a:graphicFrameLocks noChangeAspect="1"/>
          </p:cNvGraphicFramePr>
          <p:nvPr>
            <p:extLst>
              <p:ext uri="{D42A27DB-BD31-4B8C-83A1-F6EECF244321}">
                <p14:modId xmlns:p14="http://schemas.microsoft.com/office/powerpoint/2010/main" val="791823717"/>
              </p:ext>
            </p:extLst>
          </p:nvPr>
        </p:nvGraphicFramePr>
        <p:xfrm>
          <a:off x="609600" y="2590800"/>
          <a:ext cx="2490788" cy="2767013"/>
        </p:xfrm>
        <a:graphic>
          <a:graphicData uri="http://schemas.openxmlformats.org/presentationml/2006/ole">
            <mc:AlternateContent xmlns:mc="http://schemas.openxmlformats.org/markup-compatibility/2006">
              <mc:Choice xmlns:v="urn:schemas-microsoft-com:vml" Requires="v">
                <p:oleObj name="Worksheet" r:id="rId3" imgW="2477520" imgH="2751840" progId="Excel.Sheet.8">
                  <p:embed/>
                </p:oleObj>
              </mc:Choice>
              <mc:Fallback>
                <p:oleObj name="Worksheet" r:id="rId3" imgW="2477520" imgH="2751840" progId="Excel.Sheet.8">
                  <p:embed/>
                  <p:pic>
                    <p:nvPicPr>
                      <p:cNvPr id="12390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2590800"/>
                        <a:ext cx="2490788" cy="27670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7" dir="2700000" algn="ctr" rotWithShape="0">
                                <a:schemeClr val="bg2">
                                  <a:alpha val="74997"/>
                                </a:schemeClr>
                              </a:outerShdw>
                            </a:effectLst>
                          </a14:hiddenEffects>
                        </a:ext>
                      </a:extLst>
                    </p:spPr>
                  </p:pic>
                </p:oleObj>
              </mc:Fallback>
            </mc:AlternateContent>
          </a:graphicData>
        </a:graphic>
      </p:graphicFrame>
      <p:sp>
        <p:nvSpPr>
          <p:cNvPr id="123908" name="Text Box 4"/>
          <p:cNvSpPr txBox="1">
            <a:spLocks noChangeArrowheads="1"/>
          </p:cNvSpPr>
          <p:nvPr/>
        </p:nvSpPr>
        <p:spPr bwMode="auto">
          <a:xfrm>
            <a:off x="407085" y="524949"/>
            <a:ext cx="8610600" cy="175432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marL="342900" indent="-342900">
              <a:spcBef>
                <a:spcPct val="50000"/>
              </a:spcBef>
              <a:buFont typeface="Arial" panose="020B0604020202020204" pitchFamily="34" charset="0"/>
              <a:buChar char="•"/>
              <a:defRPr/>
            </a:pPr>
            <a:r>
              <a:rPr lang="en-US" dirty="0">
                <a:latin typeface="Calibri"/>
                <a:cs typeface="Calibri"/>
              </a:rPr>
              <a:t>If you graph NPV as a function of the discount rate, the IRR is where the graph crosses the x-axis intercept--where the NPV = 0</a:t>
            </a:r>
          </a:p>
          <a:p>
            <a:pPr marL="342900" indent="-342900">
              <a:spcBef>
                <a:spcPct val="50000"/>
              </a:spcBef>
              <a:buFont typeface="Arial" panose="020B0604020202020204" pitchFamily="34" charset="0"/>
              <a:buChar char="•"/>
              <a:defRPr/>
            </a:pPr>
            <a:r>
              <a:rPr lang="en-US" dirty="0">
                <a:latin typeface="Calibri"/>
                <a:cs typeface="Calibri"/>
              </a:rPr>
              <a:t>CFs: -200 + 50/(1+r) + 100/(1+r)</a:t>
            </a:r>
            <a:r>
              <a:rPr lang="en-US" baseline="30000" dirty="0">
                <a:latin typeface="Calibri"/>
                <a:cs typeface="Calibri"/>
              </a:rPr>
              <a:t>2</a:t>
            </a:r>
            <a:r>
              <a:rPr lang="en-US" dirty="0">
                <a:latin typeface="Calibri"/>
                <a:cs typeface="Calibri"/>
              </a:rPr>
              <a:t> + 150/(1+r)</a:t>
            </a:r>
            <a:r>
              <a:rPr lang="en-US" baseline="30000" dirty="0">
                <a:latin typeface="Calibri"/>
                <a:cs typeface="Calibri"/>
              </a:rPr>
              <a:t>3</a:t>
            </a:r>
            <a:br>
              <a:rPr lang="en-US" dirty="0">
                <a:latin typeface="Calibri"/>
                <a:cs typeface="Calibri"/>
              </a:rPr>
            </a:br>
            <a:endParaRPr lang="en-US" dirty="0">
              <a:latin typeface="Calibri"/>
              <a:cs typeface="Calibri"/>
            </a:endParaRPr>
          </a:p>
        </p:txBody>
      </p:sp>
      <p:pic>
        <p:nvPicPr>
          <p:cNvPr id="31750" name="Picture 12" descr="npv"/>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2800" y="2057400"/>
            <a:ext cx="5562600" cy="426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9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390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7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342900" indent="-342900">
              <a:spcBef>
                <a:spcPct val="50000"/>
              </a:spcBef>
              <a:defRPr/>
            </a:pPr>
            <a:endParaRPr lang="en-US" sz="3200" dirty="0">
              <a:cs typeface="Calibri"/>
            </a:endParaRPr>
          </a:p>
          <a:p>
            <a:pPr marL="342900" indent="-342900">
              <a:spcBef>
                <a:spcPct val="50000"/>
              </a:spcBef>
              <a:defRPr/>
            </a:pPr>
            <a:r>
              <a:rPr lang="en-US" sz="2400" dirty="0">
                <a:cs typeface="Calibri"/>
              </a:rPr>
              <a:t>Multiple (or no) IRRs</a:t>
            </a:r>
          </a:p>
          <a:p>
            <a:pPr marL="342900" indent="-342900">
              <a:spcBef>
                <a:spcPct val="50000"/>
              </a:spcBef>
              <a:defRPr/>
            </a:pPr>
            <a:r>
              <a:rPr lang="en-US" sz="2400" dirty="0">
                <a:cs typeface="Calibri"/>
              </a:rPr>
              <a:t>The Scale Problem</a:t>
            </a:r>
          </a:p>
          <a:p>
            <a:pPr marL="342900" indent="-342900">
              <a:spcBef>
                <a:spcPct val="50000"/>
              </a:spcBef>
              <a:defRPr/>
            </a:pPr>
            <a:r>
              <a:rPr lang="en-US" sz="2400" dirty="0">
                <a:cs typeface="Calibri"/>
              </a:rPr>
              <a:t>🔥Interim CF Problem</a:t>
            </a:r>
          </a:p>
          <a:p>
            <a:pPr marL="514350" lvl="1" indent="-342900">
              <a:spcBef>
                <a:spcPct val="50000"/>
              </a:spcBef>
              <a:defRPr/>
            </a:pPr>
            <a:r>
              <a:rPr lang="en-US" sz="2250" dirty="0">
                <a:cs typeface="Calibri"/>
              </a:rPr>
              <a:t>Early Exit Problem</a:t>
            </a:r>
          </a:p>
          <a:p>
            <a:pPr marL="342900" indent="-342900">
              <a:spcBef>
                <a:spcPct val="50000"/>
              </a:spcBef>
              <a:defRPr/>
            </a:pPr>
            <a:r>
              <a:rPr lang="en-US" sz="2400" dirty="0">
                <a:cs typeface="Calibri"/>
              </a:rPr>
              <a:t>Investing/Financing Problem</a:t>
            </a:r>
          </a:p>
          <a:p>
            <a:pPr marL="0" indent="0">
              <a:buNone/>
            </a:pPr>
            <a:endParaRPr lang="en-US" sz="2400" dirty="0"/>
          </a:p>
        </p:txBody>
      </p:sp>
      <p:sp>
        <p:nvSpPr>
          <p:cNvPr id="2" name="Title 1"/>
          <p:cNvSpPr>
            <a:spLocks noGrp="1"/>
          </p:cNvSpPr>
          <p:nvPr>
            <p:ph type="title"/>
          </p:nvPr>
        </p:nvSpPr>
        <p:spPr/>
        <p:txBody>
          <a:bodyPr/>
          <a:lstStyle/>
          <a:p>
            <a:r>
              <a:rPr lang="en-US" b="1" dirty="0"/>
              <a:t>Problems with IRR</a:t>
            </a:r>
            <a:r>
              <a:rPr lang="en-US" dirty="0"/>
              <a:t> </a:t>
            </a:r>
          </a:p>
        </p:txBody>
      </p:sp>
      <p:sp>
        <p:nvSpPr>
          <p:cNvPr id="5" name="Slide Number Placeholder 4"/>
          <p:cNvSpPr>
            <a:spLocks noGrp="1"/>
          </p:cNvSpPr>
          <p:nvPr>
            <p:ph type="sldNum" sz="quarter" idx="10"/>
          </p:nvPr>
        </p:nvSpPr>
        <p:spPr/>
        <p:txBody>
          <a:bodyPr/>
          <a:lstStyle/>
          <a:p>
            <a:pPr>
              <a:defRPr/>
            </a:pPr>
            <a:fld id="{53C6635A-34F3-A644-864C-965AFE2D12DE}" type="slidenum">
              <a:rPr lang="en-US"/>
              <a:pPr>
                <a:defRPr/>
              </a:pPr>
              <a:t>16</a:t>
            </a:fld>
            <a:endParaRPr lang="en-US"/>
          </a:p>
        </p:txBody>
      </p:sp>
      <p:sp>
        <p:nvSpPr>
          <p:cNvPr id="4" name="Footer Placeholder 3"/>
          <p:cNvSpPr>
            <a:spLocks noGrp="1"/>
          </p:cNvSpPr>
          <p:nvPr>
            <p:ph type="ftr" sz="quarter" idx="11"/>
          </p:nvPr>
        </p:nvSpPr>
        <p:spPr/>
        <p:txBody>
          <a:bodyPr/>
          <a:lstStyle/>
          <a:p>
            <a:pPr>
              <a:defRPr/>
            </a:pPr>
            <a:r>
              <a:rPr lang="en-US"/>
              <a:t>Internal Rate of Return</a:t>
            </a:r>
          </a:p>
        </p:txBody>
      </p:sp>
    </p:spTree>
    <p:extLst>
      <p:ext uri="{BB962C8B-B14F-4D97-AF65-F5344CB8AC3E}">
        <p14:creationId xmlns:p14="http://schemas.microsoft.com/office/powerpoint/2010/main" val="3659863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8003" name="Rectangle 3"/>
          <p:cNvSpPr>
            <a:spLocks noGrp="1" noChangeArrowheads="1"/>
          </p:cNvSpPr>
          <p:nvPr>
            <p:ph idx="1"/>
          </p:nvPr>
        </p:nvSpPr>
        <p:spPr/>
        <p:txBody>
          <a:bodyPr/>
          <a:lstStyle/>
          <a:p>
            <a:pPr marL="0" indent="0">
              <a:buFontTx/>
              <a:buNone/>
              <a:tabLst>
                <a:tab pos="1550988" algn="l"/>
                <a:tab pos="4006850" algn="r"/>
                <a:tab pos="6172200" algn="r"/>
              </a:tabLst>
            </a:pPr>
            <a:r>
              <a:rPr lang="en-US" sz="2400"/>
              <a:t>There are two IRRs for this project:  </a:t>
            </a:r>
            <a:endParaRPr lang="en-US"/>
          </a:p>
        </p:txBody>
      </p:sp>
      <p:sp>
        <p:nvSpPr>
          <p:cNvPr id="128002" name="Rectangle 2"/>
          <p:cNvSpPr>
            <a:spLocks noGrp="1" noChangeArrowheads="1"/>
          </p:cNvSpPr>
          <p:nvPr>
            <p:ph type="title"/>
          </p:nvPr>
        </p:nvSpPr>
        <p:spPr/>
        <p:txBody>
          <a:bodyPr/>
          <a:lstStyle/>
          <a:p>
            <a:r>
              <a:rPr lang="en-US" b="1"/>
              <a:t>Multiple IRRs</a:t>
            </a:r>
          </a:p>
        </p:txBody>
      </p:sp>
      <p:sp>
        <p:nvSpPr>
          <p:cNvPr id="23" name="Slide Number Placeholder 4"/>
          <p:cNvSpPr>
            <a:spLocks noGrp="1"/>
          </p:cNvSpPr>
          <p:nvPr>
            <p:ph type="sldNum" sz="quarter" idx="10"/>
          </p:nvPr>
        </p:nvSpPr>
        <p:spPr/>
        <p:txBody>
          <a:bodyPr/>
          <a:lstStyle/>
          <a:p>
            <a:fld id="{1C1AED67-FEDD-425B-9338-4828606B276F}" type="slidenum">
              <a:rPr lang="en-US"/>
              <a:pPr/>
              <a:t>17</a:t>
            </a:fld>
            <a:endParaRPr lang="en-US"/>
          </a:p>
        </p:txBody>
      </p:sp>
      <p:sp>
        <p:nvSpPr>
          <p:cNvPr id="22" name="Footer Placeholder 3"/>
          <p:cNvSpPr>
            <a:spLocks noGrp="1"/>
          </p:cNvSpPr>
          <p:nvPr>
            <p:ph type="ftr" sz="quarter" idx="11"/>
          </p:nvPr>
        </p:nvSpPr>
        <p:spPr/>
        <p:txBody>
          <a:bodyPr/>
          <a:lstStyle/>
          <a:p>
            <a:r>
              <a:rPr lang="en-US"/>
              <a:t>Internal Rate of Return</a:t>
            </a:r>
          </a:p>
        </p:txBody>
      </p:sp>
      <p:grpSp>
        <p:nvGrpSpPr>
          <p:cNvPr id="2" name="Group 4"/>
          <p:cNvGrpSpPr>
            <a:grpSpLocks/>
          </p:cNvGrpSpPr>
          <p:nvPr/>
        </p:nvGrpSpPr>
        <p:grpSpPr bwMode="auto">
          <a:xfrm>
            <a:off x="1219200" y="1676400"/>
            <a:ext cx="5715000" cy="1619250"/>
            <a:chOff x="1488" y="1296"/>
            <a:chExt cx="3600" cy="1406"/>
          </a:xfrm>
        </p:grpSpPr>
        <p:sp>
          <p:nvSpPr>
            <p:cNvPr id="128005" name="Line 5"/>
            <p:cNvSpPr>
              <a:spLocks noChangeShapeType="1"/>
            </p:cNvSpPr>
            <p:nvPr/>
          </p:nvSpPr>
          <p:spPr bwMode="auto">
            <a:xfrm>
              <a:off x="1776" y="1776"/>
              <a:ext cx="2448" cy="0"/>
            </a:xfrm>
            <a:prstGeom prst="line">
              <a:avLst/>
            </a:prstGeom>
            <a:noFill/>
            <a:ln w="38100">
              <a:solidFill>
                <a:schemeClr val="tx1"/>
              </a:solidFill>
              <a:round/>
              <a:headEnd type="none" w="sm" len="sm"/>
              <a:tailEnd type="none" w="sm" len="sm"/>
            </a:ln>
            <a:effectLst/>
          </p:spPr>
          <p:txBody>
            <a:bodyPr/>
            <a:lstStyle/>
            <a:p>
              <a:endParaRPr lang="en-US"/>
            </a:p>
          </p:txBody>
        </p:sp>
        <p:sp>
          <p:nvSpPr>
            <p:cNvPr id="128006" name="Line 6"/>
            <p:cNvSpPr>
              <a:spLocks noChangeShapeType="1"/>
            </p:cNvSpPr>
            <p:nvPr/>
          </p:nvSpPr>
          <p:spPr bwMode="auto">
            <a:xfrm>
              <a:off x="1776" y="1632"/>
              <a:ext cx="0" cy="288"/>
            </a:xfrm>
            <a:prstGeom prst="line">
              <a:avLst/>
            </a:prstGeom>
            <a:noFill/>
            <a:ln w="38100">
              <a:solidFill>
                <a:schemeClr val="tx1"/>
              </a:solidFill>
              <a:round/>
              <a:headEnd type="none" w="sm" len="sm"/>
              <a:tailEnd type="none" w="sm" len="sm"/>
            </a:ln>
            <a:effectLst/>
          </p:spPr>
          <p:txBody>
            <a:bodyPr/>
            <a:lstStyle/>
            <a:p>
              <a:endParaRPr lang="en-US"/>
            </a:p>
          </p:txBody>
        </p:sp>
        <p:sp>
          <p:nvSpPr>
            <p:cNvPr id="128007" name="Line 7"/>
            <p:cNvSpPr>
              <a:spLocks noChangeShapeType="1"/>
            </p:cNvSpPr>
            <p:nvPr/>
          </p:nvSpPr>
          <p:spPr bwMode="auto">
            <a:xfrm>
              <a:off x="2496" y="1632"/>
              <a:ext cx="0" cy="288"/>
            </a:xfrm>
            <a:prstGeom prst="line">
              <a:avLst/>
            </a:prstGeom>
            <a:noFill/>
            <a:ln w="38100">
              <a:solidFill>
                <a:schemeClr val="tx1"/>
              </a:solidFill>
              <a:round/>
              <a:headEnd type="none" w="sm" len="sm"/>
              <a:tailEnd type="none" w="sm" len="sm"/>
            </a:ln>
            <a:effectLst/>
          </p:spPr>
          <p:txBody>
            <a:bodyPr/>
            <a:lstStyle/>
            <a:p>
              <a:endParaRPr lang="en-US"/>
            </a:p>
          </p:txBody>
        </p:sp>
        <p:sp>
          <p:nvSpPr>
            <p:cNvPr id="128008" name="Line 8"/>
            <p:cNvSpPr>
              <a:spLocks noChangeShapeType="1"/>
            </p:cNvSpPr>
            <p:nvPr/>
          </p:nvSpPr>
          <p:spPr bwMode="auto">
            <a:xfrm>
              <a:off x="3456" y="1632"/>
              <a:ext cx="0" cy="288"/>
            </a:xfrm>
            <a:prstGeom prst="line">
              <a:avLst/>
            </a:prstGeom>
            <a:noFill/>
            <a:ln w="38100">
              <a:solidFill>
                <a:schemeClr val="tx1"/>
              </a:solidFill>
              <a:round/>
              <a:headEnd type="none" w="sm" len="sm"/>
              <a:tailEnd type="none" w="sm" len="sm"/>
            </a:ln>
            <a:effectLst/>
          </p:spPr>
          <p:txBody>
            <a:bodyPr/>
            <a:lstStyle/>
            <a:p>
              <a:endParaRPr lang="en-US"/>
            </a:p>
          </p:txBody>
        </p:sp>
        <p:sp>
          <p:nvSpPr>
            <p:cNvPr id="128009" name="Text Box 9"/>
            <p:cNvSpPr txBox="1">
              <a:spLocks noChangeArrowheads="1"/>
            </p:cNvSpPr>
            <p:nvPr/>
          </p:nvSpPr>
          <p:spPr bwMode="auto">
            <a:xfrm>
              <a:off x="1632" y="1967"/>
              <a:ext cx="3456" cy="397"/>
            </a:xfrm>
            <a:prstGeom prst="rect">
              <a:avLst/>
            </a:prstGeom>
            <a:noFill/>
            <a:ln w="12700">
              <a:noFill/>
              <a:miter lim="800000"/>
              <a:headEnd type="none" w="sm" len="sm"/>
              <a:tailEnd type="none" w="sm" len="sm"/>
            </a:ln>
            <a:effectLst/>
          </p:spPr>
          <p:txBody>
            <a:bodyPr>
              <a:spAutoFit/>
            </a:bodyPr>
            <a:lstStyle/>
            <a:p>
              <a:pPr eaLnBrk="0" hangingPunct="0">
                <a:spcBef>
                  <a:spcPct val="50000"/>
                </a:spcBef>
              </a:pPr>
              <a:r>
                <a:rPr lang="en-US" sz="2400">
                  <a:latin typeface="Book Antiqua" pitchFamily="84" charset="0"/>
                </a:rPr>
                <a:t>0	    1	        	2             </a:t>
              </a:r>
              <a:r>
                <a:rPr lang="en-US" sz="2400" i="1">
                  <a:latin typeface="Book Antiqua" pitchFamily="84" charset="0"/>
                </a:rPr>
                <a:t>3</a:t>
              </a:r>
            </a:p>
          </p:txBody>
        </p:sp>
        <p:sp>
          <p:nvSpPr>
            <p:cNvPr id="128010" name="Line 10"/>
            <p:cNvSpPr>
              <a:spLocks noChangeShapeType="1"/>
            </p:cNvSpPr>
            <p:nvPr/>
          </p:nvSpPr>
          <p:spPr bwMode="auto">
            <a:xfrm>
              <a:off x="4224" y="1632"/>
              <a:ext cx="0" cy="288"/>
            </a:xfrm>
            <a:prstGeom prst="line">
              <a:avLst/>
            </a:prstGeom>
            <a:noFill/>
            <a:ln w="38100">
              <a:solidFill>
                <a:schemeClr val="tx1"/>
              </a:solidFill>
              <a:round/>
              <a:headEnd type="none" w="sm" len="sm"/>
              <a:tailEnd type="none" w="sm" len="sm"/>
            </a:ln>
            <a:effectLst/>
          </p:spPr>
          <p:txBody>
            <a:bodyPr/>
            <a:lstStyle/>
            <a:p>
              <a:endParaRPr lang="en-US"/>
            </a:p>
          </p:txBody>
        </p:sp>
        <p:sp>
          <p:nvSpPr>
            <p:cNvPr id="128011" name="Text Box 11"/>
            <p:cNvSpPr txBox="1">
              <a:spLocks noChangeArrowheads="1"/>
            </p:cNvSpPr>
            <p:nvPr/>
          </p:nvSpPr>
          <p:spPr bwMode="auto">
            <a:xfrm>
              <a:off x="2304" y="1296"/>
              <a:ext cx="1440" cy="288"/>
            </a:xfrm>
            <a:prstGeom prst="rect">
              <a:avLst/>
            </a:prstGeom>
            <a:noFill/>
            <a:ln w="12700">
              <a:noFill/>
              <a:miter lim="800000"/>
              <a:headEnd type="none" w="sm" len="sm"/>
              <a:tailEnd type="none" w="sm" len="sm"/>
            </a:ln>
            <a:effectLst/>
          </p:spPr>
          <p:txBody>
            <a:bodyPr lIns="90475" tIns="44443" rIns="90475" bIns="44443"/>
            <a:lstStyle/>
            <a:p>
              <a:pPr marL="342900" indent="-342900" eaLnBrk="0" hangingPunct="0">
                <a:spcBef>
                  <a:spcPct val="50000"/>
                </a:spcBef>
              </a:pPr>
              <a:r>
                <a:rPr lang="en-US" sz="2400" i="1">
                  <a:latin typeface="Book Antiqua" pitchFamily="84" charset="0"/>
                </a:rPr>
                <a:t>$200	     $800</a:t>
              </a:r>
            </a:p>
          </p:txBody>
        </p:sp>
        <p:sp>
          <p:nvSpPr>
            <p:cNvPr id="128012" name="Text Box 12"/>
            <p:cNvSpPr txBox="1">
              <a:spLocks noChangeArrowheads="1"/>
            </p:cNvSpPr>
            <p:nvPr/>
          </p:nvSpPr>
          <p:spPr bwMode="auto">
            <a:xfrm>
              <a:off x="1488" y="2305"/>
              <a:ext cx="624" cy="397"/>
            </a:xfrm>
            <a:prstGeom prst="rect">
              <a:avLst/>
            </a:prstGeom>
            <a:noFill/>
            <a:ln w="12700">
              <a:noFill/>
              <a:miter lim="800000"/>
              <a:headEnd type="none" w="sm" len="sm"/>
              <a:tailEnd type="none" w="sm" len="sm"/>
            </a:ln>
            <a:effectLst/>
          </p:spPr>
          <p:txBody>
            <a:bodyPr>
              <a:spAutoFit/>
            </a:bodyPr>
            <a:lstStyle/>
            <a:p>
              <a:pPr eaLnBrk="0" hangingPunct="0">
                <a:spcBef>
                  <a:spcPct val="50000"/>
                </a:spcBef>
              </a:pPr>
              <a:r>
                <a:rPr lang="en-US" sz="2400" i="1">
                  <a:latin typeface="Book Antiqua" pitchFamily="84" charset="0"/>
                </a:rPr>
                <a:t>-$200</a:t>
              </a:r>
            </a:p>
          </p:txBody>
        </p:sp>
        <p:sp>
          <p:nvSpPr>
            <p:cNvPr id="128013" name="Text Box 13"/>
            <p:cNvSpPr txBox="1">
              <a:spLocks noChangeArrowheads="1"/>
            </p:cNvSpPr>
            <p:nvPr/>
          </p:nvSpPr>
          <p:spPr bwMode="auto">
            <a:xfrm>
              <a:off x="3840" y="2208"/>
              <a:ext cx="624" cy="288"/>
            </a:xfrm>
            <a:prstGeom prst="rect">
              <a:avLst/>
            </a:prstGeom>
            <a:noFill/>
            <a:ln w="12700">
              <a:noFill/>
              <a:miter lim="800000"/>
              <a:headEnd type="none" w="sm" len="sm"/>
              <a:tailEnd type="none" w="sm" len="sm"/>
            </a:ln>
            <a:effectLst/>
          </p:spPr>
          <p:txBody>
            <a:bodyPr lIns="90475" tIns="44443" rIns="90475" bIns="44443"/>
            <a:lstStyle/>
            <a:p>
              <a:pPr marL="342900" indent="-342900" eaLnBrk="0" hangingPunct="0">
                <a:spcBef>
                  <a:spcPct val="50000"/>
                </a:spcBef>
              </a:pPr>
              <a:r>
                <a:rPr lang="en-US" sz="2400" i="1">
                  <a:latin typeface="Book Antiqua" pitchFamily="84" charset="0"/>
                </a:rPr>
                <a:t>- 800</a:t>
              </a:r>
            </a:p>
          </p:txBody>
        </p:sp>
      </p:grpSp>
      <p:graphicFrame>
        <p:nvGraphicFramePr>
          <p:cNvPr id="128014" name="Object 14"/>
          <p:cNvGraphicFramePr>
            <a:graphicFrameLocks noChangeAspect="1"/>
          </p:cNvGraphicFramePr>
          <p:nvPr/>
        </p:nvGraphicFramePr>
        <p:xfrm>
          <a:off x="304800" y="3276600"/>
          <a:ext cx="7275513" cy="2857500"/>
        </p:xfrm>
        <a:graphic>
          <a:graphicData uri="http://schemas.openxmlformats.org/presentationml/2006/ole">
            <mc:AlternateContent xmlns:mc="http://schemas.openxmlformats.org/markup-compatibility/2006">
              <mc:Choice xmlns:v="urn:schemas-microsoft-com:vml" Requires="v">
                <p:oleObj name="Chart" r:id="rId3" imgW="5753100" imgH="2923032" progId="Excel.Chart.8">
                  <p:embed/>
                </p:oleObj>
              </mc:Choice>
              <mc:Fallback>
                <p:oleObj name="Chart" r:id="rId3" imgW="5753100" imgH="2923032" progId="Excel.Chart.8">
                  <p:embed/>
                  <p:pic>
                    <p:nvPicPr>
                      <p:cNvPr id="128014"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3276600"/>
                        <a:ext cx="7275513" cy="2857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grpSp>
        <p:nvGrpSpPr>
          <p:cNvPr id="3" name="Group 15"/>
          <p:cNvGrpSpPr>
            <a:grpSpLocks/>
          </p:cNvGrpSpPr>
          <p:nvPr/>
        </p:nvGrpSpPr>
        <p:grpSpPr bwMode="auto">
          <a:xfrm>
            <a:off x="4799012" y="3352800"/>
            <a:ext cx="2287588" cy="914400"/>
            <a:chOff x="3120" y="2208"/>
            <a:chExt cx="1441" cy="576"/>
          </a:xfrm>
        </p:grpSpPr>
        <p:sp>
          <p:nvSpPr>
            <p:cNvPr id="128016" name="Rectangle 16"/>
            <p:cNvSpPr>
              <a:spLocks noChangeArrowheads="1"/>
            </p:cNvSpPr>
            <p:nvPr/>
          </p:nvSpPr>
          <p:spPr bwMode="auto">
            <a:xfrm>
              <a:off x="3550" y="2208"/>
              <a:ext cx="1011" cy="211"/>
            </a:xfrm>
            <a:prstGeom prst="rect">
              <a:avLst/>
            </a:prstGeom>
            <a:noFill/>
            <a:ln w="9525">
              <a:noFill/>
              <a:miter lim="800000"/>
              <a:headEnd/>
              <a:tailEnd/>
            </a:ln>
          </p:spPr>
          <p:txBody>
            <a:bodyPr wrap="none" lIns="0" tIns="0" rIns="0" bIns="0">
              <a:spAutoFit/>
            </a:bodyPr>
            <a:lstStyle/>
            <a:p>
              <a:pPr defTabSz="987425"/>
              <a:r>
                <a:rPr lang="en-US" sz="2200" b="1">
                  <a:latin typeface="Times New Roman" pitchFamily="84" charset="0"/>
                </a:rPr>
                <a:t>100% = IRR</a:t>
              </a:r>
              <a:r>
                <a:rPr lang="en-US" sz="2200" b="1" baseline="-25000">
                  <a:latin typeface="Times New Roman" pitchFamily="84" charset="0"/>
                </a:rPr>
                <a:t>2</a:t>
              </a:r>
              <a:endParaRPr lang="en-US" sz="2200">
                <a:latin typeface="Times New Roman" pitchFamily="84" charset="0"/>
              </a:endParaRPr>
            </a:p>
          </p:txBody>
        </p:sp>
        <p:sp>
          <p:nvSpPr>
            <p:cNvPr id="128017" name="Arc 17"/>
            <p:cNvSpPr>
              <a:spLocks/>
            </p:cNvSpPr>
            <p:nvPr/>
          </p:nvSpPr>
          <p:spPr bwMode="auto">
            <a:xfrm flipH="1">
              <a:off x="3120" y="2352"/>
              <a:ext cx="384" cy="43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cap="sq">
              <a:solidFill>
                <a:schemeClr val="tx1"/>
              </a:solidFill>
              <a:round/>
              <a:headEnd type="none" w="sm" len="sm"/>
              <a:tailEnd type="triangle" w="med" len="med"/>
            </a:ln>
            <a:effectLst/>
          </p:spPr>
          <p:txBody>
            <a:bodyPr wrap="none" anchor="ctr"/>
            <a:lstStyle/>
            <a:p>
              <a:endParaRPr lang="en-US"/>
            </a:p>
          </p:txBody>
        </p:sp>
      </p:grpSp>
      <p:grpSp>
        <p:nvGrpSpPr>
          <p:cNvPr id="4" name="Group 18"/>
          <p:cNvGrpSpPr>
            <a:grpSpLocks/>
          </p:cNvGrpSpPr>
          <p:nvPr/>
        </p:nvGrpSpPr>
        <p:grpSpPr bwMode="auto">
          <a:xfrm>
            <a:off x="2514600" y="4343400"/>
            <a:ext cx="2311400" cy="1096963"/>
            <a:chOff x="1714" y="2784"/>
            <a:chExt cx="1456" cy="691"/>
          </a:xfrm>
        </p:grpSpPr>
        <p:sp>
          <p:nvSpPr>
            <p:cNvPr id="128019" name="Rectangle 19"/>
            <p:cNvSpPr>
              <a:spLocks noChangeArrowheads="1"/>
            </p:cNvSpPr>
            <p:nvPr/>
          </p:nvSpPr>
          <p:spPr bwMode="auto">
            <a:xfrm>
              <a:off x="2160" y="3264"/>
              <a:ext cx="1010" cy="211"/>
            </a:xfrm>
            <a:prstGeom prst="rect">
              <a:avLst/>
            </a:prstGeom>
            <a:noFill/>
            <a:ln w="9525">
              <a:noFill/>
              <a:miter lim="800000"/>
              <a:headEnd/>
              <a:tailEnd/>
            </a:ln>
          </p:spPr>
          <p:txBody>
            <a:bodyPr lIns="0" tIns="0" rIns="0" bIns="0">
              <a:spAutoFit/>
            </a:bodyPr>
            <a:lstStyle/>
            <a:p>
              <a:pPr defTabSz="987425"/>
              <a:r>
                <a:rPr lang="en-US" sz="2200" b="1" dirty="0">
                  <a:latin typeface="Times New Roman" pitchFamily="84" charset="0"/>
                </a:rPr>
                <a:t>0% = IRR</a:t>
              </a:r>
              <a:r>
                <a:rPr lang="en-US" sz="2200" b="1" baseline="-25000" dirty="0">
                  <a:latin typeface="Times New Roman" pitchFamily="84" charset="0"/>
                </a:rPr>
                <a:t>1</a:t>
              </a:r>
              <a:endParaRPr lang="en-US" sz="2200" dirty="0">
                <a:latin typeface="Times New Roman" pitchFamily="84" charset="0"/>
              </a:endParaRPr>
            </a:p>
          </p:txBody>
        </p:sp>
        <p:sp>
          <p:nvSpPr>
            <p:cNvPr id="128020" name="Arc 20"/>
            <p:cNvSpPr>
              <a:spLocks/>
            </p:cNvSpPr>
            <p:nvPr/>
          </p:nvSpPr>
          <p:spPr bwMode="auto">
            <a:xfrm flipH="1" flipV="1">
              <a:off x="1714" y="2784"/>
              <a:ext cx="369" cy="576"/>
            </a:xfrm>
            <a:custGeom>
              <a:avLst/>
              <a:gdLst>
                <a:gd name="G0" fmla="+- 0 0 0"/>
                <a:gd name="G1" fmla="+- 21600 0 0"/>
                <a:gd name="G2" fmla="+- 21600 0 0"/>
                <a:gd name="T0" fmla="*/ 0 w 20757"/>
                <a:gd name="T1" fmla="*/ 0 h 21600"/>
                <a:gd name="T2" fmla="*/ 20757 w 20757"/>
                <a:gd name="T3" fmla="*/ 15625 h 21600"/>
                <a:gd name="T4" fmla="*/ 0 w 20757"/>
                <a:gd name="T5" fmla="*/ 21600 h 21600"/>
              </a:gdLst>
              <a:ahLst/>
              <a:cxnLst>
                <a:cxn ang="0">
                  <a:pos x="T0" y="T1"/>
                </a:cxn>
                <a:cxn ang="0">
                  <a:pos x="T2" y="T3"/>
                </a:cxn>
                <a:cxn ang="0">
                  <a:pos x="T4" y="T5"/>
                </a:cxn>
              </a:cxnLst>
              <a:rect l="0" t="0" r="r" b="b"/>
              <a:pathLst>
                <a:path w="20757" h="21600" fill="none" extrusionOk="0">
                  <a:moveTo>
                    <a:pt x="-1" y="0"/>
                  </a:moveTo>
                  <a:cubicBezTo>
                    <a:pt x="9628" y="0"/>
                    <a:pt x="18093" y="6372"/>
                    <a:pt x="20757" y="15624"/>
                  </a:cubicBezTo>
                </a:path>
                <a:path w="20757" h="21600" stroke="0" extrusionOk="0">
                  <a:moveTo>
                    <a:pt x="-1" y="0"/>
                  </a:moveTo>
                  <a:cubicBezTo>
                    <a:pt x="9628" y="0"/>
                    <a:pt x="18093" y="6372"/>
                    <a:pt x="20757" y="15624"/>
                  </a:cubicBezTo>
                  <a:lnTo>
                    <a:pt x="0" y="21600"/>
                  </a:lnTo>
                  <a:close/>
                </a:path>
              </a:pathLst>
            </a:custGeom>
            <a:noFill/>
            <a:ln w="28575" cap="sq">
              <a:solidFill>
                <a:schemeClr val="tx1"/>
              </a:solidFill>
              <a:round/>
              <a:headEnd type="none" w="sm" len="sm"/>
              <a:tailEnd type="triangle" w="med" len="med"/>
            </a:ln>
            <a:effectLst/>
          </p:spPr>
          <p:txBody>
            <a:bodyPr wrap="none" anchor="ctr"/>
            <a:lstStyle/>
            <a:p>
              <a:endParaRPr lang="en-US"/>
            </a:p>
          </p:txBody>
        </p:sp>
      </p:grpSp>
      <p:sp>
        <p:nvSpPr>
          <p:cNvPr id="128021" name="Rectangle 21"/>
          <p:cNvSpPr>
            <a:spLocks noChangeArrowheads="1"/>
          </p:cNvSpPr>
          <p:nvPr/>
        </p:nvSpPr>
        <p:spPr bwMode="auto">
          <a:xfrm>
            <a:off x="5791200" y="1905000"/>
            <a:ext cx="3124200" cy="533400"/>
          </a:xfrm>
          <a:prstGeom prst="rect">
            <a:avLst/>
          </a:prstGeom>
          <a:noFill/>
          <a:ln w="12700" cap="sq">
            <a:noFill/>
            <a:miter lim="800000"/>
            <a:headEnd type="none" w="sm" len="sm"/>
            <a:tailEnd type="none" w="sm" len="sm"/>
          </a:ln>
          <a:effectLst/>
        </p:spPr>
        <p:txBody>
          <a:bodyPr/>
          <a:lstStyle/>
          <a:p>
            <a:pPr algn="r">
              <a:spcBef>
                <a:spcPct val="20000"/>
              </a:spcBef>
              <a:buClr>
                <a:srgbClr val="671739"/>
              </a:buClr>
              <a:tabLst>
                <a:tab pos="1550988" algn="l"/>
                <a:tab pos="4006850" algn="r"/>
                <a:tab pos="6172200" algn="r"/>
              </a:tabLst>
            </a:pPr>
            <a:r>
              <a:rPr lang="en-US" sz="2000" dirty="0">
                <a:latin typeface="Calibri" pitchFamily="34" charset="0"/>
              </a:rPr>
              <a:t>Which one should we use?  </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2801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1280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OleChart spid="128014" grpId="0"/>
      <p:bldP spid="128021"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a:p>
            <a:r>
              <a:rPr lang="en-US" dirty="0"/>
              <a:t>Would you rather make 100% or 50% on your investments?</a:t>
            </a:r>
          </a:p>
          <a:p>
            <a:endParaRPr lang="en-US" dirty="0"/>
          </a:p>
          <a:p>
            <a:endParaRPr lang="en-US" dirty="0"/>
          </a:p>
          <a:p>
            <a:r>
              <a:rPr lang="en-US" dirty="0"/>
              <a:t>What if the 100% return is on a $100 investment while the 50% return is on a $1,000 investment?</a:t>
            </a:r>
          </a:p>
          <a:p>
            <a:pPr marL="0" indent="0">
              <a:buNone/>
            </a:pPr>
            <a:endParaRPr lang="en-US" dirty="0"/>
          </a:p>
        </p:txBody>
      </p:sp>
      <p:sp>
        <p:nvSpPr>
          <p:cNvPr id="2" name="Title 1"/>
          <p:cNvSpPr>
            <a:spLocks noGrp="1"/>
          </p:cNvSpPr>
          <p:nvPr>
            <p:ph type="title"/>
          </p:nvPr>
        </p:nvSpPr>
        <p:spPr/>
        <p:txBody>
          <a:bodyPr/>
          <a:lstStyle/>
          <a:p>
            <a:r>
              <a:rPr lang="en-US" b="1">
                <a:solidFill>
                  <a:schemeClr val="tx1"/>
                </a:solidFill>
              </a:rPr>
              <a:t>The Scale Problem</a:t>
            </a:r>
            <a:endParaRPr lang="en-US"/>
          </a:p>
        </p:txBody>
      </p:sp>
      <p:sp>
        <p:nvSpPr>
          <p:cNvPr id="5" name="Slide Number Placeholder 4"/>
          <p:cNvSpPr>
            <a:spLocks noGrp="1"/>
          </p:cNvSpPr>
          <p:nvPr>
            <p:ph type="sldNum" sz="quarter" idx="10"/>
          </p:nvPr>
        </p:nvSpPr>
        <p:spPr/>
        <p:txBody>
          <a:bodyPr/>
          <a:lstStyle/>
          <a:p>
            <a:pPr>
              <a:defRPr/>
            </a:pPr>
            <a:fld id="{53C6635A-34F3-A644-864C-965AFE2D12DE}" type="slidenum">
              <a:rPr lang="en-US"/>
              <a:pPr>
                <a:defRPr/>
              </a:pPr>
              <a:t>18</a:t>
            </a:fld>
            <a:endParaRPr lang="en-US"/>
          </a:p>
        </p:txBody>
      </p:sp>
      <p:sp>
        <p:nvSpPr>
          <p:cNvPr id="4" name="Footer Placeholder 3"/>
          <p:cNvSpPr>
            <a:spLocks noGrp="1"/>
          </p:cNvSpPr>
          <p:nvPr>
            <p:ph type="ftr" sz="quarter" idx="11"/>
          </p:nvPr>
        </p:nvSpPr>
        <p:spPr/>
        <p:txBody>
          <a:bodyPr/>
          <a:lstStyle/>
          <a:p>
            <a:pPr>
              <a:defRPr/>
            </a:pPr>
            <a:r>
              <a:rPr lang="en-US"/>
              <a:t>Internal Rate of Return</a:t>
            </a:r>
          </a:p>
        </p:txBody>
      </p:sp>
      <p:graphicFrame>
        <p:nvGraphicFramePr>
          <p:cNvPr id="6" name="Object 6"/>
          <p:cNvGraphicFramePr>
            <a:graphicFrameLocks noChangeAspect="1"/>
          </p:cNvGraphicFramePr>
          <p:nvPr>
            <p:extLst>
              <p:ext uri="{D42A27DB-BD31-4B8C-83A1-F6EECF244321}">
                <p14:modId xmlns:p14="http://schemas.microsoft.com/office/powerpoint/2010/main" val="1998306331"/>
              </p:ext>
            </p:extLst>
          </p:nvPr>
        </p:nvGraphicFramePr>
        <p:xfrm>
          <a:off x="2514600" y="3581400"/>
          <a:ext cx="4000500" cy="1439182"/>
        </p:xfrm>
        <a:graphic>
          <a:graphicData uri="http://schemas.openxmlformats.org/presentationml/2006/ole">
            <mc:AlternateContent xmlns:mc="http://schemas.openxmlformats.org/markup-compatibility/2006">
              <mc:Choice xmlns:v="urn:schemas-microsoft-com:vml" Requires="v">
                <p:oleObj name="Worksheet" r:id="rId2" imgW="3647880" imgH="1718640" progId="Excel.Sheet.8">
                  <p:embed/>
                </p:oleObj>
              </mc:Choice>
              <mc:Fallback>
                <p:oleObj name="Worksheet" r:id="rId2" imgW="3647880" imgH="1718640" progId="Excel.Sheet.8">
                  <p:embed/>
                  <p:pic>
                    <p:nvPicPr>
                      <p:cNvPr id="6"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3581400"/>
                        <a:ext cx="4000500" cy="1439182"/>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25451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IRR: </a:t>
            </a:r>
            <a:r>
              <a:rPr lang="en-US" sz="1800" dirty="0"/>
              <a:t>The Interim Cash Flow Problem</a:t>
            </a:r>
            <a:endParaRPr lang="en-US" dirty="0"/>
          </a:p>
        </p:txBody>
      </p:sp>
      <p:sp>
        <p:nvSpPr>
          <p:cNvPr id="7" name="Slide Number Placeholder 4"/>
          <p:cNvSpPr>
            <a:spLocks noGrp="1"/>
          </p:cNvSpPr>
          <p:nvPr>
            <p:ph type="sldNum" sz="quarter" idx="10"/>
          </p:nvPr>
        </p:nvSpPr>
        <p:spPr/>
        <p:txBody>
          <a:bodyPr/>
          <a:lstStyle/>
          <a:p>
            <a:pPr>
              <a:defRPr/>
            </a:pPr>
            <a:fld id="{5981D83C-FE1A-2547-80EA-7C5CB57054CC}" type="slidenum">
              <a:rPr lang="en-US"/>
              <a:pPr>
                <a:defRPr/>
              </a:pPr>
              <a:t>19</a:t>
            </a:fld>
            <a:endParaRPr lang="en-US"/>
          </a:p>
        </p:txBody>
      </p:sp>
      <p:sp>
        <p:nvSpPr>
          <p:cNvPr id="6" name="Footer Placeholder 3"/>
          <p:cNvSpPr>
            <a:spLocks noGrp="1"/>
          </p:cNvSpPr>
          <p:nvPr>
            <p:ph type="ftr" sz="quarter" idx="11"/>
          </p:nvPr>
        </p:nvSpPr>
        <p:spPr/>
        <p:txBody>
          <a:bodyPr/>
          <a:lstStyle/>
          <a:p>
            <a:pPr>
              <a:defRPr/>
            </a:pPr>
            <a:r>
              <a:rPr lang="en-US"/>
              <a:t>Internal Rate of Return</a:t>
            </a:r>
          </a:p>
        </p:txBody>
      </p:sp>
      <p:pic>
        <p:nvPicPr>
          <p:cNvPr id="40964" name="Picture 4" descr="Snapshot 2009-01-23 20-39-4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 y="609600"/>
            <a:ext cx="8763000" cy="5486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80232" name="Text Box 8"/>
          <p:cNvSpPr txBox="1">
            <a:spLocks noChangeArrowheads="1"/>
          </p:cNvSpPr>
          <p:nvPr/>
        </p:nvSpPr>
        <p:spPr bwMode="auto">
          <a:xfrm>
            <a:off x="2971800" y="6096000"/>
            <a:ext cx="3230372" cy="25391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1050" dirty="0">
                <a:latin typeface="Calibri"/>
                <a:cs typeface="+mn-cs"/>
              </a:rPr>
              <a:t>*Kelleher &amp; </a:t>
            </a:r>
            <a:r>
              <a:rPr lang="en-US" sz="1050" dirty="0" err="1">
                <a:latin typeface="Calibri"/>
                <a:cs typeface="+mn-cs"/>
              </a:rPr>
              <a:t>MacCormack</a:t>
            </a:r>
            <a:r>
              <a:rPr lang="en-US" sz="1050" dirty="0">
                <a:latin typeface="Calibri"/>
                <a:cs typeface="+mn-cs"/>
              </a:rPr>
              <a:t>, IRR: A Cautionary Tale (2004)</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lstStyle/>
          <a:p>
            <a:pPr marL="387350" indent="-387350">
              <a:buSzPct val="100000"/>
              <a:buFont typeface="Arial"/>
              <a:buChar char="•"/>
              <a:defRPr/>
            </a:pPr>
            <a:r>
              <a:rPr lang="en-US" sz="2000" i="1" dirty="0" err="1">
                <a:latin typeface="Calibri"/>
              </a:rPr>
              <a:t>MIRR</a:t>
            </a:r>
            <a:r>
              <a:rPr lang="en-US" sz="2000" i="1" dirty="0">
                <a:latin typeface="Calibri"/>
              </a:rPr>
              <a:t>: </a:t>
            </a:r>
            <a:r>
              <a:rPr lang="en-US" sz="2000" dirty="0">
                <a:latin typeface="Calibri"/>
              </a:rPr>
              <a:t>Cash inflows are </a:t>
            </a:r>
            <a:r>
              <a:rPr lang="en-US" sz="2000" i="1" dirty="0">
                <a:latin typeface="Calibri"/>
              </a:rPr>
              <a:t>grown</a:t>
            </a:r>
            <a:r>
              <a:rPr lang="en-US" sz="2000" dirty="0">
                <a:latin typeface="Calibri"/>
              </a:rPr>
              <a:t> at </a:t>
            </a:r>
            <a:r>
              <a:rPr lang="en-US" sz="2000" b="1" i="1" dirty="0">
                <a:latin typeface="Calibri"/>
              </a:rPr>
              <a:t>specified</a:t>
            </a:r>
            <a:r>
              <a:rPr lang="en-US" sz="2000" b="1" dirty="0">
                <a:latin typeface="Calibri"/>
              </a:rPr>
              <a:t> reinvestment rate </a:t>
            </a:r>
            <a:r>
              <a:rPr lang="en-US" sz="2000" dirty="0">
                <a:latin typeface="Calibri"/>
              </a:rPr>
              <a:t>and cash outflows are </a:t>
            </a:r>
            <a:r>
              <a:rPr lang="en-US" sz="2000" i="1" dirty="0">
                <a:latin typeface="Calibri"/>
              </a:rPr>
              <a:t>discounted</a:t>
            </a:r>
            <a:r>
              <a:rPr lang="en-US" sz="2000" dirty="0">
                <a:latin typeface="Calibri"/>
              </a:rPr>
              <a:t> at a firm’s cost of capital.</a:t>
            </a:r>
          </a:p>
          <a:p>
            <a:pPr marL="977900" lvl="1" indent="-342900">
              <a:buSzPct val="50000"/>
              <a:defRPr/>
            </a:pPr>
            <a:r>
              <a:rPr lang="en-US" sz="1800" i="1" dirty="0">
                <a:latin typeface="Calibri"/>
              </a:rPr>
              <a:t>MIRR = -PV (Cash Out from Investment)*(1+MIRR)</a:t>
            </a:r>
            <a:r>
              <a:rPr lang="en-US" sz="1800" i="1" baseline="30000" dirty="0">
                <a:latin typeface="Calibri"/>
              </a:rPr>
              <a:t>T</a:t>
            </a:r>
            <a:r>
              <a:rPr lang="en-US" sz="1800" i="1" dirty="0">
                <a:latin typeface="Calibri"/>
              </a:rPr>
              <a:t> </a:t>
            </a:r>
            <a:r>
              <a:rPr lang="en-US" sz="1800" i="1" baseline="30000" dirty="0">
                <a:latin typeface="Calibri"/>
              </a:rPr>
              <a:t>=</a:t>
            </a:r>
            <a:r>
              <a:rPr lang="en-US" sz="1800" i="1" dirty="0">
                <a:latin typeface="Calibri"/>
              </a:rPr>
              <a:t> FV(Cash In to Investment)</a:t>
            </a:r>
          </a:p>
          <a:p>
            <a:endParaRPr lang="en-US" dirty="0"/>
          </a:p>
        </p:txBody>
      </p:sp>
      <p:sp>
        <p:nvSpPr>
          <p:cNvPr id="2" name="Title 1"/>
          <p:cNvSpPr>
            <a:spLocks noGrp="1"/>
          </p:cNvSpPr>
          <p:nvPr>
            <p:ph type="title"/>
          </p:nvPr>
        </p:nvSpPr>
        <p:spPr/>
        <p:txBody>
          <a:bodyPr/>
          <a:lstStyle/>
          <a:p>
            <a:r>
              <a:rPr lang="en-US" b="1" dirty="0"/>
              <a:t>Modified IRR and the Reinvestment Problem</a:t>
            </a:r>
          </a:p>
        </p:txBody>
      </p:sp>
      <p:sp>
        <p:nvSpPr>
          <p:cNvPr id="5" name="Slide Number Placeholder 4"/>
          <p:cNvSpPr>
            <a:spLocks noGrp="1"/>
          </p:cNvSpPr>
          <p:nvPr>
            <p:ph type="sldNum" sz="quarter" idx="10"/>
          </p:nvPr>
        </p:nvSpPr>
        <p:spPr/>
        <p:txBody>
          <a:bodyPr/>
          <a:lstStyle/>
          <a:p>
            <a:pPr>
              <a:defRPr/>
            </a:pPr>
            <a:fld id="{53C6635A-34F3-A644-864C-965AFE2D12DE}" type="slidenum">
              <a:rPr lang="en-US" smtClean="0"/>
              <a:pPr>
                <a:defRPr/>
              </a:pPr>
              <a:t>20</a:t>
            </a:fld>
            <a:endParaRPr lang="en-US"/>
          </a:p>
        </p:txBody>
      </p:sp>
      <p:sp>
        <p:nvSpPr>
          <p:cNvPr id="4" name="Footer Placeholder 3"/>
          <p:cNvSpPr>
            <a:spLocks noGrp="1"/>
          </p:cNvSpPr>
          <p:nvPr>
            <p:ph type="ftr" sz="quarter" idx="11"/>
          </p:nvPr>
        </p:nvSpPr>
        <p:spPr/>
        <p:txBody>
          <a:bodyPr/>
          <a:lstStyle/>
          <a:p>
            <a:pPr>
              <a:defRPr/>
            </a:pPr>
            <a:r>
              <a:rPr lang="en-US"/>
              <a:t>Internal Rate of Return</a:t>
            </a:r>
          </a:p>
        </p:txBody>
      </p:sp>
    </p:spTree>
    <p:extLst>
      <p:ext uri="{BB962C8B-B14F-4D97-AF65-F5344CB8AC3E}">
        <p14:creationId xmlns:p14="http://schemas.microsoft.com/office/powerpoint/2010/main" val="17373891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b="1" dirty="0"/>
              <a:t>IRR:  Early Exit Problem</a:t>
            </a:r>
          </a:p>
        </p:txBody>
      </p:sp>
      <p:sp>
        <p:nvSpPr>
          <p:cNvPr id="5" name="Slide Number Placeholder 4"/>
          <p:cNvSpPr>
            <a:spLocks noGrp="1"/>
          </p:cNvSpPr>
          <p:nvPr>
            <p:ph type="sldNum" sz="quarter" idx="10"/>
          </p:nvPr>
        </p:nvSpPr>
        <p:spPr/>
        <p:txBody>
          <a:bodyPr/>
          <a:lstStyle/>
          <a:p>
            <a:pPr>
              <a:defRPr/>
            </a:pPr>
            <a:fld id="{D366A8B4-0985-C34A-94E9-F6621183B73B}" type="slidenum">
              <a:rPr lang="en-US" smtClean="0"/>
              <a:pPr>
                <a:defRPr/>
              </a:pPr>
              <a:t>21</a:t>
            </a:fld>
            <a:endParaRPr lang="en-US"/>
          </a:p>
        </p:txBody>
      </p:sp>
      <p:sp>
        <p:nvSpPr>
          <p:cNvPr id="4" name="Footer Placeholder 3"/>
          <p:cNvSpPr>
            <a:spLocks noGrp="1"/>
          </p:cNvSpPr>
          <p:nvPr>
            <p:ph type="ftr" sz="quarter" idx="11"/>
          </p:nvPr>
        </p:nvSpPr>
        <p:spPr/>
        <p:txBody>
          <a:bodyPr/>
          <a:lstStyle/>
          <a:p>
            <a:pPr>
              <a:defRPr/>
            </a:pPr>
            <a:r>
              <a:rPr lang="en-US"/>
              <a:t>Internal Rate of Return</a:t>
            </a:r>
          </a:p>
        </p:txBody>
      </p:sp>
      <p:sp>
        <p:nvSpPr>
          <p:cNvPr id="41989" name="TextBox 6"/>
          <p:cNvSpPr txBox="1">
            <a:spLocks noChangeArrowheads="1"/>
          </p:cNvSpPr>
          <p:nvPr/>
        </p:nvSpPr>
        <p:spPr bwMode="auto">
          <a:xfrm>
            <a:off x="1905000" y="6172200"/>
            <a:ext cx="5198057"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00" dirty="0" err="1">
                <a:latin typeface="Calibri"/>
              </a:rPr>
              <a:t>Phalippou</a:t>
            </a:r>
            <a:r>
              <a:rPr lang="en-US" sz="1000" dirty="0">
                <a:latin typeface="Calibri"/>
              </a:rPr>
              <a:t>, </a:t>
            </a:r>
            <a:r>
              <a:rPr lang="en-US" sz="1000" i="1" dirty="0">
                <a:latin typeface="Calibri"/>
              </a:rPr>
              <a:t>The Hazards of Using IRR to Measure Performance:  The Case of Private Equity, </a:t>
            </a:r>
            <a:r>
              <a:rPr lang="en-US" sz="1000" i="1" dirty="0" err="1">
                <a:latin typeface="Calibri"/>
              </a:rPr>
              <a:t>Tbl</a:t>
            </a:r>
            <a:r>
              <a:rPr lang="en-US" sz="1000" i="1" dirty="0">
                <a:latin typeface="Calibri"/>
              </a:rPr>
              <a:t>. 3</a:t>
            </a:r>
          </a:p>
        </p:txBody>
      </p:sp>
      <p:sp>
        <p:nvSpPr>
          <p:cNvPr id="8" name="Text Box 4"/>
          <p:cNvSpPr txBox="1">
            <a:spLocks noChangeArrowheads="1"/>
          </p:cNvSpPr>
          <p:nvPr/>
        </p:nvSpPr>
        <p:spPr bwMode="auto">
          <a:xfrm>
            <a:off x="511629" y="633166"/>
            <a:ext cx="8610600" cy="18158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marL="342900" indent="-342900">
              <a:spcBef>
                <a:spcPct val="50000"/>
              </a:spcBef>
              <a:buFont typeface="Arial" panose="020B0604020202020204" pitchFamily="34" charset="0"/>
              <a:buChar char="•"/>
              <a:defRPr/>
            </a:pPr>
            <a:r>
              <a:rPr lang="en-US" sz="1600" dirty="0">
                <a:latin typeface="Calibri"/>
                <a:cs typeface="Calibri"/>
              </a:rPr>
              <a:t>Initial investment of $100 increases to $150 at the end of Y</a:t>
            </a:r>
            <a:r>
              <a:rPr lang="en-US" sz="1600" baseline="-25000" dirty="0">
                <a:latin typeface="Calibri"/>
                <a:cs typeface="Calibri"/>
              </a:rPr>
              <a:t>1</a:t>
            </a:r>
            <a:r>
              <a:rPr lang="en-US" sz="1600" dirty="0">
                <a:latin typeface="Calibri"/>
                <a:cs typeface="Calibri"/>
              </a:rPr>
              <a:t>.  The discount rate = 12%</a:t>
            </a:r>
          </a:p>
          <a:p>
            <a:pPr marL="342900" indent="-342900">
              <a:spcBef>
                <a:spcPct val="50000"/>
              </a:spcBef>
              <a:buFont typeface="Arial" panose="020B0604020202020204" pitchFamily="34" charset="0"/>
              <a:buChar char="•"/>
              <a:defRPr/>
            </a:pPr>
            <a:r>
              <a:rPr lang="en-US" sz="1600" b="1" dirty="0">
                <a:latin typeface="Calibri"/>
                <a:cs typeface="Calibri"/>
              </a:rPr>
              <a:t>Scenario 1</a:t>
            </a:r>
            <a:r>
              <a:rPr lang="en-US" sz="1600" dirty="0">
                <a:latin typeface="Calibri"/>
                <a:cs typeface="Calibri"/>
              </a:rPr>
              <a:t>: investment is sold.  </a:t>
            </a:r>
          </a:p>
          <a:p>
            <a:pPr marL="342900" indent="-342900">
              <a:spcBef>
                <a:spcPct val="50000"/>
              </a:spcBef>
              <a:buFont typeface="Arial" panose="020B0604020202020204" pitchFamily="34" charset="0"/>
              <a:buChar char="•"/>
              <a:defRPr/>
            </a:pPr>
            <a:r>
              <a:rPr lang="en-US" sz="1600" b="1" dirty="0">
                <a:latin typeface="Calibri"/>
                <a:cs typeface="Calibri"/>
              </a:rPr>
              <a:t>Scenario 2</a:t>
            </a:r>
            <a:r>
              <a:rPr lang="en-US" sz="1600" dirty="0">
                <a:latin typeface="Calibri"/>
                <a:cs typeface="Calibri"/>
              </a:rPr>
              <a:t>: investment maintained but increases in value by 20%</a:t>
            </a:r>
          </a:p>
          <a:p>
            <a:pPr marL="342900" indent="-342900">
              <a:spcBef>
                <a:spcPct val="50000"/>
              </a:spcBef>
              <a:buFont typeface="Arial" panose="020B0604020202020204" pitchFamily="34" charset="0"/>
              <a:buChar char="•"/>
              <a:defRPr/>
            </a:pPr>
            <a:r>
              <a:rPr lang="en-US" sz="1600" b="1" dirty="0">
                <a:latin typeface="Calibri"/>
                <a:cs typeface="Calibri"/>
              </a:rPr>
              <a:t>Scenario 3</a:t>
            </a:r>
            <a:r>
              <a:rPr lang="en-US" sz="1600" dirty="0">
                <a:latin typeface="Calibri"/>
                <a:cs typeface="Calibri"/>
              </a:rPr>
              <a:t>, initial capital of $100 is taken out and $50 is left, which accrues at </a:t>
            </a:r>
            <a:r>
              <a:rPr lang="en-US" sz="1600">
                <a:latin typeface="Calibri"/>
                <a:cs typeface="Calibri"/>
              </a:rPr>
              <a:t>10%.  </a:t>
            </a:r>
            <a:endParaRPr lang="en-US" sz="1600" dirty="0">
              <a:latin typeface="Calibri"/>
              <a:cs typeface="Calibri"/>
            </a:endParaRPr>
          </a:p>
          <a:p>
            <a:pPr marL="342900" indent="-342900">
              <a:spcBef>
                <a:spcPct val="50000"/>
              </a:spcBef>
              <a:buFont typeface="Arial" panose="020B0604020202020204" pitchFamily="34" charset="0"/>
              <a:buChar char="•"/>
              <a:defRPr/>
            </a:pPr>
            <a:r>
              <a:rPr lang="en-US" sz="1600" b="1" dirty="0">
                <a:solidFill>
                  <a:srgbClr val="FF0000"/>
                </a:solidFill>
                <a:latin typeface="Calibri"/>
                <a:cs typeface="Calibri"/>
              </a:rPr>
              <a:t>If you are paid on the basis of IRR, which scenario would you choose?</a:t>
            </a:r>
          </a:p>
        </p:txBody>
      </p:sp>
      <p:pic>
        <p:nvPicPr>
          <p:cNvPr id="9" name="Picture 8">
            <a:extLst>
              <a:ext uri="{FF2B5EF4-FFF2-40B4-BE49-F238E27FC236}">
                <a16:creationId xmlns:a16="http://schemas.microsoft.com/office/drawing/2014/main" id="{9DCE4254-DC68-B44B-BFCC-99915A363622}"/>
              </a:ext>
            </a:extLst>
          </p:cNvPr>
          <p:cNvPicPr>
            <a:picLocks noChangeAspect="1"/>
          </p:cNvPicPr>
          <p:nvPr/>
        </p:nvPicPr>
        <p:blipFill>
          <a:blip r:embed="rId3"/>
          <a:stretch>
            <a:fillRect/>
          </a:stretch>
        </p:blipFill>
        <p:spPr>
          <a:xfrm>
            <a:off x="384048" y="2751215"/>
            <a:ext cx="8458200" cy="3276600"/>
          </a:xfrm>
          <a:prstGeom prst="rect">
            <a:avLst/>
          </a:prstGeom>
          <a:ln>
            <a:solidFill>
              <a:schemeClr val="tx2"/>
            </a:solidFill>
          </a:ln>
        </p:spPr>
      </p:pic>
      <p:sp>
        <p:nvSpPr>
          <p:cNvPr id="10" name="Right Brace 9">
            <a:extLst>
              <a:ext uri="{FF2B5EF4-FFF2-40B4-BE49-F238E27FC236}">
                <a16:creationId xmlns:a16="http://schemas.microsoft.com/office/drawing/2014/main" id="{E0EB5B73-DC90-C049-B59F-34245AFDEB35}"/>
              </a:ext>
            </a:extLst>
          </p:cNvPr>
          <p:cNvSpPr/>
          <p:nvPr/>
        </p:nvSpPr>
        <p:spPr>
          <a:xfrm>
            <a:off x="5410200" y="3924283"/>
            <a:ext cx="304800" cy="1409678"/>
          </a:xfrm>
          <a:prstGeom prst="rightBrace">
            <a:avLst>
              <a:gd name="adj1" fmla="val 8333"/>
              <a:gd name="adj2" fmla="val 11429"/>
            </a:avLst>
          </a:prstGeom>
          <a:ln w="28575">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4" name="Right Brace 13">
            <a:extLst>
              <a:ext uri="{FF2B5EF4-FFF2-40B4-BE49-F238E27FC236}">
                <a16:creationId xmlns:a16="http://schemas.microsoft.com/office/drawing/2014/main" id="{0C270D80-D95E-3D4D-9192-ECDDB44D4D09}"/>
              </a:ext>
            </a:extLst>
          </p:cNvPr>
          <p:cNvSpPr/>
          <p:nvPr/>
        </p:nvSpPr>
        <p:spPr>
          <a:xfrm>
            <a:off x="4199228" y="4038600"/>
            <a:ext cx="304800" cy="1295367"/>
          </a:xfrm>
          <a:prstGeom prst="rightBrace">
            <a:avLst>
              <a:gd name="adj1" fmla="val 73213"/>
              <a:gd name="adj2" fmla="val 70715"/>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C1BFECDD-66D2-6D4E-A479-744B786E6B38}"/>
              </a:ext>
            </a:extLst>
          </p:cNvPr>
          <p:cNvCxnSpPr>
            <a:cxnSpLocks/>
          </p:cNvCxnSpPr>
          <p:nvPr/>
        </p:nvCxnSpPr>
        <p:spPr>
          <a:xfrm>
            <a:off x="4504028" y="4953000"/>
            <a:ext cx="1134772" cy="0"/>
          </a:xfrm>
          <a:prstGeom prst="line">
            <a:avLst/>
          </a:prstGeom>
          <a:ln w="34925">
            <a:headEnd type="stealth"/>
            <a:tailEnd w="lg"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p:txBody>
          <a:bodyPr/>
          <a:lstStyle/>
          <a:p>
            <a:pPr eaLnBrk="1" hangingPunct="1">
              <a:defRPr/>
            </a:pPr>
            <a:r>
              <a:rPr lang="en-US" b="1" dirty="0">
                <a:cs typeface="+mj-cs"/>
              </a:rPr>
              <a:t>IRR:  The Reinvestment Assumption, Bonds, and </a:t>
            </a:r>
            <a:r>
              <a:rPr lang="en-US" b="1" dirty="0" err="1">
                <a:cs typeface="+mj-cs"/>
              </a:rPr>
              <a:t>YTM</a:t>
            </a:r>
            <a:endParaRPr lang="en-US" dirty="0">
              <a:cs typeface="+mj-cs"/>
            </a:endParaRPr>
          </a:p>
        </p:txBody>
      </p:sp>
      <p:sp>
        <p:nvSpPr>
          <p:cNvPr id="5" name="Slide Number Placeholder 3"/>
          <p:cNvSpPr>
            <a:spLocks noGrp="1"/>
          </p:cNvSpPr>
          <p:nvPr>
            <p:ph type="sldNum" sz="quarter" idx="10"/>
          </p:nvPr>
        </p:nvSpPr>
        <p:spPr/>
        <p:txBody>
          <a:bodyPr/>
          <a:lstStyle/>
          <a:p>
            <a:pPr>
              <a:defRPr/>
            </a:pPr>
            <a:fld id="{ADDAB4EB-920D-204A-B96E-9B3322ECA71D}" type="slidenum">
              <a:rPr lang="en-US"/>
              <a:pPr>
                <a:defRPr/>
              </a:pPr>
              <a:t>22</a:t>
            </a:fld>
            <a:endParaRPr lang="en-US"/>
          </a:p>
        </p:txBody>
      </p:sp>
      <p:sp>
        <p:nvSpPr>
          <p:cNvPr id="4" name="Footer Placeholder 2"/>
          <p:cNvSpPr>
            <a:spLocks noGrp="1"/>
          </p:cNvSpPr>
          <p:nvPr>
            <p:ph type="ftr" sz="quarter" idx="11"/>
          </p:nvPr>
        </p:nvSpPr>
        <p:spPr/>
        <p:txBody>
          <a:bodyPr/>
          <a:lstStyle/>
          <a:p>
            <a:pPr>
              <a:defRPr/>
            </a:pPr>
            <a:r>
              <a:rPr lang="en-US"/>
              <a:t>Internal Rate of Return</a:t>
            </a:r>
          </a:p>
        </p:txBody>
      </p:sp>
      <p:graphicFrame>
        <p:nvGraphicFramePr>
          <p:cNvPr id="43012" name="Object 3"/>
          <p:cNvGraphicFramePr>
            <a:graphicFrameLocks noChangeAspect="1"/>
          </p:cNvGraphicFramePr>
          <p:nvPr>
            <p:extLst>
              <p:ext uri="{D42A27DB-BD31-4B8C-83A1-F6EECF244321}">
                <p14:modId xmlns:p14="http://schemas.microsoft.com/office/powerpoint/2010/main" val="1451211576"/>
              </p:ext>
            </p:extLst>
          </p:nvPr>
        </p:nvGraphicFramePr>
        <p:xfrm>
          <a:off x="1160463" y="1357313"/>
          <a:ext cx="7113587" cy="3916362"/>
        </p:xfrm>
        <a:graphic>
          <a:graphicData uri="http://schemas.openxmlformats.org/presentationml/2006/ole">
            <mc:AlternateContent xmlns:mc="http://schemas.openxmlformats.org/markup-compatibility/2006">
              <mc:Choice xmlns:v="urn:schemas-microsoft-com:vml" Requires="v">
                <p:oleObj name="Worksheet" r:id="rId3" imgW="6032500" imgH="2781300" progId="Excel.Sheet.8">
                  <p:embed/>
                </p:oleObj>
              </mc:Choice>
              <mc:Fallback>
                <p:oleObj name="Worksheet" r:id="rId3" imgW="6032500" imgH="2781300" progId="Excel.Sheet.8">
                  <p:embed/>
                  <p:pic>
                    <p:nvPicPr>
                      <p:cNvPr id="43012" name="Object 3"/>
                      <p:cNvPicPr>
                        <a:picLocks noChangeAspect="1" noChangeArrowheads="1"/>
                      </p:cNvPicPr>
                      <p:nvPr/>
                    </p:nvPicPr>
                    <p:blipFill>
                      <a:blip r:embed="rId4"/>
                      <a:srcRect/>
                      <a:stretch>
                        <a:fillRect/>
                      </a:stretch>
                    </p:blipFill>
                    <p:spPr bwMode="auto">
                      <a:xfrm>
                        <a:off x="1160463" y="1357313"/>
                        <a:ext cx="7113587" cy="3916362"/>
                      </a:xfrm>
                      <a:prstGeom prst="rect">
                        <a:avLst/>
                      </a:prstGeom>
                      <a:noFill/>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7" dir="2700000" algn="ctr" rotWithShape="0">
                                <a:srgbClr val="000000">
                                  <a:alpha val="74997"/>
                                </a:srgbClr>
                              </a:outerShdw>
                            </a:effectLst>
                          </a14:hiddenEffects>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7" name="Rectangle 3"/>
          <p:cNvSpPr>
            <a:spLocks noGrp="1" noChangeArrowheads="1"/>
          </p:cNvSpPr>
          <p:nvPr>
            <p:ph idx="1"/>
          </p:nvPr>
        </p:nvSpPr>
        <p:spPr/>
        <p:txBody>
          <a:bodyPr/>
          <a:lstStyle/>
          <a:p>
            <a:pPr eaLnBrk="1" hangingPunct="1">
              <a:defRPr/>
            </a:pPr>
            <a:r>
              <a:rPr lang="en-US">
                <a:cs typeface="+mn-cs"/>
              </a:rPr>
              <a:t>In a </a:t>
            </a:r>
            <a:r>
              <a:rPr lang="en-US" i="1">
                <a:cs typeface="+mn-cs"/>
              </a:rPr>
              <a:t>financing project</a:t>
            </a:r>
            <a:r>
              <a:rPr lang="en-US">
                <a:cs typeface="+mn-cs"/>
              </a:rPr>
              <a:t>, +CF</a:t>
            </a:r>
            <a:r>
              <a:rPr lang="en-US" baseline="-25000">
                <a:cs typeface="+mn-cs"/>
              </a:rPr>
              <a:t>0 </a:t>
            </a:r>
            <a:r>
              <a:rPr lang="en-US">
                <a:cs typeface="+mn-cs"/>
              </a:rPr>
              <a:t>+(-CF</a:t>
            </a:r>
            <a:r>
              <a:rPr lang="en-US" baseline="-25000">
                <a:cs typeface="+mn-cs"/>
              </a:rPr>
              <a:t>1</a:t>
            </a:r>
            <a:r>
              <a:rPr lang="en-US">
                <a:cs typeface="+mn-cs"/>
              </a:rPr>
              <a:t>) +(-CF</a:t>
            </a:r>
            <a:r>
              <a:rPr lang="en-US" baseline="-25000">
                <a:cs typeface="+mn-cs"/>
              </a:rPr>
              <a:t>2</a:t>
            </a:r>
            <a:r>
              <a:rPr lang="en-US">
                <a:cs typeface="+mn-cs"/>
              </a:rPr>
              <a:t>), the project should be accepted only if the IRR is </a:t>
            </a:r>
            <a:r>
              <a:rPr lang="en-US" b="1">
                <a:cs typeface="+mn-cs"/>
              </a:rPr>
              <a:t>less than</a:t>
            </a:r>
            <a:r>
              <a:rPr lang="en-US">
                <a:cs typeface="+mn-cs"/>
              </a:rPr>
              <a:t> the discount or interest rate</a:t>
            </a:r>
          </a:p>
          <a:p>
            <a:pPr eaLnBrk="1" hangingPunct="1">
              <a:defRPr/>
            </a:pPr>
            <a:endParaRPr lang="en-US">
              <a:cs typeface="+mn-cs"/>
            </a:endParaRPr>
          </a:p>
          <a:p>
            <a:pPr eaLnBrk="1" hangingPunct="1">
              <a:defRPr/>
            </a:pPr>
            <a:r>
              <a:rPr lang="en-US"/>
              <a:t>In an </a:t>
            </a:r>
            <a:r>
              <a:rPr lang="en-US" i="1"/>
              <a:t>investing project</a:t>
            </a:r>
            <a:r>
              <a:rPr lang="en-US"/>
              <a:t>, -CF</a:t>
            </a:r>
            <a:r>
              <a:rPr lang="en-US" baseline="-25000"/>
              <a:t>0 </a:t>
            </a:r>
            <a:r>
              <a:rPr lang="en-US"/>
              <a:t>+(CF</a:t>
            </a:r>
            <a:r>
              <a:rPr lang="en-US" baseline="-25000"/>
              <a:t>1</a:t>
            </a:r>
            <a:r>
              <a:rPr lang="en-US"/>
              <a:t>) +(CF</a:t>
            </a:r>
            <a:r>
              <a:rPr lang="en-US" baseline="-25000"/>
              <a:t>2</a:t>
            </a:r>
            <a:r>
              <a:rPr lang="en-US"/>
              <a:t>), the project should be accepted only if the IRR is </a:t>
            </a:r>
            <a:r>
              <a:rPr lang="en-US" b="1"/>
              <a:t>greater than </a:t>
            </a:r>
            <a:r>
              <a:rPr lang="en-US"/>
              <a:t>the discount or interest rate</a:t>
            </a:r>
          </a:p>
          <a:p>
            <a:pPr eaLnBrk="1" hangingPunct="1">
              <a:defRPr/>
            </a:pPr>
            <a:endParaRPr lang="en-US">
              <a:cs typeface="+mn-cs"/>
            </a:endParaRPr>
          </a:p>
        </p:txBody>
      </p:sp>
      <p:sp>
        <p:nvSpPr>
          <p:cNvPr id="185346" name="Rectangle 2"/>
          <p:cNvSpPr>
            <a:spLocks noGrp="1" noChangeArrowheads="1"/>
          </p:cNvSpPr>
          <p:nvPr>
            <p:ph type="title"/>
          </p:nvPr>
        </p:nvSpPr>
        <p:spPr/>
        <p:txBody>
          <a:bodyPr/>
          <a:lstStyle/>
          <a:p>
            <a:pPr eaLnBrk="1" hangingPunct="1">
              <a:defRPr/>
            </a:pPr>
            <a:r>
              <a:rPr lang="en-US" b="1">
                <a:cs typeface="+mj-cs"/>
              </a:rPr>
              <a:t>Investing v. Financing</a:t>
            </a:r>
          </a:p>
        </p:txBody>
      </p:sp>
      <p:sp>
        <p:nvSpPr>
          <p:cNvPr id="5" name="Slide Number Placeholder 4"/>
          <p:cNvSpPr>
            <a:spLocks noGrp="1"/>
          </p:cNvSpPr>
          <p:nvPr>
            <p:ph type="sldNum" sz="quarter" idx="10"/>
          </p:nvPr>
        </p:nvSpPr>
        <p:spPr/>
        <p:txBody>
          <a:bodyPr/>
          <a:lstStyle/>
          <a:p>
            <a:pPr>
              <a:defRPr/>
            </a:pPr>
            <a:fld id="{5C2BCA56-3FDE-2F4D-AC3A-273C60D757DA}" type="slidenum">
              <a:rPr lang="en-US"/>
              <a:pPr>
                <a:defRPr/>
              </a:pPr>
              <a:t>23</a:t>
            </a:fld>
            <a:endParaRPr lang="en-US"/>
          </a:p>
        </p:txBody>
      </p:sp>
      <p:sp>
        <p:nvSpPr>
          <p:cNvPr id="4" name="Footer Placeholder 3"/>
          <p:cNvSpPr>
            <a:spLocks noGrp="1"/>
          </p:cNvSpPr>
          <p:nvPr>
            <p:ph type="ftr" sz="quarter" idx="11"/>
          </p:nvPr>
        </p:nvSpPr>
        <p:spPr/>
        <p:txBody>
          <a:bodyPr/>
          <a:lstStyle/>
          <a:p>
            <a:pPr>
              <a:defRPr/>
            </a:pPr>
            <a:r>
              <a:rPr lang="en-US"/>
              <a:t>Internal Rate of Return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53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53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7"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A05E767-30B3-1B84-1D9F-CB0AF0D86C24}"/>
              </a:ext>
            </a:extLst>
          </p:cNvPr>
          <p:cNvSpPr>
            <a:spLocks noGrp="1"/>
          </p:cNvSpPr>
          <p:nvPr>
            <p:ph idx="1"/>
          </p:nvPr>
        </p:nvSpPr>
        <p:spPr/>
        <p:txBody>
          <a:bodyPr/>
          <a:lstStyle/>
          <a:p>
            <a:pPr marL="342900" indent="-342900" eaLnBrk="1" hangingPunct="1"/>
            <a:r>
              <a:rPr lang="en-US" altLang="en-US" sz="2800" dirty="0"/>
              <a:t>How long does it take the project to “pay back” its initial investment?</a:t>
            </a:r>
          </a:p>
          <a:p>
            <a:pPr marL="342900" indent="-342900" eaLnBrk="1" hangingPunct="1"/>
            <a:r>
              <a:rPr lang="en-US" altLang="en-US" sz="2800" dirty="0"/>
              <a:t>Payback Period = number of years to recover initial costs</a:t>
            </a:r>
          </a:p>
          <a:p>
            <a:pPr marL="342900" indent="-342900" eaLnBrk="1" hangingPunct="1"/>
            <a:r>
              <a:rPr lang="en-US" altLang="en-US" sz="2800" dirty="0"/>
              <a:t>Minimum Acceptance Criteria: </a:t>
            </a:r>
          </a:p>
          <a:p>
            <a:pPr marL="742950" lvl="1" indent="-285750" eaLnBrk="1" hangingPunct="1"/>
            <a:r>
              <a:rPr lang="en-US" altLang="en-US" sz="2400" dirty="0"/>
              <a:t>set by management</a:t>
            </a:r>
          </a:p>
          <a:p>
            <a:pPr marL="342900" indent="-342900" eaLnBrk="1" hangingPunct="1"/>
            <a:r>
              <a:rPr lang="en-US" altLang="en-US" sz="2800" dirty="0"/>
              <a:t>Ranking Criteria: </a:t>
            </a:r>
          </a:p>
          <a:p>
            <a:pPr marL="742950" lvl="1" indent="-285750" eaLnBrk="1" hangingPunct="1"/>
            <a:r>
              <a:rPr lang="en-US" altLang="en-US" sz="2400" dirty="0"/>
              <a:t>set by management</a:t>
            </a:r>
          </a:p>
          <a:p>
            <a:pPr marL="342900" indent="-342900"/>
            <a:r>
              <a:rPr lang="en-US" altLang="en-US" sz="2800" dirty="0"/>
              <a:t>Disadvantages??</a:t>
            </a:r>
          </a:p>
          <a:p>
            <a:pPr marL="571500" indent="-285750"/>
            <a:endParaRPr lang="en-US" sz="2550" dirty="0"/>
          </a:p>
        </p:txBody>
      </p:sp>
      <p:sp>
        <p:nvSpPr>
          <p:cNvPr id="3" name="Title 2">
            <a:extLst>
              <a:ext uri="{FF2B5EF4-FFF2-40B4-BE49-F238E27FC236}">
                <a16:creationId xmlns:a16="http://schemas.microsoft.com/office/drawing/2014/main" id="{C3BCA651-53A7-D50F-AE73-7E7D31AAB810}"/>
              </a:ext>
            </a:extLst>
          </p:cNvPr>
          <p:cNvSpPr>
            <a:spLocks noGrp="1"/>
          </p:cNvSpPr>
          <p:nvPr>
            <p:ph type="title"/>
          </p:nvPr>
        </p:nvSpPr>
        <p:spPr/>
        <p:txBody>
          <a:bodyPr/>
          <a:lstStyle/>
          <a:p>
            <a:r>
              <a:rPr lang="en-US" dirty="0"/>
              <a:t>Payback Rule</a:t>
            </a:r>
          </a:p>
        </p:txBody>
      </p:sp>
      <p:sp>
        <p:nvSpPr>
          <p:cNvPr id="4" name="Slide Number Placeholder 3">
            <a:extLst>
              <a:ext uri="{FF2B5EF4-FFF2-40B4-BE49-F238E27FC236}">
                <a16:creationId xmlns:a16="http://schemas.microsoft.com/office/drawing/2014/main" id="{970429AF-6BE5-BDD5-C22C-2E8E94C440CB}"/>
              </a:ext>
            </a:extLst>
          </p:cNvPr>
          <p:cNvSpPr>
            <a:spLocks noGrp="1"/>
          </p:cNvSpPr>
          <p:nvPr>
            <p:ph type="sldNum" sz="quarter" idx="10"/>
          </p:nvPr>
        </p:nvSpPr>
        <p:spPr/>
        <p:txBody>
          <a:bodyPr/>
          <a:lstStyle/>
          <a:p>
            <a:fld id="{7B3E355C-57B9-BC4B-95D8-406A1F834537}" type="slidenum">
              <a:rPr lang="en-US" altLang="en-US" smtClean="0"/>
              <a:pPr/>
              <a:t>24</a:t>
            </a:fld>
            <a:endParaRPr lang="en-US" altLang="en-US" dirty="0"/>
          </a:p>
        </p:txBody>
      </p:sp>
      <p:sp>
        <p:nvSpPr>
          <p:cNvPr id="5" name="Footer Placeholder 4">
            <a:extLst>
              <a:ext uri="{FF2B5EF4-FFF2-40B4-BE49-F238E27FC236}">
                <a16:creationId xmlns:a16="http://schemas.microsoft.com/office/drawing/2014/main" id="{09CDA688-4ABF-81E3-6395-3F1A05DF6052}"/>
              </a:ext>
            </a:extLst>
          </p:cNvPr>
          <p:cNvSpPr>
            <a:spLocks noGrp="1"/>
          </p:cNvSpPr>
          <p:nvPr>
            <p:ph type="ftr" sz="quarter" idx="11"/>
          </p:nvPr>
        </p:nvSpPr>
        <p:spPr/>
        <p:txBody>
          <a:bodyPr/>
          <a:lstStyle/>
          <a:p>
            <a:pPr>
              <a:defRPr/>
            </a:pPr>
            <a:r>
              <a:rPr lang="en-US"/>
              <a:t>Internal Rate of Return</a:t>
            </a:r>
            <a:endParaRPr lang="en-US" dirty="0"/>
          </a:p>
        </p:txBody>
      </p:sp>
    </p:spTree>
    <p:extLst>
      <p:ext uri="{BB962C8B-B14F-4D97-AF65-F5344CB8AC3E}">
        <p14:creationId xmlns:p14="http://schemas.microsoft.com/office/powerpoint/2010/main" val="3193683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screenshot of a form&#10;&#10;Description automatically generated">
            <a:extLst>
              <a:ext uri="{FF2B5EF4-FFF2-40B4-BE49-F238E27FC236}">
                <a16:creationId xmlns:a16="http://schemas.microsoft.com/office/drawing/2014/main" id="{3CE51E61-34E5-7D6F-A1FB-15D2C98C40D0}"/>
              </a:ext>
            </a:extLst>
          </p:cNvPr>
          <p:cNvPicPr>
            <a:picLocks noGrp="1" noChangeAspect="1"/>
          </p:cNvPicPr>
          <p:nvPr>
            <p:ph idx="1"/>
          </p:nvPr>
        </p:nvPicPr>
        <p:blipFill>
          <a:blip r:embed="rId2"/>
          <a:stretch>
            <a:fillRect/>
          </a:stretch>
        </p:blipFill>
        <p:spPr>
          <a:xfrm>
            <a:off x="384175" y="990600"/>
            <a:ext cx="8458200" cy="4495800"/>
          </a:xfrm>
        </p:spPr>
      </p:pic>
      <p:sp>
        <p:nvSpPr>
          <p:cNvPr id="3" name="Title 2">
            <a:extLst>
              <a:ext uri="{FF2B5EF4-FFF2-40B4-BE49-F238E27FC236}">
                <a16:creationId xmlns:a16="http://schemas.microsoft.com/office/drawing/2014/main" id="{1172EF2D-44D5-E6A9-EF71-F31FB7B6CDD1}"/>
              </a:ext>
            </a:extLst>
          </p:cNvPr>
          <p:cNvSpPr>
            <a:spLocks noGrp="1"/>
          </p:cNvSpPr>
          <p:nvPr>
            <p:ph type="title"/>
          </p:nvPr>
        </p:nvSpPr>
        <p:spPr/>
        <p:txBody>
          <a:bodyPr/>
          <a:lstStyle/>
          <a:p>
            <a:r>
              <a:rPr lang="en-US" dirty="0"/>
              <a:t>Disclosure Example</a:t>
            </a:r>
          </a:p>
        </p:txBody>
      </p:sp>
      <p:sp>
        <p:nvSpPr>
          <p:cNvPr id="4" name="Slide Number Placeholder 3">
            <a:extLst>
              <a:ext uri="{FF2B5EF4-FFF2-40B4-BE49-F238E27FC236}">
                <a16:creationId xmlns:a16="http://schemas.microsoft.com/office/drawing/2014/main" id="{45F967FF-67F2-4D86-9BA1-25984F1FB7C2}"/>
              </a:ext>
            </a:extLst>
          </p:cNvPr>
          <p:cNvSpPr>
            <a:spLocks noGrp="1"/>
          </p:cNvSpPr>
          <p:nvPr>
            <p:ph type="sldNum" sz="quarter" idx="10"/>
          </p:nvPr>
        </p:nvSpPr>
        <p:spPr/>
        <p:txBody>
          <a:bodyPr/>
          <a:lstStyle/>
          <a:p>
            <a:fld id="{7B3E355C-57B9-BC4B-95D8-406A1F834537}" type="slidenum">
              <a:rPr lang="en-US" altLang="en-US" smtClean="0"/>
              <a:pPr/>
              <a:t>25</a:t>
            </a:fld>
            <a:endParaRPr lang="en-US" altLang="en-US" dirty="0"/>
          </a:p>
        </p:txBody>
      </p:sp>
      <p:sp>
        <p:nvSpPr>
          <p:cNvPr id="5" name="Footer Placeholder 4">
            <a:extLst>
              <a:ext uri="{FF2B5EF4-FFF2-40B4-BE49-F238E27FC236}">
                <a16:creationId xmlns:a16="http://schemas.microsoft.com/office/drawing/2014/main" id="{CD7F48A4-2FEF-02E7-B270-6005A99F3537}"/>
              </a:ext>
            </a:extLst>
          </p:cNvPr>
          <p:cNvSpPr>
            <a:spLocks noGrp="1"/>
          </p:cNvSpPr>
          <p:nvPr>
            <p:ph type="ftr" sz="quarter" idx="11"/>
          </p:nvPr>
        </p:nvSpPr>
        <p:spPr/>
        <p:txBody>
          <a:bodyPr/>
          <a:lstStyle/>
          <a:p>
            <a:pPr>
              <a:defRPr/>
            </a:pPr>
            <a:r>
              <a:rPr lang="en-US"/>
              <a:t>Internal Rate of Return</a:t>
            </a:r>
            <a:endParaRPr lang="en-US" dirty="0"/>
          </a:p>
        </p:txBody>
      </p:sp>
      <p:sp>
        <p:nvSpPr>
          <p:cNvPr id="8" name="TextBox 7">
            <a:extLst>
              <a:ext uri="{FF2B5EF4-FFF2-40B4-BE49-F238E27FC236}">
                <a16:creationId xmlns:a16="http://schemas.microsoft.com/office/drawing/2014/main" id="{B27B9978-794B-B9FC-B6C6-432CF6A05432}"/>
              </a:ext>
            </a:extLst>
          </p:cNvPr>
          <p:cNvSpPr txBox="1"/>
          <p:nvPr/>
        </p:nvSpPr>
        <p:spPr>
          <a:xfrm>
            <a:off x="6030803" y="6069939"/>
            <a:ext cx="2515432" cy="253916"/>
          </a:xfrm>
          <a:prstGeom prst="rect">
            <a:avLst/>
          </a:prstGeom>
          <a:noFill/>
        </p:spPr>
        <p:txBody>
          <a:bodyPr wrap="none" rtlCol="0">
            <a:spAutoFit/>
          </a:bodyPr>
          <a:lstStyle/>
          <a:p>
            <a:r>
              <a:rPr lang="en-US" sz="1050" dirty="0"/>
              <a:t>F-1 Brazil Potash Corp (Aug. 20, 2024)</a:t>
            </a:r>
          </a:p>
        </p:txBody>
      </p:sp>
    </p:spTree>
    <p:extLst>
      <p:ext uri="{BB962C8B-B14F-4D97-AF65-F5344CB8AC3E}">
        <p14:creationId xmlns:p14="http://schemas.microsoft.com/office/powerpoint/2010/main" val="3591538360"/>
      </p:ext>
    </p:extLst>
  </p:cSld>
  <p:clrMapOvr>
    <a:masterClrMapping/>
  </p:clrMapOvr>
</p:sld>
</file>

<file path=ppt/theme/theme1.xml><?xml version="1.0" encoding="utf-8"?>
<a:theme xmlns:a="http://schemas.openxmlformats.org/drawingml/2006/main" name="CG Body - Standard">
  <a:themeElements>
    <a:clrScheme name="CGSH">
      <a:dk1>
        <a:sysClr val="windowText" lastClr="000000"/>
      </a:dk1>
      <a:lt1>
        <a:sysClr val="window" lastClr="FFFFFF"/>
      </a:lt1>
      <a:dk2>
        <a:srgbClr val="000000"/>
      </a:dk2>
      <a:lt2>
        <a:srgbClr val="FFFFFF"/>
      </a:lt2>
      <a:accent1>
        <a:srgbClr val="B01C2E"/>
      </a:accent1>
      <a:accent2>
        <a:srgbClr val="4B2942"/>
      </a:accent2>
      <a:accent3>
        <a:srgbClr val="002F5F"/>
      </a:accent3>
      <a:accent4>
        <a:srgbClr val="495B25"/>
      </a:accent4>
      <a:accent5>
        <a:srgbClr val="E66402"/>
      </a:accent5>
      <a:accent6>
        <a:srgbClr val="FF9933"/>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T_COE_16" id="{671586AA-9BBF-BE44-880F-D824A4D8FE5E}" vid="{5A5CEC7A-9E78-BE40-8F14-2D245F9926EC}"/>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Macintosh HD:Applications:Microsoft Office 2004:Templates:Presentations:Designs:Blends</Template>
  <TotalTime>9635</TotalTime>
  <Words>1432</Words>
  <Application>Microsoft Macintosh PowerPoint</Application>
  <PresentationFormat>On-screen Show (4:3)</PresentationFormat>
  <Paragraphs>210</Paragraphs>
  <Slides>25</Slides>
  <Notes>11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3</vt:i4>
      </vt:variant>
      <vt:variant>
        <vt:lpstr>Slide Titles</vt:lpstr>
      </vt:variant>
      <vt:variant>
        <vt:i4>25</vt:i4>
      </vt:variant>
    </vt:vector>
  </HeadingPairs>
  <TitlesOfParts>
    <vt:vector size="37" baseType="lpstr">
      <vt:lpstr>NSimSun</vt:lpstr>
      <vt:lpstr>Arial</vt:lpstr>
      <vt:lpstr>Book Antiqua</vt:lpstr>
      <vt:lpstr>Calibri</vt:lpstr>
      <vt:lpstr>Courier New</vt:lpstr>
      <vt:lpstr>Times New Roman</vt:lpstr>
      <vt:lpstr>Wingdings</vt:lpstr>
      <vt:lpstr>Wingdings 2</vt:lpstr>
      <vt:lpstr>CG Body - Standard</vt:lpstr>
      <vt:lpstr>Worksheet</vt:lpstr>
      <vt:lpstr>Equation</vt:lpstr>
      <vt:lpstr>Chart</vt:lpstr>
      <vt:lpstr>PowerPoint Presentation</vt:lpstr>
      <vt:lpstr>Capital Markets and the Separation of Investment and Consumption Decisions</vt:lpstr>
      <vt:lpstr>Capital Budgeting Tools</vt:lpstr>
      <vt:lpstr>Capital Budgeting Tools</vt:lpstr>
      <vt:lpstr>Estimation Mistakes</vt:lpstr>
      <vt:lpstr>Internal Rate of Return (IRR) </vt:lpstr>
      <vt:lpstr>IRR</vt:lpstr>
      <vt:lpstr>IRR:  Private Equity</vt:lpstr>
      <vt:lpstr>IRR: Offering Memorandum Example</vt:lpstr>
      <vt:lpstr>Internal Rate of Return (IRR) </vt:lpstr>
      <vt:lpstr> IRR: Example</vt:lpstr>
      <vt:lpstr>IRR on a Spreadsheet</vt:lpstr>
      <vt:lpstr>IRR</vt:lpstr>
      <vt:lpstr>The IRR is a Return (Sometimes)</vt:lpstr>
      <vt:lpstr>The NPV Payoff Profile for This Example</vt:lpstr>
      <vt:lpstr>Problems with IRR </vt:lpstr>
      <vt:lpstr>Multiple IRRs</vt:lpstr>
      <vt:lpstr>The Scale Problem</vt:lpstr>
      <vt:lpstr>IRR: The Interim Cash Flow Problem</vt:lpstr>
      <vt:lpstr>Modified IRR and the Reinvestment Problem</vt:lpstr>
      <vt:lpstr>IRR:  Early Exit Problem</vt:lpstr>
      <vt:lpstr>IRR:  The Reinvestment Assumption, Bonds, and YTM</vt:lpstr>
      <vt:lpstr>Investing v. Financing</vt:lpstr>
      <vt:lpstr>Payback Rule</vt:lpstr>
      <vt:lpstr>Disclosure Example</vt:lpstr>
    </vt:vector>
  </TitlesOfParts>
  <Company>Fordham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XPUser</dc:creator>
  <cp:lastModifiedBy>Colon, Jeffrey M.</cp:lastModifiedBy>
  <cp:revision>210</cp:revision>
  <cp:lastPrinted>2024-09-01T16:02:53Z</cp:lastPrinted>
  <dcterms:created xsi:type="dcterms:W3CDTF">2006-01-20T19:34:26Z</dcterms:created>
  <dcterms:modified xsi:type="dcterms:W3CDTF">2026-08-28T16:35:39Z</dcterms:modified>
</cp:coreProperties>
</file>