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1"/>
  </p:sldMasterIdLst>
  <p:notesMasterIdLst>
    <p:notesMasterId r:id="rId38"/>
  </p:notesMasterIdLst>
  <p:handoutMasterIdLst>
    <p:handoutMasterId r:id="rId39"/>
  </p:handoutMasterIdLst>
  <p:sldIdLst>
    <p:sldId id="306" r:id="rId2"/>
    <p:sldId id="259" r:id="rId3"/>
    <p:sldId id="419" r:id="rId4"/>
    <p:sldId id="444" r:id="rId5"/>
    <p:sldId id="423" r:id="rId6"/>
    <p:sldId id="424" r:id="rId7"/>
    <p:sldId id="433" r:id="rId8"/>
    <p:sldId id="434" r:id="rId9"/>
    <p:sldId id="435" r:id="rId10"/>
    <p:sldId id="440" r:id="rId11"/>
    <p:sldId id="396" r:id="rId12"/>
    <p:sldId id="445" r:id="rId13"/>
    <p:sldId id="393" r:id="rId14"/>
    <p:sldId id="402" r:id="rId15"/>
    <p:sldId id="431" r:id="rId16"/>
    <p:sldId id="417" r:id="rId17"/>
    <p:sldId id="438" r:id="rId18"/>
    <p:sldId id="425" r:id="rId19"/>
    <p:sldId id="442" r:id="rId20"/>
    <p:sldId id="439" r:id="rId21"/>
    <p:sldId id="430" r:id="rId22"/>
    <p:sldId id="411" r:id="rId23"/>
    <p:sldId id="270" r:id="rId24"/>
    <p:sldId id="274" r:id="rId25"/>
    <p:sldId id="280" r:id="rId26"/>
    <p:sldId id="289" r:id="rId27"/>
    <p:sldId id="296" r:id="rId28"/>
    <p:sldId id="404" r:id="rId29"/>
    <p:sldId id="432" r:id="rId30"/>
    <p:sldId id="412" r:id="rId31"/>
    <p:sldId id="427" r:id="rId32"/>
    <p:sldId id="428" r:id="rId33"/>
    <p:sldId id="437" r:id="rId34"/>
    <p:sldId id="429" r:id="rId35"/>
    <p:sldId id="413" r:id="rId36"/>
    <p:sldId id="443" r:id="rId37"/>
  </p:sldIdLst>
  <p:sldSz cx="9144000" cy="6858000" type="screen4x3"/>
  <p:notesSz cx="7010400" cy="9236075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FFDF"/>
    <a:srgbClr val="2EE4F7"/>
    <a:srgbClr val="E6E8FF"/>
    <a:srgbClr val="DAEFC1"/>
    <a:srgbClr val="FFEDDD"/>
    <a:srgbClr val="B233A0"/>
    <a:srgbClr val="146BEC"/>
    <a:srgbClr val="F7F7F7"/>
    <a:srgbClr val="F4F4F4"/>
    <a:srgbClr val="93D7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296"/>
    <p:restoredTop sz="94413"/>
  </p:normalViewPr>
  <p:slideViewPr>
    <p:cSldViewPr>
      <p:cViewPr>
        <p:scale>
          <a:sx n="168" d="100"/>
          <a:sy n="168" d="100"/>
        </p:scale>
        <p:origin x="592" y="28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66" d="100"/>
        <a:sy n="66" d="100"/>
      </p:scale>
      <p:origin x="0" y="0"/>
    </p:cViewPr>
  </p:notesTextViewPr>
  <p:sorterViewPr>
    <p:cViewPr>
      <p:scale>
        <a:sx n="133" d="100"/>
        <a:sy n="133" d="100"/>
      </p:scale>
      <p:origin x="0" y="0"/>
    </p:cViewPr>
  </p:sorterViewPr>
  <p:notesViewPr>
    <p:cSldViewPr>
      <p:cViewPr varScale="1">
        <p:scale>
          <a:sx n="165" d="100"/>
          <a:sy n="165" d="100"/>
        </p:scale>
        <p:origin x="2072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DC1DB158-BAB1-5930-B714-AEF472873853}"/>
    <pc:docChg chg="undo custSel addSld delSld modSld">
      <pc:chgData name="Colon, Jeffrey M." userId="615143b1-cdee-493d-9a9d-1565ce8666d9" providerId="ADAL" clId="{DC1DB158-BAB1-5930-B714-AEF472873853}" dt="2026-09-21T22:24:30.406" v="313" actId="1076"/>
      <pc:docMkLst>
        <pc:docMk/>
      </pc:docMkLst>
      <pc:sldChg chg="addSp delSp modSp mod">
        <pc:chgData name="Colon, Jeffrey M." userId="615143b1-cdee-493d-9a9d-1565ce8666d9" providerId="ADAL" clId="{DC1DB158-BAB1-5930-B714-AEF472873853}" dt="2026-09-21T17:09:03.374" v="153" actId="14100"/>
        <pc:sldMkLst>
          <pc:docMk/>
          <pc:sldMk cId="0" sldId="393"/>
        </pc:sldMkLst>
        <pc:spChg chg="del">
          <ac:chgData name="Colon, Jeffrey M." userId="615143b1-cdee-493d-9a9d-1565ce8666d9" providerId="ADAL" clId="{DC1DB158-BAB1-5930-B714-AEF472873853}" dt="2026-09-21T17:08:33.375" v="145" actId="478"/>
          <ac:spMkLst>
            <pc:docMk/>
            <pc:sldMk cId="0" sldId="393"/>
            <ac:spMk id="3" creationId="{5269341F-6D53-43E3-1E76-FC73773FF409}"/>
          </ac:spMkLst>
        </pc:spChg>
        <pc:spChg chg="del">
          <ac:chgData name="Colon, Jeffrey M." userId="615143b1-cdee-493d-9a9d-1565ce8666d9" providerId="ADAL" clId="{DC1DB158-BAB1-5930-B714-AEF472873853}" dt="2026-09-21T17:08:33.375" v="145" actId="478"/>
          <ac:spMkLst>
            <pc:docMk/>
            <pc:sldMk cId="0" sldId="393"/>
            <ac:spMk id="4" creationId="{8E689F06-3C2D-E8AD-4A59-91919C20CD00}"/>
          </ac:spMkLst>
        </pc:spChg>
        <pc:spChg chg="del">
          <ac:chgData name="Colon, Jeffrey M." userId="615143b1-cdee-493d-9a9d-1565ce8666d9" providerId="ADAL" clId="{DC1DB158-BAB1-5930-B714-AEF472873853}" dt="2026-09-21T17:08:33.375" v="145" actId="478"/>
          <ac:spMkLst>
            <pc:docMk/>
            <pc:sldMk cId="0" sldId="393"/>
            <ac:spMk id="6" creationId="{D4E420F0-CF3C-EF98-F07B-CC3F71313810}"/>
          </ac:spMkLst>
        </pc:spChg>
        <pc:spChg chg="del mod">
          <ac:chgData name="Colon, Jeffrey M." userId="615143b1-cdee-493d-9a9d-1565ce8666d9" providerId="ADAL" clId="{DC1DB158-BAB1-5930-B714-AEF472873853}" dt="2026-09-21T17:08:33.375" v="145" actId="478"/>
          <ac:spMkLst>
            <pc:docMk/>
            <pc:sldMk cId="0" sldId="393"/>
            <ac:spMk id="7" creationId="{C2CCD72F-CE56-AE5A-DE78-A4B62B30E19D}"/>
          </ac:spMkLst>
        </pc:spChg>
        <pc:spChg chg="del mod">
          <ac:chgData name="Colon, Jeffrey M." userId="615143b1-cdee-493d-9a9d-1565ce8666d9" providerId="ADAL" clId="{DC1DB158-BAB1-5930-B714-AEF472873853}" dt="2026-09-21T17:08:33.375" v="145" actId="478"/>
          <ac:spMkLst>
            <pc:docMk/>
            <pc:sldMk cId="0" sldId="393"/>
            <ac:spMk id="8" creationId="{7AFAA18D-3DC1-3A74-AB49-B544D2FAE46A}"/>
          </ac:spMkLst>
        </pc:spChg>
        <pc:spChg chg="del mod">
          <ac:chgData name="Colon, Jeffrey M." userId="615143b1-cdee-493d-9a9d-1565ce8666d9" providerId="ADAL" clId="{DC1DB158-BAB1-5930-B714-AEF472873853}" dt="2026-09-21T17:08:33.375" v="145" actId="478"/>
          <ac:spMkLst>
            <pc:docMk/>
            <pc:sldMk cId="0" sldId="393"/>
            <ac:spMk id="9" creationId="{0D660878-B904-A9ED-39E7-057052970FA7}"/>
          </ac:spMkLst>
        </pc:spChg>
        <pc:spChg chg="add mod">
          <ac:chgData name="Colon, Jeffrey M." userId="615143b1-cdee-493d-9a9d-1565ce8666d9" providerId="ADAL" clId="{DC1DB158-BAB1-5930-B714-AEF472873853}" dt="2026-09-21T17:08:59.538" v="152" actId="1076"/>
          <ac:spMkLst>
            <pc:docMk/>
            <pc:sldMk cId="0" sldId="393"/>
            <ac:spMk id="11" creationId="{9BEFD872-4F47-93C0-078F-D1B5176AE208}"/>
          </ac:spMkLst>
        </pc:spChg>
        <pc:spChg chg="add mod">
          <ac:chgData name="Colon, Jeffrey M." userId="615143b1-cdee-493d-9a9d-1565ce8666d9" providerId="ADAL" clId="{DC1DB158-BAB1-5930-B714-AEF472873853}" dt="2026-09-21T17:08:59.538" v="152" actId="1076"/>
          <ac:spMkLst>
            <pc:docMk/>
            <pc:sldMk cId="0" sldId="393"/>
            <ac:spMk id="12" creationId="{AB009679-63C5-EE12-A883-0A1786AE96C1}"/>
          </ac:spMkLst>
        </pc:spChg>
        <pc:spChg chg="add mod">
          <ac:chgData name="Colon, Jeffrey M." userId="615143b1-cdee-493d-9a9d-1565ce8666d9" providerId="ADAL" clId="{DC1DB158-BAB1-5930-B714-AEF472873853}" dt="2026-09-21T17:08:59.538" v="152" actId="1076"/>
          <ac:spMkLst>
            <pc:docMk/>
            <pc:sldMk cId="0" sldId="393"/>
            <ac:spMk id="13" creationId="{F752275A-EBDC-8CBE-987F-F023D3AD2F72}"/>
          </ac:spMkLst>
        </pc:spChg>
        <pc:spChg chg="add mod">
          <ac:chgData name="Colon, Jeffrey M." userId="615143b1-cdee-493d-9a9d-1565ce8666d9" providerId="ADAL" clId="{DC1DB158-BAB1-5930-B714-AEF472873853}" dt="2026-09-21T17:08:59.538" v="152" actId="1076"/>
          <ac:spMkLst>
            <pc:docMk/>
            <pc:sldMk cId="0" sldId="393"/>
            <ac:spMk id="14" creationId="{26EA642D-BE10-471F-03C5-289674EE42E2}"/>
          </ac:spMkLst>
        </pc:spChg>
        <pc:spChg chg="add mod">
          <ac:chgData name="Colon, Jeffrey M." userId="615143b1-cdee-493d-9a9d-1565ce8666d9" providerId="ADAL" clId="{DC1DB158-BAB1-5930-B714-AEF472873853}" dt="2026-09-21T17:08:59.538" v="152" actId="1076"/>
          <ac:spMkLst>
            <pc:docMk/>
            <pc:sldMk cId="0" sldId="393"/>
            <ac:spMk id="15" creationId="{810AC398-3091-8941-93CB-79755529C785}"/>
          </ac:spMkLst>
        </pc:spChg>
        <pc:spChg chg="add mod">
          <ac:chgData name="Colon, Jeffrey M." userId="615143b1-cdee-493d-9a9d-1565ce8666d9" providerId="ADAL" clId="{DC1DB158-BAB1-5930-B714-AEF472873853}" dt="2026-09-21T17:08:59.538" v="152" actId="1076"/>
          <ac:spMkLst>
            <pc:docMk/>
            <pc:sldMk cId="0" sldId="393"/>
            <ac:spMk id="16" creationId="{F05DD714-E945-E141-8E75-4C88C22171D7}"/>
          </ac:spMkLst>
        </pc:spChg>
        <pc:spChg chg="mod">
          <ac:chgData name="Colon, Jeffrey M." userId="615143b1-cdee-493d-9a9d-1565ce8666d9" providerId="ADAL" clId="{DC1DB158-BAB1-5930-B714-AEF472873853}" dt="2026-09-21T17:08:52.140" v="150" actId="1076"/>
          <ac:spMkLst>
            <pc:docMk/>
            <pc:sldMk cId="0" sldId="393"/>
            <ac:spMk id="28677" creationId="{00000000-0000-0000-0000-000000000000}"/>
          </ac:spMkLst>
        </pc:spChg>
        <pc:spChg chg="mod">
          <ac:chgData name="Colon, Jeffrey M." userId="615143b1-cdee-493d-9a9d-1565ce8666d9" providerId="ADAL" clId="{DC1DB158-BAB1-5930-B714-AEF472873853}" dt="2026-09-21T17:08:52.140" v="150" actId="1076"/>
          <ac:spMkLst>
            <pc:docMk/>
            <pc:sldMk cId="0" sldId="393"/>
            <ac:spMk id="28678" creationId="{00000000-0000-0000-0000-000000000000}"/>
          </ac:spMkLst>
        </pc:spChg>
        <pc:spChg chg="mod">
          <ac:chgData name="Colon, Jeffrey M." userId="615143b1-cdee-493d-9a9d-1565ce8666d9" providerId="ADAL" clId="{DC1DB158-BAB1-5930-B714-AEF472873853}" dt="2026-09-21T17:08:52.140" v="150" actId="1076"/>
          <ac:spMkLst>
            <pc:docMk/>
            <pc:sldMk cId="0" sldId="393"/>
            <ac:spMk id="28679" creationId="{00000000-0000-0000-0000-000000000000}"/>
          </ac:spMkLst>
        </pc:spChg>
        <pc:spChg chg="mod">
          <ac:chgData name="Colon, Jeffrey M." userId="615143b1-cdee-493d-9a9d-1565ce8666d9" providerId="ADAL" clId="{DC1DB158-BAB1-5930-B714-AEF472873853}" dt="2026-09-21T17:08:52.140" v="150" actId="1076"/>
          <ac:spMkLst>
            <pc:docMk/>
            <pc:sldMk cId="0" sldId="393"/>
            <ac:spMk id="28680" creationId="{00000000-0000-0000-0000-000000000000}"/>
          </ac:spMkLst>
        </pc:spChg>
        <pc:spChg chg="mod">
          <ac:chgData name="Colon, Jeffrey M." userId="615143b1-cdee-493d-9a9d-1565ce8666d9" providerId="ADAL" clId="{DC1DB158-BAB1-5930-B714-AEF472873853}" dt="2026-09-21T17:08:52.140" v="150" actId="1076"/>
          <ac:spMkLst>
            <pc:docMk/>
            <pc:sldMk cId="0" sldId="393"/>
            <ac:spMk id="28681" creationId="{00000000-0000-0000-0000-000000000000}"/>
          </ac:spMkLst>
        </pc:spChg>
        <pc:spChg chg="mod">
          <ac:chgData name="Colon, Jeffrey M." userId="615143b1-cdee-493d-9a9d-1565ce8666d9" providerId="ADAL" clId="{DC1DB158-BAB1-5930-B714-AEF472873853}" dt="2026-09-21T17:08:52.140" v="150" actId="1076"/>
          <ac:spMkLst>
            <pc:docMk/>
            <pc:sldMk cId="0" sldId="393"/>
            <ac:spMk id="28682" creationId="{00000000-0000-0000-0000-000000000000}"/>
          </ac:spMkLst>
        </pc:spChg>
        <pc:picChg chg="del">
          <ac:chgData name="Colon, Jeffrey M." userId="615143b1-cdee-493d-9a9d-1565ce8666d9" providerId="ADAL" clId="{DC1DB158-BAB1-5930-B714-AEF472873853}" dt="2026-09-21T17:08:29.641" v="144" actId="478"/>
          <ac:picMkLst>
            <pc:docMk/>
            <pc:sldMk cId="0" sldId="393"/>
            <ac:picMk id="2" creationId="{FB020ED1-9DDE-0245-2BC3-950DF6E410BA}"/>
          </ac:picMkLst>
        </pc:picChg>
        <pc:picChg chg="add mod">
          <ac:chgData name="Colon, Jeffrey M." userId="615143b1-cdee-493d-9a9d-1565ce8666d9" providerId="ADAL" clId="{DC1DB158-BAB1-5930-B714-AEF472873853}" dt="2026-09-21T17:09:03.374" v="153" actId="14100"/>
          <ac:picMkLst>
            <pc:docMk/>
            <pc:sldMk cId="0" sldId="393"/>
            <ac:picMk id="10" creationId="{1C2AC47C-C5D1-EF99-F893-DA9D72CCB956}"/>
          </ac:picMkLst>
        </pc:picChg>
      </pc:sldChg>
      <pc:sldChg chg="addSp delSp modSp mod">
        <pc:chgData name="Colon, Jeffrey M." userId="615143b1-cdee-493d-9a9d-1565ce8666d9" providerId="ADAL" clId="{DC1DB158-BAB1-5930-B714-AEF472873853}" dt="2026-09-21T17:00:01.327" v="87" actId="478"/>
        <pc:sldMkLst>
          <pc:docMk/>
          <pc:sldMk cId="0" sldId="396"/>
        </pc:sldMkLst>
        <pc:spChg chg="del mod">
          <ac:chgData name="Colon, Jeffrey M." userId="615143b1-cdee-493d-9a9d-1565ce8666d9" providerId="ADAL" clId="{DC1DB158-BAB1-5930-B714-AEF472873853}" dt="2026-09-21T17:00:01.327" v="87" actId="478"/>
          <ac:spMkLst>
            <pc:docMk/>
            <pc:sldMk cId="0" sldId="396"/>
            <ac:spMk id="5" creationId="{DCF8297E-3271-A3C8-7956-CA81079992D6}"/>
          </ac:spMkLst>
        </pc:spChg>
        <pc:spChg chg="add mod">
          <ac:chgData name="Colon, Jeffrey M." userId="615143b1-cdee-493d-9a9d-1565ce8666d9" providerId="ADAL" clId="{DC1DB158-BAB1-5930-B714-AEF472873853}" dt="2026-09-21T16:59:55.565" v="85" actId="1076"/>
          <ac:spMkLst>
            <pc:docMk/>
            <pc:sldMk cId="0" sldId="396"/>
            <ac:spMk id="7" creationId="{759BB0B3-F97F-2719-83DA-0016320E5156}"/>
          </ac:spMkLst>
        </pc:spChg>
        <pc:picChg chg="del">
          <ac:chgData name="Colon, Jeffrey M." userId="615143b1-cdee-493d-9a9d-1565ce8666d9" providerId="ADAL" clId="{DC1DB158-BAB1-5930-B714-AEF472873853}" dt="2026-09-21T16:59:14.902" v="73" actId="478"/>
          <ac:picMkLst>
            <pc:docMk/>
            <pc:sldMk cId="0" sldId="396"/>
            <ac:picMk id="2" creationId="{1B98124E-1052-9B0B-3A05-BB0C8FBD4D34}"/>
          </ac:picMkLst>
        </pc:picChg>
        <pc:picChg chg="add mod">
          <ac:chgData name="Colon, Jeffrey M." userId="615143b1-cdee-493d-9a9d-1565ce8666d9" providerId="ADAL" clId="{DC1DB158-BAB1-5930-B714-AEF472873853}" dt="2026-09-21T16:59:40.271" v="79" actId="14100"/>
          <ac:picMkLst>
            <pc:docMk/>
            <pc:sldMk cId="0" sldId="396"/>
            <ac:picMk id="3" creationId="{E8FF8659-5F8E-2244-D205-E8555A597F14}"/>
          </ac:picMkLst>
        </pc:picChg>
        <pc:cxnChg chg="del mod">
          <ac:chgData name="Colon, Jeffrey M." userId="615143b1-cdee-493d-9a9d-1565ce8666d9" providerId="ADAL" clId="{DC1DB158-BAB1-5930-B714-AEF472873853}" dt="2026-09-21T16:59:57.914" v="86" actId="478"/>
          <ac:cxnSpMkLst>
            <pc:docMk/>
            <pc:sldMk cId="0" sldId="396"/>
            <ac:cxnSpMk id="4" creationId="{6A568F23-B2C8-71ED-2417-6A3CBA3EDB72}"/>
          </ac:cxnSpMkLst>
        </pc:cxnChg>
        <pc:cxnChg chg="add mod">
          <ac:chgData name="Colon, Jeffrey M." userId="615143b1-cdee-493d-9a9d-1565ce8666d9" providerId="ADAL" clId="{DC1DB158-BAB1-5930-B714-AEF472873853}" dt="2026-09-21T16:59:49.909" v="83" actId="1076"/>
          <ac:cxnSpMkLst>
            <pc:docMk/>
            <pc:sldMk cId="0" sldId="396"/>
            <ac:cxnSpMk id="6" creationId="{CBEA5AFD-F827-39DB-8BCA-37488B844850}"/>
          </ac:cxnSpMkLst>
        </pc:cxnChg>
      </pc:sldChg>
      <pc:sldChg chg="modSp mod">
        <pc:chgData name="Colon, Jeffrey M." userId="615143b1-cdee-493d-9a9d-1565ce8666d9" providerId="ADAL" clId="{DC1DB158-BAB1-5930-B714-AEF472873853}" dt="2026-09-21T17:12:51.065" v="192" actId="108"/>
        <pc:sldMkLst>
          <pc:docMk/>
          <pc:sldMk cId="0" sldId="402"/>
        </pc:sldMkLst>
        <pc:graphicFrameChg chg="mod modGraphic">
          <ac:chgData name="Colon, Jeffrey M." userId="615143b1-cdee-493d-9a9d-1565ce8666d9" providerId="ADAL" clId="{DC1DB158-BAB1-5930-B714-AEF472873853}" dt="2026-09-21T17:12:51.065" v="192" actId="108"/>
          <ac:graphicFrameMkLst>
            <pc:docMk/>
            <pc:sldMk cId="0" sldId="402"/>
            <ac:graphicFrameMk id="8" creationId="{00000000-0000-0000-0000-000000000000}"/>
          </ac:graphicFrameMkLst>
        </pc:graphicFrameChg>
      </pc:sldChg>
      <pc:sldChg chg="modSp">
        <pc:chgData name="Colon, Jeffrey M." userId="615143b1-cdee-493d-9a9d-1565ce8666d9" providerId="ADAL" clId="{DC1DB158-BAB1-5930-B714-AEF472873853}" dt="2026-09-21T19:39:23.969" v="238" actId="20577"/>
        <pc:sldMkLst>
          <pc:docMk/>
          <pc:sldMk cId="0" sldId="404"/>
        </pc:sldMkLst>
        <pc:spChg chg="mod">
          <ac:chgData name="Colon, Jeffrey M." userId="615143b1-cdee-493d-9a9d-1565ce8666d9" providerId="ADAL" clId="{DC1DB158-BAB1-5930-B714-AEF472873853}" dt="2026-09-21T19:39:23.969" v="238" actId="20577"/>
          <ac:spMkLst>
            <pc:docMk/>
            <pc:sldMk cId="0" sldId="404"/>
            <ac:spMk id="56324" creationId="{00000000-0000-0000-0000-000000000000}"/>
          </ac:spMkLst>
        </pc:spChg>
      </pc:sldChg>
      <pc:sldChg chg="addSp delSp modSp mod">
        <pc:chgData name="Colon, Jeffrey M." userId="615143b1-cdee-493d-9a9d-1565ce8666d9" providerId="ADAL" clId="{DC1DB158-BAB1-5930-B714-AEF472873853}" dt="2026-09-21T19:07:48.010" v="217" actId="20577"/>
        <pc:sldMkLst>
          <pc:docMk/>
          <pc:sldMk cId="795623375" sldId="417"/>
        </pc:sldMkLst>
        <pc:spChg chg="mod">
          <ac:chgData name="Colon, Jeffrey M." userId="615143b1-cdee-493d-9a9d-1565ce8666d9" providerId="ADAL" clId="{DC1DB158-BAB1-5930-B714-AEF472873853}" dt="2026-09-21T19:07:48.010" v="217" actId="20577"/>
          <ac:spMkLst>
            <pc:docMk/>
            <pc:sldMk cId="795623375" sldId="417"/>
            <ac:spMk id="3" creationId="{00000000-0000-0000-0000-000000000000}"/>
          </ac:spMkLst>
        </pc:spChg>
        <pc:spChg chg="mod">
          <ac:chgData name="Colon, Jeffrey M." userId="615143b1-cdee-493d-9a9d-1565ce8666d9" providerId="ADAL" clId="{DC1DB158-BAB1-5930-B714-AEF472873853}" dt="2026-09-21T19:04:52.921" v="215" actId="1076"/>
          <ac:spMkLst>
            <pc:docMk/>
            <pc:sldMk cId="795623375" sldId="417"/>
            <ac:spMk id="7" creationId="{00000000-0000-0000-0000-000000000000}"/>
          </ac:spMkLst>
        </pc:spChg>
        <pc:picChg chg="del">
          <ac:chgData name="Colon, Jeffrey M." userId="615143b1-cdee-493d-9a9d-1565ce8666d9" providerId="ADAL" clId="{DC1DB158-BAB1-5930-B714-AEF472873853}" dt="2026-09-21T19:04:26.855" v="209" actId="478"/>
          <ac:picMkLst>
            <pc:docMk/>
            <pc:sldMk cId="795623375" sldId="417"/>
            <ac:picMk id="6" creationId="{057E5E66-7B74-B094-4AB4-6211F7FA6864}"/>
          </ac:picMkLst>
        </pc:picChg>
        <pc:picChg chg="add mod">
          <ac:chgData name="Colon, Jeffrey M." userId="615143b1-cdee-493d-9a9d-1565ce8666d9" providerId="ADAL" clId="{DC1DB158-BAB1-5930-B714-AEF472873853}" dt="2026-09-21T19:04:49.107" v="214" actId="14100"/>
          <ac:picMkLst>
            <pc:docMk/>
            <pc:sldMk cId="795623375" sldId="417"/>
            <ac:picMk id="8" creationId="{04D44011-4843-96A9-2B8F-CC82AC8574BE}"/>
          </ac:picMkLst>
        </pc:picChg>
      </pc:sldChg>
      <pc:sldChg chg="addSp delSp modSp mod">
        <pc:chgData name="Colon, Jeffrey M." userId="615143b1-cdee-493d-9a9d-1565ce8666d9" providerId="ADAL" clId="{DC1DB158-BAB1-5930-B714-AEF472873853}" dt="2026-09-21T16:39:25.051" v="8" actId="14100"/>
        <pc:sldMkLst>
          <pc:docMk/>
          <pc:sldMk cId="1151378609" sldId="419"/>
        </pc:sldMkLst>
        <pc:spChg chg="mod">
          <ac:chgData name="Colon, Jeffrey M." userId="615143b1-cdee-493d-9a9d-1565ce8666d9" providerId="ADAL" clId="{DC1DB158-BAB1-5930-B714-AEF472873853}" dt="2026-09-21T16:38:40.701" v="1" actId="20577"/>
          <ac:spMkLst>
            <pc:docMk/>
            <pc:sldMk cId="1151378609" sldId="419"/>
            <ac:spMk id="3" creationId="{7037C88F-AE1F-0A48-B9F7-1CACE55E8876}"/>
          </ac:spMkLst>
        </pc:spChg>
        <pc:picChg chg="del">
          <ac:chgData name="Colon, Jeffrey M." userId="615143b1-cdee-493d-9a9d-1565ce8666d9" providerId="ADAL" clId="{DC1DB158-BAB1-5930-B714-AEF472873853}" dt="2026-09-21T16:38:45.964" v="2" actId="478"/>
          <ac:picMkLst>
            <pc:docMk/>
            <pc:sldMk cId="1151378609" sldId="419"/>
            <ac:picMk id="6" creationId="{E0446244-7AEF-C717-7846-AAE5224D1B54}"/>
          </ac:picMkLst>
        </pc:picChg>
        <pc:picChg chg="add mod">
          <ac:chgData name="Colon, Jeffrey M." userId="615143b1-cdee-493d-9a9d-1565ce8666d9" providerId="ADAL" clId="{DC1DB158-BAB1-5930-B714-AEF472873853}" dt="2026-09-21T16:39:25.051" v="8" actId="14100"/>
          <ac:picMkLst>
            <pc:docMk/>
            <pc:sldMk cId="1151378609" sldId="419"/>
            <ac:picMk id="7" creationId="{55FDC1B3-EA2F-1386-A761-D4126CC1B1F8}"/>
          </ac:picMkLst>
        </pc:picChg>
      </pc:sldChg>
      <pc:sldChg chg="addSp delSp modSp mod delAnim modAnim">
        <pc:chgData name="Colon, Jeffrey M." userId="615143b1-cdee-493d-9a9d-1565ce8666d9" providerId="ADAL" clId="{DC1DB158-BAB1-5930-B714-AEF472873853}" dt="2026-09-21T16:42:12.835" v="23" actId="478"/>
        <pc:sldMkLst>
          <pc:docMk/>
          <pc:sldMk cId="3757109823" sldId="424"/>
        </pc:sldMkLst>
        <pc:spChg chg="mod">
          <ac:chgData name="Colon, Jeffrey M." userId="615143b1-cdee-493d-9a9d-1565ce8666d9" providerId="ADAL" clId="{DC1DB158-BAB1-5930-B714-AEF472873853}" dt="2026-09-21T16:40:41.507" v="10" actId="20577"/>
          <ac:spMkLst>
            <pc:docMk/>
            <pc:sldMk cId="3757109823" sldId="424"/>
            <ac:spMk id="3" creationId="{8E6A2BA2-0FC8-154D-BA15-B6B39BA78FDE}"/>
          </ac:spMkLst>
        </pc:spChg>
        <pc:spChg chg="del mod">
          <ac:chgData name="Colon, Jeffrey M." userId="615143b1-cdee-493d-9a9d-1565ce8666d9" providerId="ADAL" clId="{DC1DB158-BAB1-5930-B714-AEF472873853}" dt="2026-09-21T16:42:12.835" v="23" actId="478"/>
          <ac:spMkLst>
            <pc:docMk/>
            <pc:sldMk cId="3757109823" sldId="424"/>
            <ac:spMk id="8" creationId="{1426F2C7-6B93-D470-E1EF-109999265206}"/>
          </ac:spMkLst>
        </pc:spChg>
        <pc:spChg chg="add mod">
          <ac:chgData name="Colon, Jeffrey M." userId="615143b1-cdee-493d-9a9d-1565ce8666d9" providerId="ADAL" clId="{DC1DB158-BAB1-5930-B714-AEF472873853}" dt="2026-09-21T16:42:10.692" v="22" actId="1076"/>
          <ac:spMkLst>
            <pc:docMk/>
            <pc:sldMk cId="3757109823" sldId="424"/>
            <ac:spMk id="9" creationId="{6F1C7E1C-4DF3-1641-BABB-65E0F688BD5A}"/>
          </ac:spMkLst>
        </pc:spChg>
        <pc:picChg chg="del">
          <ac:chgData name="Colon, Jeffrey M." userId="615143b1-cdee-493d-9a9d-1565ce8666d9" providerId="ADAL" clId="{DC1DB158-BAB1-5930-B714-AEF472873853}" dt="2026-09-21T16:41:44.453" v="14" actId="478"/>
          <ac:picMkLst>
            <pc:docMk/>
            <pc:sldMk cId="3757109823" sldId="424"/>
            <ac:picMk id="2" creationId="{0DEBE787-2B15-6F0D-8AA7-7074B01C8444}"/>
          </ac:picMkLst>
        </pc:picChg>
        <pc:picChg chg="add mod">
          <ac:chgData name="Colon, Jeffrey M." userId="615143b1-cdee-493d-9a9d-1565ce8666d9" providerId="ADAL" clId="{DC1DB158-BAB1-5930-B714-AEF472873853}" dt="2026-09-21T16:41:57.474" v="19" actId="14100"/>
          <ac:picMkLst>
            <pc:docMk/>
            <pc:sldMk cId="3757109823" sldId="424"/>
            <ac:picMk id="7" creationId="{0808A203-0F19-B235-0697-2CE129E08CEE}"/>
          </ac:picMkLst>
        </pc:picChg>
      </pc:sldChg>
      <pc:sldChg chg="addSp delSp modSp mod">
        <pc:chgData name="Colon, Jeffrey M." userId="615143b1-cdee-493d-9a9d-1565ce8666d9" providerId="ADAL" clId="{DC1DB158-BAB1-5930-B714-AEF472873853}" dt="2026-09-21T19:02:30.589" v="208" actId="14100"/>
        <pc:sldMkLst>
          <pc:docMk/>
          <pc:sldMk cId="3708379195" sldId="425"/>
        </pc:sldMkLst>
        <pc:spChg chg="mod">
          <ac:chgData name="Colon, Jeffrey M." userId="615143b1-cdee-493d-9a9d-1565ce8666d9" providerId="ADAL" clId="{DC1DB158-BAB1-5930-B714-AEF472873853}" dt="2026-09-21T19:02:04.692" v="202" actId="20577"/>
          <ac:spMkLst>
            <pc:docMk/>
            <pc:sldMk cId="3708379195" sldId="425"/>
            <ac:spMk id="3" creationId="{E1447186-6C6C-F04C-B24F-769A07821DE2}"/>
          </ac:spMkLst>
        </pc:spChg>
        <pc:picChg chg="del">
          <ac:chgData name="Colon, Jeffrey M." userId="615143b1-cdee-493d-9a9d-1565ce8666d9" providerId="ADAL" clId="{DC1DB158-BAB1-5930-B714-AEF472873853}" dt="2026-09-21T19:02:07.472" v="203" actId="478"/>
          <ac:picMkLst>
            <pc:docMk/>
            <pc:sldMk cId="3708379195" sldId="425"/>
            <ac:picMk id="2" creationId="{5992E62B-3B18-7B4A-352C-F018851791F8}"/>
          </ac:picMkLst>
        </pc:picChg>
        <pc:picChg chg="add mod">
          <ac:chgData name="Colon, Jeffrey M." userId="615143b1-cdee-493d-9a9d-1565ce8666d9" providerId="ADAL" clId="{DC1DB158-BAB1-5930-B714-AEF472873853}" dt="2026-09-21T19:02:30.589" v="208" actId="14100"/>
          <ac:picMkLst>
            <pc:docMk/>
            <pc:sldMk cId="3708379195" sldId="425"/>
            <ac:picMk id="7" creationId="{98E1F7A0-6E95-9861-9F30-5B555A7BFDC1}"/>
          </ac:picMkLst>
        </pc:picChg>
      </pc:sldChg>
      <pc:sldChg chg="addSp delSp modSp mod">
        <pc:chgData name="Colon, Jeffrey M." userId="615143b1-cdee-493d-9a9d-1565ce8666d9" providerId="ADAL" clId="{DC1DB158-BAB1-5930-B714-AEF472873853}" dt="2026-09-21T22:13:42.441" v="280" actId="14100"/>
        <pc:sldMkLst>
          <pc:docMk/>
          <pc:sldMk cId="941549676" sldId="428"/>
        </pc:sldMkLst>
        <pc:picChg chg="add del mod">
          <ac:chgData name="Colon, Jeffrey M." userId="615143b1-cdee-493d-9a9d-1565ce8666d9" providerId="ADAL" clId="{DC1DB158-BAB1-5930-B714-AEF472873853}" dt="2026-09-21T22:08:16.864" v="246" actId="931"/>
          <ac:picMkLst>
            <pc:docMk/>
            <pc:sldMk cId="941549676" sldId="428"/>
            <ac:picMk id="6" creationId="{F0ACE4D7-DA5C-0252-53D8-123C6B523A75}"/>
          </ac:picMkLst>
        </pc:picChg>
        <pc:picChg chg="add del">
          <ac:chgData name="Colon, Jeffrey M." userId="615143b1-cdee-493d-9a9d-1565ce8666d9" providerId="ADAL" clId="{DC1DB158-BAB1-5930-B714-AEF472873853}" dt="2026-09-21T22:08:44.086" v="251" actId="478"/>
          <ac:picMkLst>
            <pc:docMk/>
            <pc:sldMk cId="941549676" sldId="428"/>
            <ac:picMk id="7" creationId="{E9445F3C-A348-C1EA-B4F2-C7EA92F12019}"/>
          </ac:picMkLst>
        </pc:picChg>
        <pc:picChg chg="add mod">
          <ac:chgData name="Colon, Jeffrey M." userId="615143b1-cdee-493d-9a9d-1565ce8666d9" providerId="ADAL" clId="{DC1DB158-BAB1-5930-B714-AEF472873853}" dt="2026-09-21T22:08:50.876" v="254" actId="1076"/>
          <ac:picMkLst>
            <pc:docMk/>
            <pc:sldMk cId="941549676" sldId="428"/>
            <ac:picMk id="9" creationId="{BF0C9911-581C-72D4-CE7B-D05C62935AC0}"/>
          </ac:picMkLst>
        </pc:picChg>
        <pc:picChg chg="del">
          <ac:chgData name="Colon, Jeffrey M." userId="615143b1-cdee-493d-9a9d-1565ce8666d9" providerId="ADAL" clId="{DC1DB158-BAB1-5930-B714-AEF472873853}" dt="2026-09-21T22:10:20.720" v="258" actId="478"/>
          <ac:picMkLst>
            <pc:docMk/>
            <pc:sldMk cId="941549676" sldId="428"/>
            <ac:picMk id="10" creationId="{30111572-29EE-CED8-D577-359D20269241}"/>
          </ac:picMkLst>
        </pc:picChg>
        <pc:picChg chg="add mod">
          <ac:chgData name="Colon, Jeffrey M." userId="615143b1-cdee-493d-9a9d-1565ce8666d9" providerId="ADAL" clId="{DC1DB158-BAB1-5930-B714-AEF472873853}" dt="2026-09-21T22:10:42.224" v="261" actId="14100"/>
          <ac:picMkLst>
            <pc:docMk/>
            <pc:sldMk cId="941549676" sldId="428"/>
            <ac:picMk id="12" creationId="{55926C3B-85BA-D966-B645-2B45909D2D67}"/>
          </ac:picMkLst>
        </pc:picChg>
        <pc:picChg chg="del">
          <ac:chgData name="Colon, Jeffrey M." userId="615143b1-cdee-493d-9a9d-1565ce8666d9" providerId="ADAL" clId="{DC1DB158-BAB1-5930-B714-AEF472873853}" dt="2026-09-21T22:13:31.601" v="275" actId="478"/>
          <ac:picMkLst>
            <pc:docMk/>
            <pc:sldMk cId="941549676" sldId="428"/>
            <ac:picMk id="13" creationId="{56E7E0BA-2581-6CCB-E619-75525DD35E24}"/>
          </ac:picMkLst>
        </pc:picChg>
        <pc:picChg chg="add mod">
          <ac:chgData name="Colon, Jeffrey M." userId="615143b1-cdee-493d-9a9d-1565ce8666d9" providerId="ADAL" clId="{DC1DB158-BAB1-5930-B714-AEF472873853}" dt="2026-09-21T22:13:02.120" v="272" actId="1076"/>
          <ac:picMkLst>
            <pc:docMk/>
            <pc:sldMk cId="941549676" sldId="428"/>
            <ac:picMk id="15" creationId="{CB180789-1871-4D73-B87A-1CF22D50435C}"/>
          </ac:picMkLst>
        </pc:picChg>
        <pc:picChg chg="del mod">
          <ac:chgData name="Colon, Jeffrey M." userId="615143b1-cdee-493d-9a9d-1565ce8666d9" providerId="ADAL" clId="{DC1DB158-BAB1-5930-B714-AEF472873853}" dt="2026-09-21T22:12:34.332" v="263" actId="478"/>
          <ac:picMkLst>
            <pc:docMk/>
            <pc:sldMk cId="941549676" sldId="428"/>
            <ac:picMk id="16" creationId="{3C0EDAFC-F831-2AC4-E8B8-B0D8C0703009}"/>
          </ac:picMkLst>
        </pc:picChg>
        <pc:picChg chg="add mod">
          <ac:chgData name="Colon, Jeffrey M." userId="615143b1-cdee-493d-9a9d-1565ce8666d9" providerId="ADAL" clId="{DC1DB158-BAB1-5930-B714-AEF472873853}" dt="2026-09-21T22:13:42.441" v="280" actId="14100"/>
          <ac:picMkLst>
            <pc:docMk/>
            <pc:sldMk cId="941549676" sldId="428"/>
            <ac:picMk id="18" creationId="{02729B69-CF04-AD53-FE82-0E74EB35987E}"/>
          </ac:picMkLst>
        </pc:picChg>
      </pc:sldChg>
      <pc:sldChg chg="addSp delSp modSp mod">
        <pc:chgData name="Colon, Jeffrey M." userId="615143b1-cdee-493d-9a9d-1565ce8666d9" providerId="ADAL" clId="{DC1DB158-BAB1-5930-B714-AEF472873853}" dt="2026-09-21T17:13:59.659" v="198" actId="14100"/>
        <pc:sldMkLst>
          <pc:docMk/>
          <pc:sldMk cId="2822611739" sldId="431"/>
        </pc:sldMkLst>
        <pc:spChg chg="mod">
          <ac:chgData name="Colon, Jeffrey M." userId="615143b1-cdee-493d-9a9d-1565ce8666d9" providerId="ADAL" clId="{DC1DB158-BAB1-5930-B714-AEF472873853}" dt="2026-09-21T17:13:38.935" v="195" actId="20577"/>
          <ac:spMkLst>
            <pc:docMk/>
            <pc:sldMk cId="2822611739" sldId="431"/>
            <ac:spMk id="3" creationId="{8E1CB265-F90A-D449-B9AD-E7D134BC1283}"/>
          </ac:spMkLst>
        </pc:spChg>
        <pc:spChg chg="add del mod">
          <ac:chgData name="Colon, Jeffrey M." userId="615143b1-cdee-493d-9a9d-1565ce8666d9" providerId="ADAL" clId="{DC1DB158-BAB1-5930-B714-AEF472873853}" dt="2026-09-21T17:13:54.361" v="196"/>
          <ac:spMkLst>
            <pc:docMk/>
            <pc:sldMk cId="2822611739" sldId="431"/>
            <ac:spMk id="6" creationId="{62B5FA71-9237-7E44-A8C2-70143C43933E}"/>
          </ac:spMkLst>
        </pc:spChg>
        <pc:picChg chg="add mod">
          <ac:chgData name="Colon, Jeffrey M." userId="615143b1-cdee-493d-9a9d-1565ce8666d9" providerId="ADAL" clId="{DC1DB158-BAB1-5930-B714-AEF472873853}" dt="2026-09-21T17:13:59.659" v="198" actId="14100"/>
          <ac:picMkLst>
            <pc:docMk/>
            <pc:sldMk cId="2822611739" sldId="431"/>
            <ac:picMk id="7" creationId="{C720E51C-76A7-CFF3-87CF-30A39F38078C}"/>
          </ac:picMkLst>
        </pc:picChg>
        <pc:picChg chg="del">
          <ac:chgData name="Colon, Jeffrey M." userId="615143b1-cdee-493d-9a9d-1565ce8666d9" providerId="ADAL" clId="{DC1DB158-BAB1-5930-B714-AEF472873853}" dt="2026-09-21T17:13:36.058" v="193" actId="478"/>
          <ac:picMkLst>
            <pc:docMk/>
            <pc:sldMk cId="2822611739" sldId="431"/>
            <ac:picMk id="9" creationId="{7E2FD8C5-6CD7-C7C4-D8EF-15A8FD1BDFB6}"/>
          </ac:picMkLst>
        </pc:picChg>
      </pc:sldChg>
      <pc:sldChg chg="addSp delSp modSp mod delAnim modAnim">
        <pc:chgData name="Colon, Jeffrey M." userId="615143b1-cdee-493d-9a9d-1565ce8666d9" providerId="ADAL" clId="{DC1DB158-BAB1-5930-B714-AEF472873853}" dt="2026-09-21T16:43:04.257" v="36" actId="478"/>
        <pc:sldMkLst>
          <pc:docMk/>
          <pc:sldMk cId="2258680459" sldId="433"/>
        </pc:sldMkLst>
        <pc:spChg chg="mod">
          <ac:chgData name="Colon, Jeffrey M." userId="615143b1-cdee-493d-9a9d-1565ce8666d9" providerId="ADAL" clId="{DC1DB158-BAB1-5930-B714-AEF472873853}" dt="2026-09-21T16:42:20.175" v="25" actId="20577"/>
          <ac:spMkLst>
            <pc:docMk/>
            <pc:sldMk cId="2258680459" sldId="433"/>
            <ac:spMk id="3" creationId="{DE03A09B-F0F4-7ACD-1D4E-D51875323126}"/>
          </ac:spMkLst>
        </pc:spChg>
        <pc:spChg chg="del mod">
          <ac:chgData name="Colon, Jeffrey M." userId="615143b1-cdee-493d-9a9d-1565ce8666d9" providerId="ADAL" clId="{DC1DB158-BAB1-5930-B714-AEF472873853}" dt="2026-09-21T16:43:04.257" v="36" actId="478"/>
          <ac:spMkLst>
            <pc:docMk/>
            <pc:sldMk cId="2258680459" sldId="433"/>
            <ac:spMk id="6" creationId="{3174772B-47D3-AD93-113D-F3E052804E96}"/>
          </ac:spMkLst>
        </pc:spChg>
        <pc:spChg chg="add mod">
          <ac:chgData name="Colon, Jeffrey M." userId="615143b1-cdee-493d-9a9d-1565ce8666d9" providerId="ADAL" clId="{DC1DB158-BAB1-5930-B714-AEF472873853}" dt="2026-09-21T16:43:01.473" v="35" actId="1076"/>
          <ac:spMkLst>
            <pc:docMk/>
            <pc:sldMk cId="2258680459" sldId="433"/>
            <ac:spMk id="8" creationId="{485EC496-6E43-113F-D6AC-D9D0C9E01064}"/>
          </ac:spMkLst>
        </pc:spChg>
        <pc:picChg chg="del">
          <ac:chgData name="Colon, Jeffrey M." userId="615143b1-cdee-493d-9a9d-1565ce8666d9" providerId="ADAL" clId="{DC1DB158-BAB1-5930-B714-AEF472873853}" dt="2026-09-21T16:42:50.236" v="31" actId="478"/>
          <ac:picMkLst>
            <pc:docMk/>
            <pc:sldMk cId="2258680459" sldId="433"/>
            <ac:picMk id="2" creationId="{F091BF63-5EF7-DC52-E34B-B5775CEBE507}"/>
          </ac:picMkLst>
        </pc:picChg>
        <pc:picChg chg="add mod">
          <ac:chgData name="Colon, Jeffrey M." userId="615143b1-cdee-493d-9a9d-1565ce8666d9" providerId="ADAL" clId="{DC1DB158-BAB1-5930-B714-AEF472873853}" dt="2026-09-21T16:42:58.640" v="34" actId="14100"/>
          <ac:picMkLst>
            <pc:docMk/>
            <pc:sldMk cId="2258680459" sldId="433"/>
            <ac:picMk id="7" creationId="{E260EFCC-A594-6220-B72A-8E6303ACB8C6}"/>
          </ac:picMkLst>
        </pc:picChg>
      </pc:sldChg>
      <pc:sldChg chg="addSp delSp modSp mod">
        <pc:chgData name="Colon, Jeffrey M." userId="615143b1-cdee-493d-9a9d-1565ce8666d9" providerId="ADAL" clId="{DC1DB158-BAB1-5930-B714-AEF472873853}" dt="2026-09-21T16:45:59.353" v="44" actId="14100"/>
        <pc:sldMkLst>
          <pc:docMk/>
          <pc:sldMk cId="70483015" sldId="434"/>
        </pc:sldMkLst>
        <pc:spChg chg="mod">
          <ac:chgData name="Colon, Jeffrey M." userId="615143b1-cdee-493d-9a9d-1565ce8666d9" providerId="ADAL" clId="{DC1DB158-BAB1-5930-B714-AEF472873853}" dt="2026-09-21T16:43:21.144" v="38" actId="20577"/>
          <ac:spMkLst>
            <pc:docMk/>
            <pc:sldMk cId="70483015" sldId="434"/>
            <ac:spMk id="3" creationId="{76A42780-9245-EF10-4B52-CD5548338CC5}"/>
          </ac:spMkLst>
        </pc:spChg>
        <pc:picChg chg="del">
          <ac:chgData name="Colon, Jeffrey M." userId="615143b1-cdee-493d-9a9d-1565ce8666d9" providerId="ADAL" clId="{DC1DB158-BAB1-5930-B714-AEF472873853}" dt="2026-09-21T16:45:52.141" v="41" actId="478"/>
          <ac:picMkLst>
            <pc:docMk/>
            <pc:sldMk cId="70483015" sldId="434"/>
            <ac:picMk id="2" creationId="{11B9364A-E027-06B8-3ABA-5A891B2E368E}"/>
          </ac:picMkLst>
        </pc:picChg>
        <pc:picChg chg="add mod">
          <ac:chgData name="Colon, Jeffrey M." userId="615143b1-cdee-493d-9a9d-1565ce8666d9" providerId="ADAL" clId="{DC1DB158-BAB1-5930-B714-AEF472873853}" dt="2026-09-21T16:45:59.353" v="44" actId="14100"/>
          <ac:picMkLst>
            <pc:docMk/>
            <pc:sldMk cId="70483015" sldId="434"/>
            <ac:picMk id="6" creationId="{DC325A07-D947-750E-1DF2-63705437D069}"/>
          </ac:picMkLst>
        </pc:picChg>
      </pc:sldChg>
      <pc:sldChg chg="addSp delSp modSp mod">
        <pc:chgData name="Colon, Jeffrey M." userId="615143b1-cdee-493d-9a9d-1565ce8666d9" providerId="ADAL" clId="{DC1DB158-BAB1-5930-B714-AEF472873853}" dt="2026-09-21T19:37:57.911" v="236" actId="478"/>
        <pc:sldMkLst>
          <pc:docMk/>
          <pc:sldMk cId="3475653246" sldId="435"/>
        </pc:sldMkLst>
        <pc:spChg chg="mod">
          <ac:chgData name="Colon, Jeffrey M." userId="615143b1-cdee-493d-9a9d-1565ce8666d9" providerId="ADAL" clId="{DC1DB158-BAB1-5930-B714-AEF472873853}" dt="2026-09-21T16:49:33.128" v="53" actId="20577"/>
          <ac:spMkLst>
            <pc:docMk/>
            <pc:sldMk cId="3475653246" sldId="435"/>
            <ac:spMk id="3" creationId="{26699CD6-A317-A710-462F-30FD2D9D6BB6}"/>
          </ac:spMkLst>
        </pc:spChg>
        <pc:spChg chg="del mod">
          <ac:chgData name="Colon, Jeffrey M." userId="615143b1-cdee-493d-9a9d-1565ce8666d9" providerId="ADAL" clId="{DC1DB158-BAB1-5930-B714-AEF472873853}" dt="2026-09-21T16:50:10.358" v="63" actId="478"/>
          <ac:spMkLst>
            <pc:docMk/>
            <pc:sldMk cId="3475653246" sldId="435"/>
            <ac:spMk id="8" creationId="{FD82EB82-E305-5D52-BEEA-FAB195430D38}"/>
          </ac:spMkLst>
        </pc:spChg>
        <pc:spChg chg="add del mod">
          <ac:chgData name="Colon, Jeffrey M." userId="615143b1-cdee-493d-9a9d-1565ce8666d9" providerId="ADAL" clId="{DC1DB158-BAB1-5930-B714-AEF472873853}" dt="2026-09-21T19:37:57.911" v="236" actId="478"/>
          <ac:spMkLst>
            <pc:docMk/>
            <pc:sldMk cId="3475653246" sldId="435"/>
            <ac:spMk id="9" creationId="{FD12C9AF-EE25-3650-C54E-44A5EC7C2BA1}"/>
          </ac:spMkLst>
        </pc:spChg>
        <pc:spChg chg="add mod">
          <ac:chgData name="Colon, Jeffrey M." userId="615143b1-cdee-493d-9a9d-1565ce8666d9" providerId="ADAL" clId="{DC1DB158-BAB1-5930-B714-AEF472873853}" dt="2026-09-21T19:37:46.027" v="231" actId="1076"/>
          <ac:spMkLst>
            <pc:docMk/>
            <pc:sldMk cId="3475653246" sldId="435"/>
            <ac:spMk id="12" creationId="{C99F0DB6-09FB-1B60-2439-CB4C6DC432DF}"/>
          </ac:spMkLst>
        </pc:spChg>
        <pc:picChg chg="add del mod">
          <ac:chgData name="Colon, Jeffrey M." userId="615143b1-cdee-493d-9a9d-1565ce8666d9" providerId="ADAL" clId="{DC1DB158-BAB1-5930-B714-AEF472873853}" dt="2026-09-21T19:37:18.281" v="220" actId="478"/>
          <ac:picMkLst>
            <pc:docMk/>
            <pc:sldMk cId="3475653246" sldId="435"/>
            <ac:picMk id="2" creationId="{F0BDFB0B-B73E-CDF7-8DDA-FC1E8C18FD99}"/>
          </ac:picMkLst>
        </pc:picChg>
        <pc:picChg chg="del">
          <ac:chgData name="Colon, Jeffrey M." userId="615143b1-cdee-493d-9a9d-1565ce8666d9" providerId="ADAL" clId="{DC1DB158-BAB1-5930-B714-AEF472873853}" dt="2026-09-21T16:49:29.949" v="51" actId="478"/>
          <ac:picMkLst>
            <pc:docMk/>
            <pc:sldMk cId="3475653246" sldId="435"/>
            <ac:picMk id="7" creationId="{345CFC9F-5E69-1B91-509B-9AEC63866386}"/>
          </ac:picMkLst>
        </pc:picChg>
        <pc:picChg chg="add mod">
          <ac:chgData name="Colon, Jeffrey M." userId="615143b1-cdee-493d-9a9d-1565ce8666d9" providerId="ADAL" clId="{DC1DB158-BAB1-5930-B714-AEF472873853}" dt="2026-09-21T19:37:34.925" v="227" actId="14100"/>
          <ac:picMkLst>
            <pc:docMk/>
            <pc:sldMk cId="3475653246" sldId="435"/>
            <ac:picMk id="11" creationId="{C83AF7E6-DEC4-C55E-C25C-B6C187BF6807}"/>
          </ac:picMkLst>
        </pc:picChg>
        <pc:cxnChg chg="add del mod">
          <ac:chgData name="Colon, Jeffrey M." userId="615143b1-cdee-493d-9a9d-1565ce8666d9" providerId="ADAL" clId="{DC1DB158-BAB1-5930-B714-AEF472873853}" dt="2026-09-21T19:37:55.475" v="235" actId="478"/>
          <ac:cxnSpMkLst>
            <pc:docMk/>
            <pc:sldMk cId="3475653246" sldId="435"/>
            <ac:cxnSpMk id="6" creationId="{15AB6E32-0A6E-611E-A6AC-FEED8AC3C0F7}"/>
          </ac:cxnSpMkLst>
        </pc:cxnChg>
        <pc:cxnChg chg="del mod">
          <ac:chgData name="Colon, Jeffrey M." userId="615143b1-cdee-493d-9a9d-1565ce8666d9" providerId="ADAL" clId="{DC1DB158-BAB1-5930-B714-AEF472873853}" dt="2026-09-21T16:50:12.293" v="64" actId="478"/>
          <ac:cxnSpMkLst>
            <pc:docMk/>
            <pc:sldMk cId="3475653246" sldId="435"/>
            <ac:cxnSpMk id="10" creationId="{A56737C4-17C9-1AF2-894B-177F4FD767C2}"/>
          </ac:cxnSpMkLst>
        </pc:cxnChg>
        <pc:cxnChg chg="add mod">
          <ac:chgData name="Colon, Jeffrey M." userId="615143b1-cdee-493d-9a9d-1565ce8666d9" providerId="ADAL" clId="{DC1DB158-BAB1-5930-B714-AEF472873853}" dt="2026-09-21T19:37:53.451" v="234" actId="14100"/>
          <ac:cxnSpMkLst>
            <pc:docMk/>
            <pc:sldMk cId="3475653246" sldId="435"/>
            <ac:cxnSpMk id="13" creationId="{7ADE67B7-0D23-4A96-D72C-353CF04F79A9}"/>
          </ac:cxnSpMkLst>
        </pc:cxnChg>
      </pc:sldChg>
      <pc:sldChg chg="addSp delSp modSp mod">
        <pc:chgData name="Colon, Jeffrey M." userId="615143b1-cdee-493d-9a9d-1565ce8666d9" providerId="ADAL" clId="{DC1DB158-BAB1-5930-B714-AEF472873853}" dt="2026-09-21T22:24:30.406" v="313" actId="1076"/>
        <pc:sldMkLst>
          <pc:docMk/>
          <pc:sldMk cId="3288932817" sldId="437"/>
        </pc:sldMkLst>
        <pc:spChg chg="mod">
          <ac:chgData name="Colon, Jeffrey M." userId="615143b1-cdee-493d-9a9d-1565ce8666d9" providerId="ADAL" clId="{DC1DB158-BAB1-5930-B714-AEF472873853}" dt="2026-09-21T22:24:30.406" v="313" actId="1076"/>
          <ac:spMkLst>
            <pc:docMk/>
            <pc:sldMk cId="3288932817" sldId="437"/>
            <ac:spMk id="3" creationId="{AD7895AF-1AA9-D503-C5D8-0C0950560B42}"/>
          </ac:spMkLst>
        </pc:spChg>
        <pc:picChg chg="del">
          <ac:chgData name="Colon, Jeffrey M." userId="615143b1-cdee-493d-9a9d-1565ce8666d9" providerId="ADAL" clId="{DC1DB158-BAB1-5930-B714-AEF472873853}" dt="2026-09-21T22:16:28.682" v="281" actId="478"/>
          <ac:picMkLst>
            <pc:docMk/>
            <pc:sldMk cId="3288932817" sldId="437"/>
            <ac:picMk id="6" creationId="{6474D30D-D110-794B-7F6E-DC962BA20936}"/>
          </ac:picMkLst>
        </pc:picChg>
        <pc:picChg chg="add mod">
          <ac:chgData name="Colon, Jeffrey M." userId="615143b1-cdee-493d-9a9d-1565ce8666d9" providerId="ADAL" clId="{DC1DB158-BAB1-5930-B714-AEF472873853}" dt="2026-09-21T22:23:58.229" v="301" actId="1076"/>
          <ac:picMkLst>
            <pc:docMk/>
            <pc:sldMk cId="3288932817" sldId="437"/>
            <ac:picMk id="7" creationId="{F0262DFE-2528-7500-0124-3BEF4B573D27}"/>
          </ac:picMkLst>
        </pc:picChg>
        <pc:picChg chg="add mod">
          <ac:chgData name="Colon, Jeffrey M." userId="615143b1-cdee-493d-9a9d-1565ce8666d9" providerId="ADAL" clId="{DC1DB158-BAB1-5930-B714-AEF472873853}" dt="2026-09-21T22:24:03.839" v="303" actId="1076"/>
          <ac:picMkLst>
            <pc:docMk/>
            <pc:sldMk cId="3288932817" sldId="437"/>
            <ac:picMk id="9" creationId="{EB8C768C-7FF0-DCBE-3350-F659CD140D30}"/>
          </ac:picMkLst>
        </pc:picChg>
        <pc:cxnChg chg="add mod">
          <ac:chgData name="Colon, Jeffrey M." userId="615143b1-cdee-493d-9a9d-1565ce8666d9" providerId="ADAL" clId="{DC1DB158-BAB1-5930-B714-AEF472873853}" dt="2026-09-21T22:24:26.378" v="311" actId="692"/>
          <ac:cxnSpMkLst>
            <pc:docMk/>
            <pc:sldMk cId="3288932817" sldId="437"/>
            <ac:cxnSpMk id="11" creationId="{38EE629A-CBA1-DA53-8C6A-79310649B1D0}"/>
          </ac:cxnSpMkLst>
        </pc:cxnChg>
      </pc:sldChg>
      <pc:sldChg chg="modSp mod">
        <pc:chgData name="Colon, Jeffrey M." userId="615143b1-cdee-493d-9a9d-1565ce8666d9" providerId="ADAL" clId="{DC1DB158-BAB1-5930-B714-AEF472873853}" dt="2026-09-21T16:55:07.092" v="70" actId="1076"/>
        <pc:sldMkLst>
          <pc:docMk/>
          <pc:sldMk cId="977841128" sldId="440"/>
        </pc:sldMkLst>
        <pc:spChg chg="mod">
          <ac:chgData name="Colon, Jeffrey M." userId="615143b1-cdee-493d-9a9d-1565ce8666d9" providerId="ADAL" clId="{DC1DB158-BAB1-5930-B714-AEF472873853}" dt="2026-09-21T16:55:04.812" v="69" actId="1076"/>
          <ac:spMkLst>
            <pc:docMk/>
            <pc:sldMk cId="977841128" sldId="440"/>
            <ac:spMk id="12" creationId="{8471A193-B346-4634-5A18-342395867393}"/>
          </ac:spMkLst>
        </pc:spChg>
        <pc:cxnChg chg="mod">
          <ac:chgData name="Colon, Jeffrey M." userId="615143b1-cdee-493d-9a9d-1565ce8666d9" providerId="ADAL" clId="{DC1DB158-BAB1-5930-B714-AEF472873853}" dt="2026-09-21T16:55:07.092" v="70" actId="1076"/>
          <ac:cxnSpMkLst>
            <pc:docMk/>
            <pc:sldMk cId="977841128" sldId="440"/>
            <ac:cxnSpMk id="11" creationId="{5B098DCC-F05F-0519-4179-9F2133C94133}"/>
          </ac:cxnSpMkLst>
        </pc:cxnChg>
      </pc:sldChg>
      <pc:sldChg chg="addSp delSp modSp del mod">
        <pc:chgData name="Colon, Jeffrey M." userId="615143b1-cdee-493d-9a9d-1565ce8666d9" providerId="ADAL" clId="{DC1DB158-BAB1-5930-B714-AEF472873853}" dt="2026-09-21T17:02:29.214" v="105" actId="2696"/>
        <pc:sldMkLst>
          <pc:docMk/>
          <pc:sldMk cId="1425309206" sldId="441"/>
        </pc:sldMkLst>
        <pc:spChg chg="mod">
          <ac:chgData name="Colon, Jeffrey M." userId="615143b1-cdee-493d-9a9d-1565ce8666d9" providerId="ADAL" clId="{DC1DB158-BAB1-5930-B714-AEF472873853}" dt="2026-09-21T17:00:31.734" v="89" actId="20577"/>
          <ac:spMkLst>
            <pc:docMk/>
            <pc:sldMk cId="1425309206" sldId="441"/>
            <ac:spMk id="3" creationId="{D16DD622-B22B-91B3-C1CD-3C38DC9DEAE8}"/>
          </ac:spMkLst>
        </pc:spChg>
        <pc:spChg chg="mod">
          <ac:chgData name="Colon, Jeffrey M." userId="615143b1-cdee-493d-9a9d-1565ce8666d9" providerId="ADAL" clId="{DC1DB158-BAB1-5930-B714-AEF472873853}" dt="2026-09-21T17:01:46.856" v="94" actId="1076"/>
          <ac:spMkLst>
            <pc:docMk/>
            <pc:sldMk cId="1425309206" sldId="441"/>
            <ac:spMk id="7" creationId="{80D5E845-2E07-B548-5866-A0FBFA477602}"/>
          </ac:spMkLst>
        </pc:spChg>
        <pc:spChg chg="mod">
          <ac:chgData name="Colon, Jeffrey M." userId="615143b1-cdee-493d-9a9d-1565ce8666d9" providerId="ADAL" clId="{DC1DB158-BAB1-5930-B714-AEF472873853}" dt="2026-09-21T17:01:46.856" v="94" actId="1076"/>
          <ac:spMkLst>
            <pc:docMk/>
            <pc:sldMk cId="1425309206" sldId="441"/>
            <ac:spMk id="8" creationId="{14AA07D3-2230-2DF1-3E9C-C7607A1CA139}"/>
          </ac:spMkLst>
        </pc:spChg>
        <pc:spChg chg="mod">
          <ac:chgData name="Colon, Jeffrey M." userId="615143b1-cdee-493d-9a9d-1565ce8666d9" providerId="ADAL" clId="{DC1DB158-BAB1-5930-B714-AEF472873853}" dt="2026-09-21T17:01:46.856" v="94" actId="1076"/>
          <ac:spMkLst>
            <pc:docMk/>
            <pc:sldMk cId="1425309206" sldId="441"/>
            <ac:spMk id="9" creationId="{B8A34FED-D29F-9BC4-B2F3-3EEDE506B237}"/>
          </ac:spMkLst>
        </pc:spChg>
        <pc:spChg chg="mod">
          <ac:chgData name="Colon, Jeffrey M." userId="615143b1-cdee-493d-9a9d-1565ce8666d9" providerId="ADAL" clId="{DC1DB158-BAB1-5930-B714-AEF472873853}" dt="2026-09-21T17:01:46.856" v="94" actId="1076"/>
          <ac:spMkLst>
            <pc:docMk/>
            <pc:sldMk cId="1425309206" sldId="441"/>
            <ac:spMk id="10" creationId="{185164A0-01FA-EA55-345C-5E0661E0691A}"/>
          </ac:spMkLst>
        </pc:spChg>
        <pc:spChg chg="mod">
          <ac:chgData name="Colon, Jeffrey M." userId="615143b1-cdee-493d-9a9d-1565ce8666d9" providerId="ADAL" clId="{DC1DB158-BAB1-5930-B714-AEF472873853}" dt="2026-09-21T17:01:46.856" v="94" actId="1076"/>
          <ac:spMkLst>
            <pc:docMk/>
            <pc:sldMk cId="1425309206" sldId="441"/>
            <ac:spMk id="11" creationId="{20FBE587-D25E-58AC-4572-1F4DA00DA0D7}"/>
          </ac:spMkLst>
        </pc:spChg>
        <pc:spChg chg="mod">
          <ac:chgData name="Colon, Jeffrey M." userId="615143b1-cdee-493d-9a9d-1565ce8666d9" providerId="ADAL" clId="{DC1DB158-BAB1-5930-B714-AEF472873853}" dt="2026-09-21T17:01:46.856" v="94" actId="1076"/>
          <ac:spMkLst>
            <pc:docMk/>
            <pc:sldMk cId="1425309206" sldId="441"/>
            <ac:spMk id="12" creationId="{1D448EFA-BBAE-4105-B0F4-FF7180C25633}"/>
          </ac:spMkLst>
        </pc:spChg>
        <pc:picChg chg="del mod">
          <ac:chgData name="Colon, Jeffrey M." userId="615143b1-cdee-493d-9a9d-1565ce8666d9" providerId="ADAL" clId="{DC1DB158-BAB1-5930-B714-AEF472873853}" dt="2026-09-21T17:01:34.939" v="91" actId="478"/>
          <ac:picMkLst>
            <pc:docMk/>
            <pc:sldMk cId="1425309206" sldId="441"/>
            <ac:picMk id="2" creationId="{AD791582-EB49-164C-641F-26A27A823A82}"/>
          </ac:picMkLst>
        </pc:picChg>
        <pc:picChg chg="add mod">
          <ac:chgData name="Colon, Jeffrey M." userId="615143b1-cdee-493d-9a9d-1565ce8666d9" providerId="ADAL" clId="{DC1DB158-BAB1-5930-B714-AEF472873853}" dt="2026-09-21T17:01:59.061" v="99" actId="14100"/>
          <ac:picMkLst>
            <pc:docMk/>
            <pc:sldMk cId="1425309206" sldId="441"/>
            <ac:picMk id="6" creationId="{FC1754CE-35FB-7206-6B6E-46C4CC2E29D0}"/>
          </ac:picMkLst>
        </pc:picChg>
      </pc:sldChg>
      <pc:sldChg chg="addSp delSp modSp add mod">
        <pc:chgData name="Colon, Jeffrey M." userId="615143b1-cdee-493d-9a9d-1565ce8666d9" providerId="ADAL" clId="{DC1DB158-BAB1-5930-B714-AEF472873853}" dt="2026-09-21T17:02:43.676" v="106" actId="478"/>
        <pc:sldMkLst>
          <pc:docMk/>
          <pc:sldMk cId="1199162044" sldId="445"/>
        </pc:sldMkLst>
        <pc:spChg chg="add mod">
          <ac:chgData name="Colon, Jeffrey M." userId="615143b1-cdee-493d-9a9d-1565ce8666d9" providerId="ADAL" clId="{DC1DB158-BAB1-5930-B714-AEF472873853}" dt="2026-09-21T17:02:17.842" v="104" actId="1076"/>
          <ac:spMkLst>
            <pc:docMk/>
            <pc:sldMk cId="1199162044" sldId="445"/>
            <ac:spMk id="2" creationId="{32963C04-9291-61AA-A7C7-CF87D56E51A0}"/>
          </ac:spMkLst>
        </pc:spChg>
        <pc:spChg chg="del mod">
          <ac:chgData name="Colon, Jeffrey M." userId="615143b1-cdee-493d-9a9d-1565ce8666d9" providerId="ADAL" clId="{DC1DB158-BAB1-5930-B714-AEF472873853}" dt="2026-09-21T17:02:43.676" v="106" actId="478"/>
          <ac:spMkLst>
            <pc:docMk/>
            <pc:sldMk cId="1199162044" sldId="445"/>
            <ac:spMk id="7" creationId="{4B20AD3D-FFCB-98B3-385E-89822859A27B}"/>
          </ac:spMkLst>
        </pc:spChg>
        <pc:spChg chg="del mod">
          <ac:chgData name="Colon, Jeffrey M." userId="615143b1-cdee-493d-9a9d-1565ce8666d9" providerId="ADAL" clId="{DC1DB158-BAB1-5930-B714-AEF472873853}" dt="2026-09-21T17:02:43.676" v="106" actId="478"/>
          <ac:spMkLst>
            <pc:docMk/>
            <pc:sldMk cId="1199162044" sldId="445"/>
            <ac:spMk id="8" creationId="{DEE7B699-27A1-913A-169E-80A77E03428B}"/>
          </ac:spMkLst>
        </pc:spChg>
        <pc:spChg chg="del mod">
          <ac:chgData name="Colon, Jeffrey M." userId="615143b1-cdee-493d-9a9d-1565ce8666d9" providerId="ADAL" clId="{DC1DB158-BAB1-5930-B714-AEF472873853}" dt="2026-09-21T17:02:43.676" v="106" actId="478"/>
          <ac:spMkLst>
            <pc:docMk/>
            <pc:sldMk cId="1199162044" sldId="445"/>
            <ac:spMk id="9" creationId="{68E67A85-1F21-F977-5497-B2E30EC63CA7}"/>
          </ac:spMkLst>
        </pc:spChg>
        <pc:spChg chg="del mod">
          <ac:chgData name="Colon, Jeffrey M." userId="615143b1-cdee-493d-9a9d-1565ce8666d9" providerId="ADAL" clId="{DC1DB158-BAB1-5930-B714-AEF472873853}" dt="2026-09-21T17:02:43.676" v="106" actId="478"/>
          <ac:spMkLst>
            <pc:docMk/>
            <pc:sldMk cId="1199162044" sldId="445"/>
            <ac:spMk id="10" creationId="{6F9477A2-A802-9696-AFEF-DB7CD5D3B0B4}"/>
          </ac:spMkLst>
        </pc:spChg>
        <pc:spChg chg="del mod">
          <ac:chgData name="Colon, Jeffrey M." userId="615143b1-cdee-493d-9a9d-1565ce8666d9" providerId="ADAL" clId="{DC1DB158-BAB1-5930-B714-AEF472873853}" dt="2026-09-21T17:02:43.676" v="106" actId="478"/>
          <ac:spMkLst>
            <pc:docMk/>
            <pc:sldMk cId="1199162044" sldId="445"/>
            <ac:spMk id="11" creationId="{2F22A362-B81C-7608-00A4-2ACC4B5EF121}"/>
          </ac:spMkLst>
        </pc:spChg>
        <pc:spChg chg="del mod">
          <ac:chgData name="Colon, Jeffrey M." userId="615143b1-cdee-493d-9a9d-1565ce8666d9" providerId="ADAL" clId="{DC1DB158-BAB1-5930-B714-AEF472873853}" dt="2026-09-21T17:02:43.676" v="106" actId="478"/>
          <ac:spMkLst>
            <pc:docMk/>
            <pc:sldMk cId="1199162044" sldId="445"/>
            <ac:spMk id="12" creationId="{2A696EFA-AE39-800D-DAAC-144ABD84471E}"/>
          </ac:spMkLst>
        </pc:spChg>
        <pc:spChg chg="add mod">
          <ac:chgData name="Colon, Jeffrey M." userId="615143b1-cdee-493d-9a9d-1565ce8666d9" providerId="ADAL" clId="{DC1DB158-BAB1-5930-B714-AEF472873853}" dt="2026-09-21T17:02:17.842" v="104" actId="1076"/>
          <ac:spMkLst>
            <pc:docMk/>
            <pc:sldMk cId="1199162044" sldId="445"/>
            <ac:spMk id="13" creationId="{523D54B7-9F52-B984-6363-090AD3CF9C49}"/>
          </ac:spMkLst>
        </pc:spChg>
        <pc:spChg chg="add mod">
          <ac:chgData name="Colon, Jeffrey M." userId="615143b1-cdee-493d-9a9d-1565ce8666d9" providerId="ADAL" clId="{DC1DB158-BAB1-5930-B714-AEF472873853}" dt="2026-09-21T17:02:17.842" v="104" actId="1076"/>
          <ac:spMkLst>
            <pc:docMk/>
            <pc:sldMk cId="1199162044" sldId="445"/>
            <ac:spMk id="14" creationId="{0318619B-E4FD-48E1-C9CE-A804DA061616}"/>
          </ac:spMkLst>
        </pc:spChg>
        <pc:spChg chg="add mod">
          <ac:chgData name="Colon, Jeffrey M." userId="615143b1-cdee-493d-9a9d-1565ce8666d9" providerId="ADAL" clId="{DC1DB158-BAB1-5930-B714-AEF472873853}" dt="2026-09-21T17:02:17.842" v="104" actId="1076"/>
          <ac:spMkLst>
            <pc:docMk/>
            <pc:sldMk cId="1199162044" sldId="445"/>
            <ac:spMk id="15" creationId="{A1F7F449-8AFB-C1B1-1295-7C3FFBED1FCE}"/>
          </ac:spMkLst>
        </pc:spChg>
        <pc:spChg chg="add mod">
          <ac:chgData name="Colon, Jeffrey M." userId="615143b1-cdee-493d-9a9d-1565ce8666d9" providerId="ADAL" clId="{DC1DB158-BAB1-5930-B714-AEF472873853}" dt="2026-09-21T17:02:17.842" v="104" actId="1076"/>
          <ac:spMkLst>
            <pc:docMk/>
            <pc:sldMk cId="1199162044" sldId="445"/>
            <ac:spMk id="16" creationId="{C76169A8-7C92-7050-26B1-FB7623AB5B9D}"/>
          </ac:spMkLst>
        </pc:spChg>
        <pc:spChg chg="add mod">
          <ac:chgData name="Colon, Jeffrey M." userId="615143b1-cdee-493d-9a9d-1565ce8666d9" providerId="ADAL" clId="{DC1DB158-BAB1-5930-B714-AEF472873853}" dt="2026-09-21T17:02:17.842" v="104" actId="1076"/>
          <ac:spMkLst>
            <pc:docMk/>
            <pc:sldMk cId="1199162044" sldId="445"/>
            <ac:spMk id="17" creationId="{7912768B-39AF-1F38-B159-A31A8EB0DF1C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3037840" cy="4615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t" anchorCtr="0" compatLnSpc="1">
            <a:prstTxWarp prst="textNoShape">
              <a:avLst/>
            </a:prstTxWarp>
          </a:bodyPr>
          <a:lstStyle>
            <a:lvl1pPr defTabSz="915988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>
              <a:latin typeface="Calibri"/>
            </a:endParaRPr>
          </a:p>
        </p:txBody>
      </p:sp>
      <p:sp>
        <p:nvSpPr>
          <p:cNvPr id="9933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0938" y="1"/>
            <a:ext cx="3037840" cy="4615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t" anchorCtr="0" compatLnSpc="1">
            <a:prstTxWarp prst="textNoShape">
              <a:avLst/>
            </a:prstTxWarp>
          </a:bodyPr>
          <a:lstStyle>
            <a:lvl1pPr algn="r" defTabSz="915988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>
              <a:latin typeface="Calibri"/>
            </a:endParaRPr>
          </a:p>
        </p:txBody>
      </p:sp>
      <p:sp>
        <p:nvSpPr>
          <p:cNvPr id="9933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772914"/>
            <a:ext cx="3037840" cy="4615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b" anchorCtr="0" compatLnSpc="1">
            <a:prstTxWarp prst="textNoShape">
              <a:avLst/>
            </a:prstTxWarp>
          </a:bodyPr>
          <a:lstStyle>
            <a:lvl1pPr defTabSz="915988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>
              <a:latin typeface="Calibri"/>
            </a:endParaRPr>
          </a:p>
        </p:txBody>
      </p:sp>
      <p:sp>
        <p:nvSpPr>
          <p:cNvPr id="9933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0938" y="8772914"/>
            <a:ext cx="3037840" cy="4615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b" anchorCtr="0" compatLnSpc="1">
            <a:prstTxWarp prst="textNoShape">
              <a:avLst/>
            </a:prstTxWarp>
          </a:bodyPr>
          <a:lstStyle>
            <a:lvl1pPr algn="r" defTabSz="915988">
              <a:defRPr sz="1200">
                <a:latin typeface="Arial" charset="0"/>
              </a:defRPr>
            </a:lvl1pPr>
          </a:lstStyle>
          <a:p>
            <a:fld id="{A14A863D-17FF-5C45-9D24-F6481EBEC0A3}" type="slidenum">
              <a:rPr lang="en-US">
                <a:latin typeface="Calibri"/>
              </a:rPr>
              <a:pPr/>
              <a:t>‹#›</a:t>
            </a:fld>
            <a:endParaRPr lang="en-US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9480563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3037840" cy="4615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t" anchorCtr="0" compatLnSpc="1">
            <a:prstTxWarp prst="textNoShape">
              <a:avLst/>
            </a:prstTxWarp>
          </a:bodyPr>
          <a:lstStyle>
            <a:lvl1pPr defTabSz="915988">
              <a:defRPr sz="1200">
                <a:latin typeface="Calibri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0938" y="1"/>
            <a:ext cx="3037840" cy="4615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t" anchorCtr="0" compatLnSpc="1">
            <a:prstTxWarp prst="textNoShape">
              <a:avLst/>
            </a:prstTxWarp>
          </a:bodyPr>
          <a:lstStyle>
            <a:lvl1pPr algn="r" defTabSz="915988">
              <a:defRPr sz="1200">
                <a:latin typeface="Calibri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95388" y="692150"/>
            <a:ext cx="4619625" cy="34655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387257"/>
            <a:ext cx="5608320" cy="41556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772914"/>
            <a:ext cx="3037840" cy="4615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b" anchorCtr="0" compatLnSpc="1">
            <a:prstTxWarp prst="textNoShape">
              <a:avLst/>
            </a:prstTxWarp>
          </a:bodyPr>
          <a:lstStyle>
            <a:lvl1pPr defTabSz="915988">
              <a:defRPr sz="1200">
                <a:latin typeface="Calibri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772914"/>
            <a:ext cx="3037840" cy="4615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b" anchorCtr="0" compatLnSpc="1">
            <a:prstTxWarp prst="textNoShape">
              <a:avLst/>
            </a:prstTxWarp>
          </a:bodyPr>
          <a:lstStyle>
            <a:lvl1pPr algn="r" defTabSz="915988">
              <a:defRPr sz="1200">
                <a:latin typeface="Calibri"/>
              </a:defRPr>
            </a:lvl1pPr>
          </a:lstStyle>
          <a:p>
            <a:fld id="{26036768-068B-B648-B92E-0F7D13C6EC32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9237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117AFE81-FFA0-AB49-9BC2-D912D87BDD75}" type="slidenum">
              <a:rPr lang="en-US" sz="1200">
                <a:latin typeface="Calibri"/>
              </a:rPr>
              <a:pPr eaLnBrk="1" hangingPunct="1"/>
              <a:t>2</a:t>
            </a:fld>
            <a:endParaRPr lang="en-US" sz="1200">
              <a:latin typeface="Calibri"/>
            </a:endParaRPr>
          </a:p>
        </p:txBody>
      </p:sp>
      <p:sp>
        <p:nvSpPr>
          <p:cNvPr id="17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720" y="4387257"/>
            <a:ext cx="5140960" cy="4155674"/>
          </a:xfrm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53269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036768-068B-B648-B92E-0F7D13C6EC32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5096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07063-3D7B-3E88-039C-048227019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31EC8C-A3AF-0A6F-EB2E-F5A830FE4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FDFBE7-0122-D54C-5E35-B6AA941D5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B38F41-48DE-4F02-436A-ABF027A775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036768-068B-B648-B92E-0F7D13C6EC32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1874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036768-068B-B648-B92E-0F7D13C6EC32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712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036768-068B-B648-B92E-0F7D13C6EC32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5991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606A3A6D-F52E-1943-9DCC-7DE7CCC49168}" type="slidenum">
              <a:rPr lang="en-US" sz="1200">
                <a:latin typeface="Calibri"/>
              </a:rPr>
              <a:pPr eaLnBrk="1" hangingPunct="1"/>
              <a:t>11</a:t>
            </a:fld>
            <a:endParaRPr lang="en-US" sz="1200">
              <a:latin typeface="Calibri"/>
            </a:endParaRPr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23203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37FE6A4D-290A-FC47-87FD-DB55D6C82FA6}" type="slidenum">
              <a:rPr lang="en-US" sz="1200">
                <a:latin typeface="Calibri"/>
              </a:rPr>
              <a:pPr eaLnBrk="1" hangingPunct="1"/>
              <a:t>13</a:t>
            </a:fld>
            <a:endParaRPr lang="en-US" sz="1200">
              <a:latin typeface="Calibri"/>
            </a:endParaRPr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3903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449B0853-4026-C94A-AE6E-6B4039E5D16A}" type="slidenum">
              <a:rPr lang="en-US" sz="1200">
                <a:latin typeface="Calibri"/>
              </a:rPr>
              <a:pPr eaLnBrk="1" hangingPunct="1"/>
              <a:t>23</a:t>
            </a:fld>
            <a:endParaRPr lang="en-US" sz="1200">
              <a:latin typeface="Calibri"/>
            </a:endParaRPr>
          </a:p>
        </p:txBody>
      </p:sp>
      <p:sp>
        <p:nvSpPr>
          <p:cNvPr id="47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50474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A105EB59-4342-A44B-8263-674DC8B5FBB4}" type="slidenum">
              <a:rPr lang="en-US" sz="1200">
                <a:latin typeface="Calibri"/>
              </a:rPr>
              <a:pPr eaLnBrk="1" hangingPunct="1"/>
              <a:t>24</a:t>
            </a:fld>
            <a:endParaRPr lang="en-US" sz="1200">
              <a:latin typeface="Calibri"/>
            </a:endParaRPr>
          </a:p>
        </p:txBody>
      </p:sp>
      <p:sp>
        <p:nvSpPr>
          <p:cNvPr id="491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71897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6BD82349-D371-F949-9323-4A9DE524DB07}" type="slidenum">
              <a:rPr lang="en-US" sz="1200">
                <a:latin typeface="Calibri"/>
              </a:rPr>
              <a:pPr eaLnBrk="1" hangingPunct="1"/>
              <a:t>25</a:t>
            </a:fld>
            <a:endParaRPr lang="en-US" sz="1200">
              <a:latin typeface="Calibri"/>
            </a:endParaRPr>
          </a:p>
        </p:txBody>
      </p:sp>
      <p:sp>
        <p:nvSpPr>
          <p:cNvPr id="512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55711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5696499A-79E0-C946-AB6D-E6F349D72B02}" type="slidenum">
              <a:rPr lang="en-US" sz="1200">
                <a:latin typeface="Calibri"/>
              </a:rPr>
              <a:pPr eaLnBrk="1" hangingPunct="1"/>
              <a:t>26</a:t>
            </a:fld>
            <a:endParaRPr lang="en-US" sz="1200">
              <a:latin typeface="Calibri"/>
            </a:endParaRPr>
          </a:p>
        </p:txBody>
      </p:sp>
      <p:sp>
        <p:nvSpPr>
          <p:cNvPr id="532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32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35671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E61BCC4E-2686-8B46-AA7E-D768599E367E}" type="slidenum">
              <a:rPr lang="en-US" sz="1200">
                <a:latin typeface="Calibri"/>
              </a:rPr>
              <a:pPr eaLnBrk="1" hangingPunct="1"/>
              <a:t>27</a:t>
            </a:fld>
            <a:endParaRPr lang="en-US" sz="1200">
              <a:latin typeface="Calibri"/>
            </a:endParaRPr>
          </a:p>
        </p:txBody>
      </p:sp>
      <p:sp>
        <p:nvSpPr>
          <p:cNvPr id="552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3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93517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036768-068B-B648-B92E-0F7D13C6EC32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5231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9144000" cy="30008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350" b="0" i="0" dirty="0">
              <a:latin typeface="Calibri Regular" charset="0"/>
              <a:ea typeface="+mn-ea"/>
              <a:cs typeface="Calibri Regular" charset="0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474734"/>
            <a:ext cx="28956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65289E-B571-E875-0679-62DFD90D2BD0}"/>
              </a:ext>
            </a:extLst>
          </p:cNvPr>
          <p:cNvSpPr txBox="1"/>
          <p:nvPr userDrawn="1"/>
        </p:nvSpPr>
        <p:spPr>
          <a:xfrm>
            <a:off x="279699" y="6658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4743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384048" y="533400"/>
            <a:ext cx="8458200" cy="5812064"/>
          </a:xfrm>
          <a:prstGeom prst="rect">
            <a:avLst/>
          </a:prstGeom>
        </p:spPr>
        <p:txBody>
          <a:bodyPr/>
          <a:lstStyle>
            <a:lvl1pPr marL="171450" indent="-171450" algn="just" defTabSz="6858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18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342900" indent="-17145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165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165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685800" indent="-171450" algn="just">
              <a:buClr>
                <a:srgbClr val="B01C2E"/>
              </a:buClr>
              <a:buSzPct val="60000"/>
              <a:buFont typeface="Arial" charset="0"/>
              <a:buChar char="•"/>
              <a:defRPr lang="en-US" sz="15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85725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15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384048" y="41934"/>
            <a:ext cx="84582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296466" algn="l"/>
              </a:tabLst>
              <a:defRPr sz="165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8385048" y="6471106"/>
            <a:ext cx="4572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384048" y="407061"/>
            <a:ext cx="84582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03F2807-28A9-7C41-DB1C-75E1324CE0FB}"/>
              </a:ext>
            </a:extLst>
          </p:cNvPr>
          <p:cNvSpPr txBox="1"/>
          <p:nvPr userDrawn="1"/>
        </p:nvSpPr>
        <p:spPr>
          <a:xfrm>
            <a:off x="580913" y="65944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C3439A-EE24-4C33-040B-E6254956D834}"/>
              </a:ext>
            </a:extLst>
          </p:cNvPr>
          <p:cNvSpPr txBox="1"/>
          <p:nvPr userDrawn="1"/>
        </p:nvSpPr>
        <p:spPr>
          <a:xfrm>
            <a:off x="268941" y="656216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38151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381000" y="1417320"/>
            <a:ext cx="4114800" cy="4572000"/>
          </a:xfrm>
          <a:prstGeom prst="rect">
            <a:avLst/>
          </a:prstGeo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200">
                <a:latin typeface="Calibri" charset="0"/>
                <a:ea typeface="Calibri" charset="0"/>
                <a:cs typeface="Calibri" charset="0"/>
              </a:defRPr>
            </a:lvl1pPr>
            <a:lvl2pPr marL="342900" indent="-171450">
              <a:buClr>
                <a:schemeClr val="accent1"/>
              </a:buClr>
              <a:buSzPct val="60000"/>
              <a:buFont typeface="Wingdings" charset="2"/>
              <a:buChar char="Ø"/>
              <a:defRPr lang="en-US" sz="1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>
              <a:buClr>
                <a:schemeClr val="accent1"/>
              </a:buClr>
              <a:buSzPct val="60000"/>
              <a:buFont typeface="Courier New" charset="0"/>
              <a:buChar char="o"/>
              <a:defRPr sz="1200">
                <a:latin typeface="Calibri" charset="0"/>
                <a:ea typeface="Calibri" charset="0"/>
                <a:cs typeface="Calibri" charset="0"/>
              </a:defRPr>
            </a:lvl3pPr>
            <a:lvl4pPr marL="685800" indent="-171450">
              <a:buClr>
                <a:schemeClr val="accent1"/>
              </a:buClr>
              <a:buSzPct val="60000"/>
              <a:buFont typeface="Arial" charset="0"/>
              <a:buChar char="•"/>
              <a:defRPr sz="1200">
                <a:latin typeface="Calibri" charset="0"/>
                <a:ea typeface="Calibri" charset="0"/>
                <a:cs typeface="Calibri" charset="0"/>
              </a:defRPr>
            </a:lvl4pPr>
            <a:lvl5pPr marL="857250">
              <a:buClr>
                <a:schemeClr val="accent1"/>
              </a:buClr>
              <a:buSzPct val="60000"/>
              <a:buFont typeface="Arial" pitchFamily="34" charset="0"/>
              <a:buChar char="–"/>
              <a:defRPr sz="12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4572000"/>
          </a:xfrm>
          <a:prstGeom prst="rect">
            <a:avLst/>
          </a:prstGeo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200">
                <a:latin typeface="Calibri" charset="0"/>
                <a:ea typeface="Calibri" charset="0"/>
                <a:cs typeface="Calibri" charset="0"/>
              </a:defRPr>
            </a:lvl1pPr>
            <a:lvl2pPr marL="342900" indent="-171450">
              <a:buClr>
                <a:schemeClr val="accent1"/>
              </a:buClr>
              <a:buSzPct val="60000"/>
              <a:buFont typeface="Wingdings" charset="2"/>
              <a:buChar char="Ø"/>
              <a:defRPr lang="en-US" sz="1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>
              <a:buClr>
                <a:schemeClr val="accent1"/>
              </a:buClr>
              <a:buSzPct val="60000"/>
              <a:buFont typeface="Courier New" charset="0"/>
              <a:buChar char="o"/>
              <a:defRPr sz="1200">
                <a:latin typeface="Calibri" charset="0"/>
                <a:ea typeface="Calibri" charset="0"/>
                <a:cs typeface="Calibri" charset="0"/>
              </a:defRPr>
            </a:lvl3pPr>
            <a:lvl4pPr marL="685800" indent="-171450">
              <a:buClr>
                <a:schemeClr val="accent1"/>
              </a:buClr>
              <a:buSzPct val="60000"/>
              <a:buFont typeface="Arial" charset="0"/>
              <a:buChar char="•"/>
              <a:defRPr sz="1200">
                <a:latin typeface="Calibri" charset="0"/>
                <a:ea typeface="Calibri" charset="0"/>
                <a:cs typeface="Calibri" charset="0"/>
              </a:defRPr>
            </a:lvl4pPr>
            <a:lvl5pPr marL="857250">
              <a:buClr>
                <a:schemeClr val="accent1"/>
              </a:buClr>
              <a:buSzPct val="60000"/>
              <a:buFont typeface="Arial" pitchFamily="34" charset="0"/>
              <a:buChar char="–"/>
              <a:defRPr sz="12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061030" y="537029"/>
            <a:ext cx="18473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35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8D05D2-C2EB-8624-5781-A9F52351E9B8}"/>
              </a:ext>
            </a:extLst>
          </p:cNvPr>
          <p:cNvSpPr txBox="1"/>
          <p:nvPr userDrawn="1"/>
        </p:nvSpPr>
        <p:spPr>
          <a:xfrm>
            <a:off x="559398" y="657292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7972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381000" y="1417320"/>
            <a:ext cx="41148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Calibri Regular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Calibri Regular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381000" y="3886200"/>
            <a:ext cx="83820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Calibri Regular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2697766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48006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Calibri Regular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381000" y="1417320"/>
            <a:ext cx="41148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Calibri Regular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381000" y="3931920"/>
            <a:ext cx="41148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Calibri Regular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818630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318816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84048" y="805002"/>
            <a:ext cx="4040188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724400" y="814835"/>
            <a:ext cx="4040188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195227"/>
            <a:ext cx="4041648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SzPct val="75000"/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SzPct val="75000"/>
              <a:buFont typeface="Wingdings" panose="05000000000000000000" pitchFamily="2" charset="2"/>
              <a:buChar char="Ø"/>
              <a:def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Calibri Regular" charset="0"/>
              </a:defRPr>
            </a:lvl2pPr>
            <a:lvl3pPr marL="514350" indent="-171450">
              <a:buClr>
                <a:schemeClr val="accent1"/>
              </a:buClr>
              <a:buSzPct val="75000"/>
              <a:buFont typeface="Arial" pitchFamily="34" charset="0"/>
              <a:buChar char="•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4724400" y="1195227"/>
            <a:ext cx="4041648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Calibri Regular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384048" y="407061"/>
            <a:ext cx="84582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384048" y="3"/>
            <a:ext cx="84582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090335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3" y="1371600"/>
            <a:ext cx="4040188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724400" y="1371600"/>
            <a:ext cx="4040188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4041648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Calibri Regular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4724400" y="1807534"/>
            <a:ext cx="4041648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Calibri Regular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100646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4038600" y="3046413"/>
            <a:ext cx="9906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 b="0" i="0" dirty="0">
              <a:latin typeface="Calibri Regular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5029200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b="0" i="0" kern="1200" dirty="0" smtClean="0">
                <a:solidFill>
                  <a:schemeClr val="tx1"/>
                </a:solidFill>
                <a:latin typeface="+mn-lt"/>
                <a:ea typeface="+mn-ea"/>
                <a:cs typeface="Calibri Regular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5029200" y="1828800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b="0" i="0" kern="1200" dirty="0" smtClean="0">
                <a:solidFill>
                  <a:schemeClr val="tx1"/>
                </a:solidFill>
                <a:latin typeface="+mn-lt"/>
                <a:ea typeface="+mn-ea"/>
                <a:cs typeface="Calibri Regular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575221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4019344" y="2692959"/>
            <a:ext cx="994787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 b="0" i="0" dirty="0">
              <a:latin typeface="Calibri Regular" charset="0"/>
              <a:ea typeface="+mn-ea"/>
              <a:cs typeface="Calibri Regular" charset="0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4070503" y="3778177"/>
            <a:ext cx="1014887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 b="0" i="0" dirty="0">
              <a:latin typeface="Calibri Regular" charset="0"/>
              <a:ea typeface="+mn-ea"/>
              <a:cs typeface="Calibri Regular" charset="0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5029200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5029200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336513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4244941" y="3276599"/>
            <a:ext cx="654118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 b="0" i="0" dirty="0">
              <a:latin typeface="Calibri Regular" charset="0"/>
              <a:ea typeface="+mn-ea"/>
              <a:cs typeface="Calibri Regular" charset="0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57200" y="4479952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800600" y="4479952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1807534"/>
            <a:ext cx="82296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457200" y="1417320"/>
            <a:ext cx="8229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57200" y="4114800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4800600" y="4114800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7315991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4244941" y="3276599"/>
            <a:ext cx="654118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 b="0" i="0" dirty="0">
              <a:latin typeface="Calibri Regular" charset="0"/>
              <a:ea typeface="+mn-ea"/>
              <a:cs typeface="Calibri Regular" charset="0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57200" y="1783080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800600" y="1783080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4505014"/>
            <a:ext cx="82296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457200" y="4114800"/>
            <a:ext cx="8229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57200" y="1417928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4800600" y="1417928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7283566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4643438" y="4627745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376238" y="4627745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376238" y="3015622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4643438" y="3015622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4643438" y="1403499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376238" y="1403499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6238" y="167640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6238" y="3302419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6238" y="491499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4643438" y="167640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4643438" y="3302418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4643438" y="491499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37729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451174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133600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3847770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5556729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7310438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451174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133600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3847770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5556729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7310438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7780642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457200" y="1417320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457200" y="3065544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457200" y="4713767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33600" y="1417320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33600" y="3065543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133600" y="4713767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4904604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22276" y="1397000"/>
            <a:ext cx="1738313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060576" y="1397000"/>
            <a:ext cx="173672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5335590" y="1397000"/>
            <a:ext cx="1738312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3698876" y="1397000"/>
            <a:ext cx="1736725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6973891" y="1397000"/>
            <a:ext cx="173672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422275" y="2954338"/>
            <a:ext cx="2147888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2468564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6561140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4514852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431801" y="4497388"/>
            <a:ext cx="2816225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3170239" y="4497388"/>
            <a:ext cx="2816225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5908676" y="4497388"/>
            <a:ext cx="2816225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562930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33600" y="1344304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33600" y="2360778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133600" y="3377252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133600" y="4393726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133600" y="5410200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457200" y="1344304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457200" y="2357366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457200" y="3370428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457200" y="4383490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457200" y="5396552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9486285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4419600" y="3632202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2286000" y="3632202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6753225" y="3632202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458789" y="3478213"/>
            <a:ext cx="7769225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3429000" y="3651252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16764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5562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7696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3281363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452438" y="3413125"/>
            <a:ext cx="8239125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68580" bIns="6858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750" b="0" i="0" dirty="0">
              <a:solidFill>
                <a:srgbClr val="4D4D4D"/>
              </a:solidFill>
              <a:latin typeface="Calibri Regular" charset="0"/>
              <a:ea typeface="Calibri Regular" charset="0"/>
              <a:cs typeface="Calibri Regular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611189" y="3460752"/>
            <a:ext cx="7769225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2535866" y="12954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06680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358140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530352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722376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9144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69342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1524000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48006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2667000" y="5181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5991225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3657600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75336991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914401" y="1295400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914401" y="1800013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914401" y="2304626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914401" y="2809239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914401" y="3313852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914401" y="3818465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914401" y="4323078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914401" y="4827691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457200" y="1295400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457200" y="1800013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457200" y="2304626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457200" y="2809239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457200" y="3313852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457200" y="3818465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457200" y="4323078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457200" y="4827691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8229600" y="1295400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8229600" y="1800013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8229600" y="2304626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8229600" y="2809239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8229600" y="3313852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8229600" y="3818465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8229600" y="4323078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8229600" y="4827691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911777" y="5332304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454575" y="5332304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8226975" y="5332304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911777" y="5836920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454575" y="5836920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8226975" y="5836920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4580275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457200" y="1335024"/>
            <a:ext cx="13716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457200" y="3744363"/>
            <a:ext cx="13716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1905000" y="1348565"/>
            <a:ext cx="9144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1905000" y="3763963"/>
            <a:ext cx="9144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1905000" y="2199167"/>
            <a:ext cx="9144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1905000" y="4619625"/>
            <a:ext cx="9144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19400" y="1348565"/>
            <a:ext cx="5870448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19400" y="3763963"/>
            <a:ext cx="5870448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19400" y="2199167"/>
            <a:ext cx="5870448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19400" y="4619625"/>
            <a:ext cx="5870448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59484446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4646613" y="1914525"/>
            <a:ext cx="36576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274320" rIns="137160" bIns="137160"/>
          <a:lstStyle/>
          <a:p>
            <a:endParaRPr lang="en-US" sz="135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752475" y="1914525"/>
            <a:ext cx="36576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274320" rIns="137160" bIns="137160"/>
          <a:lstStyle/>
          <a:p>
            <a:endParaRPr lang="en-US" sz="135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2262459" y="-89846"/>
            <a:ext cx="636898" cy="36576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6157271" y="-89846"/>
            <a:ext cx="636898" cy="36576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752108" y="2282953"/>
            <a:ext cx="36576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4646920" y="2282953"/>
            <a:ext cx="36576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7698112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441326" y="1911352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endParaRPr lang="en-US" sz="135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2552701" y="1911352"/>
            <a:ext cx="1919288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endParaRPr lang="en-US" sz="135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4648201" y="1911352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endParaRPr lang="en-US" sz="135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6770689" y="1911352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endParaRPr lang="en-US" sz="135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095755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3206179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5301996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7425119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41959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552383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648200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771323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5790322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338328" y="1450181"/>
            <a:ext cx="259689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3273554" y="1447806"/>
            <a:ext cx="2651125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6208779" y="1447806"/>
            <a:ext cx="2651125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273552" y="2057400"/>
            <a:ext cx="2523744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208776" y="2057400"/>
            <a:ext cx="2523744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38328" y="2057403"/>
            <a:ext cx="2523744" cy="230832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8080091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7129272" y="1493520"/>
            <a:ext cx="1481328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23444" indent="-123444" algn="l">
              <a:lnSpc>
                <a:spcPts val="105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900" b="0">
                <a:solidFill>
                  <a:srgbClr val="000000"/>
                </a:solidFill>
              </a:defRPr>
            </a:lvl1pPr>
            <a:lvl2pPr marL="123444" indent="0" algn="l">
              <a:spcBef>
                <a:spcPts val="525"/>
              </a:spcBef>
              <a:buNone/>
              <a:defRPr sz="900" b="0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457200" y="16002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900" b="1" baseline="0">
                <a:solidFill>
                  <a:srgbClr val="FFFFFF"/>
                </a:solidFill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457200" y="48768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9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457200" y="32385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9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191512" y="16002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91512" y="32385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91512" y="48768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3891897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684213" y="2635250"/>
            <a:ext cx="7777162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68580" bIns="6858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350" b="0" i="0" dirty="0">
              <a:latin typeface="Calibri Regular" charset="0"/>
              <a:ea typeface="Calibri Regular" charset="0"/>
              <a:cs typeface="Calibri Regular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051560" y="1417320"/>
            <a:ext cx="329184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4572000" y="1417320"/>
            <a:ext cx="329184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051560" y="1874520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4572000" y="1874520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2155829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4384675" y="3341688"/>
            <a:ext cx="376238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54000" tIns="54000" rIns="54000" bIns="54000" anchor="ctr"/>
          <a:lstStyle/>
          <a:p>
            <a:endParaRPr lang="en-US" sz="135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835152" y="1417320"/>
            <a:ext cx="303580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5266627" y="1417320"/>
            <a:ext cx="3054096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835152" y="1874520"/>
            <a:ext cx="329184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5028883" y="1874520"/>
            <a:ext cx="329184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4930180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6181725" y="1577977"/>
            <a:ext cx="2487168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484632" y="1577977"/>
            <a:ext cx="2487168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2667000" y="182880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2667000" y="242316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2667000" y="301752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2667000" y="361188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2667000" y="420624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2667000" y="480060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2514600" y="1981200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2514600" y="2570074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2514600" y="3158948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2514600" y="3747822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2514600" y="4336696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2514600" y="4925568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25359659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396240" y="160020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621280" y="160020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96240" y="274828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2621280" y="274828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96240" y="389636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2621280" y="389636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2266" y="504444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2627306" y="504444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96639750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731520" y="1097281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362200" y="1371600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2362200" y="2474977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2362200" y="3578353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2362200" y="4681728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731520" y="2200657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731520" y="3304033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731520" y="4407408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43749936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5297488" y="3346450"/>
            <a:ext cx="4406900" cy="13716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 b="0" i="0" dirty="0">
              <a:latin typeface="Calibri Regular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760413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 b="0" i="0" dirty="0">
              <a:latin typeface="Calibri Regular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754063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 b="0" i="0" dirty="0">
              <a:latin typeface="Calibri Regular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2266951" y="3351213"/>
            <a:ext cx="4416425" cy="13716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 b="0" i="0" dirty="0">
              <a:latin typeface="Calibri Regular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3781426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 b="0" i="0" dirty="0">
              <a:latin typeface="Calibri Regular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762000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2276475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3789363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5303838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6815138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09600" y="2133601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09600" y="3390901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>
              <a:def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4648200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>
              <a:def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14824369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3273552" y="1444752"/>
            <a:ext cx="2596896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5370576" y="152400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609600" y="152400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370576" y="255016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609600" y="255016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70576" y="357632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609600" y="357632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5370576" y="460248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609600" y="460248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4547121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6248400" y="1420504"/>
            <a:ext cx="2587752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836676">
              <a:buClr>
                <a:srgbClr val="B01C1A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502920" y="15544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502920" y="27482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502920" y="39420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502920" y="51358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39730103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304800" y="2362200"/>
            <a:ext cx="6117336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04800" y="3491484"/>
            <a:ext cx="6096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304800" y="4620768"/>
            <a:ext cx="6096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6411433" y="1417320"/>
            <a:ext cx="210312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4391025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774061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157097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157097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2774061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4391025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6411433" y="1861185"/>
            <a:ext cx="210312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82145357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3068639" y="1981202"/>
            <a:ext cx="2536825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457201" y="1982790"/>
            <a:ext cx="2530475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5684839" y="1981202"/>
            <a:ext cx="2871787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5680886" y="1983087"/>
            <a:ext cx="287574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3068559" y="1983087"/>
            <a:ext cx="2674468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457200" y="4038600"/>
            <a:ext cx="80772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457200" y="5937504"/>
            <a:ext cx="3950208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30302" algn="l">
              <a:buClr>
                <a:schemeClr val="accent1"/>
              </a:buClr>
              <a:buFont typeface="Wingdings" pitchFamily="2" charset="2"/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4585778" y="5937504"/>
            <a:ext cx="3950208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30302" algn="l">
              <a:buClr>
                <a:schemeClr val="accent1"/>
              </a:buClr>
              <a:buFont typeface="Wingdings" pitchFamily="2" charset="2"/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7200" y="1417320"/>
            <a:ext cx="5193792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5656263" y="1417326"/>
            <a:ext cx="3035808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257175" marR="0" indent="-257175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457200" y="1983087"/>
            <a:ext cx="2674468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457200" y="1981200"/>
            <a:ext cx="2473180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3144323" y="1988239"/>
            <a:ext cx="238753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4343400"/>
            <a:ext cx="80772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30302" indent="-130302">
              <a:lnSpc>
                <a:spcPct val="95000"/>
              </a:lnSpc>
              <a:spcBef>
                <a:spcPts val="540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260604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390906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514350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685800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5762431" y="1987175"/>
            <a:ext cx="2794197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24741333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5507039" y="1755775"/>
            <a:ext cx="679450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88106" eaLnBrk="0" hangingPunct="0">
              <a:lnSpc>
                <a:spcPct val="95000"/>
              </a:lnSpc>
              <a:defRPr/>
            </a:pPr>
            <a:endParaRPr lang="en-US" sz="1350" b="0" i="0" dirty="0">
              <a:latin typeface="Calibri Regular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2993735" y="1290639"/>
            <a:ext cx="237744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477838" y="1290639"/>
            <a:ext cx="237744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2993735" y="1290638"/>
            <a:ext cx="237744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6300383" y="1290638"/>
            <a:ext cx="237744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477838" y="1290638"/>
            <a:ext cx="237744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569278" y="1731264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89154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569278" y="2357120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569278" y="2982976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569278" y="3608832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569278" y="4234688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569278" y="5486400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569278" y="4860544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3085175" y="1743456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3085175" y="2369312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3085175" y="2995168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3085175" y="3621024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3085175" y="4246880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3085175" y="5498592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3085175" y="4872736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6300383" y="1743456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6300383" y="2369312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6300383" y="2995168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6300383" y="3621024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6300383" y="4246880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6300383" y="5498592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6300383" y="4872736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98792688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5349876" y="1497015"/>
            <a:ext cx="679450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 b="0" i="0" dirty="0">
              <a:latin typeface="Calibri Regular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7082028" y="330708"/>
            <a:ext cx="640080" cy="2569464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6117336" y="1981200"/>
            <a:ext cx="2569464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" pitchFamily="2" charset="2"/>
              <a:buChar char="§"/>
              <a:defRPr sz="900" b="1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="1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="1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 b="1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381003" y="149701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381003" y="298543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381003" y="447385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057403" y="149701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057403" y="298543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057403" y="447385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3733803" y="149701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3733803" y="298543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3733803" y="447385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77429246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909638" y="2395538"/>
            <a:ext cx="768350" cy="638175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066926" y="3590927"/>
            <a:ext cx="752475" cy="625475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3234532" y="4814095"/>
            <a:ext cx="698500" cy="595313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3881706" y="4986243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479117" y="1441358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1612733" y="2622986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2755736" y="3804614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208428930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712789" y="1782765"/>
            <a:ext cx="7969250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 b="0" i="0" dirty="0">
              <a:latin typeface="Calibri Regular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712789" y="5300665"/>
            <a:ext cx="7969250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 b="0" i="0" dirty="0">
              <a:latin typeface="Calibri Regular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712789" y="4129090"/>
            <a:ext cx="7969250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 b="0" i="0" dirty="0">
              <a:latin typeface="Calibri Regular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712789" y="2955925"/>
            <a:ext cx="7969250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 b="0" i="0" dirty="0">
              <a:latin typeface="Calibri Regular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708691" y="1501649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708691" y="5019704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marR="0" indent="-132160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708691" y="3847017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708691" y="2674336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64729525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477838" y="3294065"/>
            <a:ext cx="7988300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477838" y="4670425"/>
            <a:ext cx="7988300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477838" y="6046790"/>
            <a:ext cx="7988300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1582996" y="1290644"/>
            <a:ext cx="1870718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6896505" y="1290644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5114285" y="1290644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3332064" y="1290644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457200" y="2068960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7200" y="3436667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57200" y="4802487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1582996" y="2068960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1582996" y="3441508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1582996" y="4807328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3332064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3332064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3332064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5114284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5114284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5114284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6896505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6896505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896505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69132411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151064" y="1277938"/>
            <a:ext cx="6618287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350" b="0" i="0" dirty="0">
              <a:solidFill>
                <a:schemeClr val="bg1"/>
              </a:solidFill>
              <a:latin typeface="Calibri Regular" charset="0"/>
              <a:ea typeface="Calibri Regular" charset="0"/>
              <a:cs typeface="Calibri Regular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160589" y="1568450"/>
            <a:ext cx="6608762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-167481" y="3604420"/>
            <a:ext cx="4665662" cy="1270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2584450" y="1576388"/>
            <a:ext cx="5530850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468313" y="1860550"/>
            <a:ext cx="8069262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350" b="0" i="0" dirty="0">
              <a:solidFill>
                <a:schemeClr val="bg1"/>
              </a:solidFill>
              <a:latin typeface="Calibri Regular" charset="0"/>
              <a:ea typeface="Calibri Regular" charset="0"/>
              <a:cs typeface="Calibri Regular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468314" y="1277938"/>
            <a:ext cx="1692275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350" b="0" i="0" dirty="0">
              <a:solidFill>
                <a:schemeClr val="bg1"/>
              </a:solidFill>
              <a:latin typeface="Calibri Regular" charset="0"/>
              <a:ea typeface="Calibri Regular" charset="0"/>
              <a:cs typeface="Calibri Regular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473075" y="1277938"/>
            <a:ext cx="16764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159965" y="1282931"/>
            <a:ext cx="6372290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3016122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3441598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165170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590645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4718026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5143501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3867073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292550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6419929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45406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5568978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5994454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7270882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7696357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8121834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548056" y="1548247"/>
            <a:ext cx="645582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401427" y="1278089"/>
            <a:ext cx="645582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685800" rtl="0" eaLnBrk="1" fontAlgn="auto" latinLnBrk="0" hangingPunct="1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533400" y="1905000"/>
            <a:ext cx="155448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30302" indent="-130302" algn="l">
              <a:spcBef>
                <a:spcPts val="150"/>
              </a:spcBef>
              <a:buClr>
                <a:srgbClr val="B01C2E"/>
              </a:buClr>
              <a:buFont typeface="Wingdings" pitchFamily="2" charset="2"/>
              <a:buChar char="§"/>
              <a:defRPr sz="90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84087143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1555750" y="1828802"/>
            <a:ext cx="7131050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350" b="0" i="0" dirty="0">
              <a:latin typeface="Calibri Regular" charset="0"/>
              <a:ea typeface="Calibri Regular" charset="0"/>
              <a:cs typeface="Calibri Regular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447675" y="2189163"/>
            <a:ext cx="1098550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350" b="0" i="0" dirty="0">
              <a:latin typeface="Calibri Regular" charset="0"/>
              <a:ea typeface="Calibri Regular" charset="0"/>
              <a:cs typeface="Calibri Regular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442914" y="1819275"/>
            <a:ext cx="8234362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512764" y="1566865"/>
            <a:ext cx="884237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050"/>
              </a:lnSpc>
              <a:spcBef>
                <a:spcPts val="1125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600" b="0" i="0" dirty="0">
                <a:solidFill>
                  <a:srgbClr val="000000"/>
                </a:solidFill>
                <a:latin typeface="Calibri Regular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512764" y="1939925"/>
            <a:ext cx="884237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050"/>
              </a:lnSpc>
              <a:spcBef>
                <a:spcPts val="1125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600" b="0" i="0" dirty="0">
                <a:solidFill>
                  <a:srgbClr val="000000"/>
                </a:solidFill>
                <a:latin typeface="Calibri Regular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442913" y="2200275"/>
            <a:ext cx="82296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442913" y="5486400"/>
            <a:ext cx="82296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1555751" y="1468440"/>
            <a:ext cx="7102475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1546226" y="1828800"/>
            <a:ext cx="649288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1546225" y="1835813"/>
            <a:ext cx="64591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203314" y="1835813"/>
            <a:ext cx="64688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850206" y="1835813"/>
            <a:ext cx="65175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3497094" y="1835813"/>
            <a:ext cx="64202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139118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795736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5437760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084651" y="1835813"/>
            <a:ext cx="65175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731540" y="1835813"/>
            <a:ext cx="64689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383292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8025320" y="1835813"/>
            <a:ext cx="65316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469240" y="223026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469240" y="259557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469240" y="296088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469240" y="332619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469240" y="369150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469240" y="405681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469240" y="5152742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469240" y="442212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469240" y="478743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1562267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94301C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20331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285020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349709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4139118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4795736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543776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608465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673154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7383292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8025318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1546225" y="2321700"/>
            <a:ext cx="914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1546225" y="2687010"/>
            <a:ext cx="1828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1546225" y="3052320"/>
            <a:ext cx="2743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1546225" y="341763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1546225" y="3782940"/>
            <a:ext cx="4572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1546225" y="4148250"/>
            <a:ext cx="914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1546225" y="4513560"/>
            <a:ext cx="1828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1546225" y="4878870"/>
            <a:ext cx="2743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1546225" y="5244182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3436620" y="5562600"/>
            <a:ext cx="13716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3048000" y="5817472"/>
            <a:ext cx="9144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5355067" y="5562600"/>
            <a:ext cx="13716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4966447" y="5817472"/>
            <a:ext cx="9144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18704488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1779589" y="5981700"/>
            <a:ext cx="5495925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792288" y="5453937"/>
            <a:ext cx="5486400" cy="474325"/>
          </a:xfrm>
          <a:prstGeom prst="rect">
            <a:avLst/>
          </a:prstGeom>
        </p:spPr>
        <p:txBody>
          <a:bodyPr/>
          <a:lstStyle>
            <a:lvl1pPr algn="l">
              <a:defRPr sz="9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1166756"/>
            <a:ext cx="54864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6042020"/>
            <a:ext cx="54864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5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769503" y="0"/>
            <a:ext cx="7604994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165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28754343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452441" y="14478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452441" y="26670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452441" y="51054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7003443" y="14478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7003443" y="26670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7003443" y="38862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7003443" y="51054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52441" y="38862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22399475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159380" y="1419225"/>
            <a:ext cx="2532185" cy="48006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825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825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825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825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825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33183256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75052" y="1419225"/>
            <a:ext cx="5111750" cy="4706938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900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19226"/>
            <a:ext cx="2918298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64392284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57201" y="1419225"/>
            <a:ext cx="5111750" cy="4706938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900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5773265" y="1419226"/>
            <a:ext cx="2918298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37021907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076450" y="2667000"/>
            <a:ext cx="66294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066925" y="1108077"/>
            <a:ext cx="3200400" cy="207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750" b="0" i="0" dirty="0">
                <a:solidFill>
                  <a:srgbClr val="B01C2E"/>
                </a:solidFill>
                <a:latin typeface="Calibri Regular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5505450" y="1108077"/>
            <a:ext cx="3200400" cy="207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750" b="0" i="0" dirty="0">
                <a:solidFill>
                  <a:srgbClr val="B01C2E"/>
                </a:solidFill>
                <a:latin typeface="Calibri Regular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067306" y="2743200"/>
            <a:ext cx="6638544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900"/>
              </a:lnSpc>
              <a:spcBef>
                <a:spcPts val="0"/>
              </a:spcBef>
              <a:spcAft>
                <a:spcPts val="450"/>
              </a:spcAft>
              <a:buFont typeface="Arial" pitchFamily="34" charset="0"/>
              <a:buChar char=" "/>
              <a:defRPr sz="750" b="0" baseline="0">
                <a:latin typeface="+mn-lt"/>
              </a:defRPr>
            </a:lvl1pPr>
            <a:lvl2pPr marL="0" indent="0">
              <a:lnSpc>
                <a:spcPts val="900"/>
              </a:lnSpc>
              <a:spcBef>
                <a:spcPts val="0"/>
              </a:spcBef>
              <a:spcAft>
                <a:spcPts val="900"/>
              </a:spcAft>
              <a:buFont typeface="Arial" pitchFamily="34" charset="0"/>
              <a:buChar char=" "/>
              <a:defRPr sz="750" b="0" i="0" baseline="0">
                <a:solidFill>
                  <a:srgbClr val="666666"/>
                </a:solidFill>
                <a:latin typeface="Calibri Regular" charset="0"/>
              </a:defRPr>
            </a:lvl2pPr>
            <a:lvl3pPr marL="171450" indent="-171450">
              <a:buClr>
                <a:srgbClr val="B01C2E"/>
              </a:buClr>
              <a:buFont typeface="Wingdings 2" pitchFamily="18" charset="2"/>
              <a:buChar char="¡"/>
              <a:defRPr sz="750" b="0" i="0" baseline="0">
                <a:latin typeface="Calibri Regular" charset="0"/>
              </a:defRPr>
            </a:lvl3pPr>
            <a:lvl4pPr marL="342900" indent="-171450">
              <a:buClr>
                <a:srgbClr val="B01C2E"/>
              </a:buClr>
              <a:buFont typeface="Arial" pitchFamily="34" charset="0"/>
              <a:buChar char="–"/>
              <a:defRPr sz="750" b="0" i="0" baseline="0">
                <a:latin typeface="Calibri Regular" charset="0"/>
              </a:defRPr>
            </a:lvl4pPr>
            <a:lvl5pPr marL="514350" indent="-171450">
              <a:buClr>
                <a:srgbClr val="B01C2E"/>
              </a:buClr>
              <a:buFont typeface="Arial" pitchFamily="34" charset="0"/>
              <a:buChar char="–"/>
              <a:defRPr sz="750" b="0" i="0" baseline="0">
                <a:latin typeface="Calibri Regular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455612" y="1108074"/>
            <a:ext cx="1170432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455615" y="2722996"/>
            <a:ext cx="1525587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750"/>
              </a:lnSpc>
              <a:buNone/>
              <a:defRPr sz="750" b="0" baseline="0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05450" y="2144554"/>
            <a:ext cx="32004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1pPr>
            <a:lvl2pPr marL="89154" indent="-89154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2pPr>
            <a:lvl3pPr marL="0" indent="-89154" algn="l" defTabSz="6858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Clr>
                <a:srgbClr val="B01C2E"/>
              </a:buClr>
              <a:buFont typeface="Wingdings 2" pitchFamily="18" charset="2"/>
              <a:buNone/>
              <a:defRPr lang="en-US" sz="75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067306" y="2144554"/>
            <a:ext cx="32004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1pPr>
            <a:lvl2pPr marL="89154" indent="-89154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2pPr>
            <a:lvl3pPr marL="0" indent="-89154" algn="l" defTabSz="6858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Clr>
                <a:srgbClr val="B01C2E"/>
              </a:buClr>
              <a:buFont typeface="Wingdings 2" pitchFamily="18" charset="2"/>
              <a:buNone/>
              <a:defRPr lang="en-US" sz="75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067306" y="2308860"/>
            <a:ext cx="32004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None/>
              <a:defRPr sz="750" b="0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5505450" y="2308860"/>
            <a:ext cx="32004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None/>
              <a:defRPr sz="750" b="0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067306" y="12954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chemeClr val="accent1"/>
              </a:buClr>
              <a:buFont typeface="Wingdings 2" pitchFamily="18" charset="2"/>
              <a:buChar char=""/>
              <a:defRPr sz="750" baseline="0">
                <a:solidFill>
                  <a:schemeClr val="tx1"/>
                </a:solidFill>
              </a:defRPr>
            </a:lvl1pPr>
            <a:lvl2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NSimSun" pitchFamily="49" charset="-122"/>
              <a:buChar char=" "/>
              <a:defRPr sz="750" baseline="0"/>
            </a:lvl2pPr>
            <a:lvl3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Wingdings 2" pitchFamily="18" charset="2"/>
              <a:buChar char="¡"/>
              <a:defRPr sz="75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5505450" y="12954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chemeClr val="accent1"/>
              </a:buClr>
              <a:buFont typeface="Wingdings 2" pitchFamily="18" charset="2"/>
              <a:buChar char=""/>
              <a:defRPr sz="750" baseline="0">
                <a:solidFill>
                  <a:schemeClr val="tx1"/>
                </a:solidFill>
              </a:defRPr>
            </a:lvl1pPr>
            <a:lvl2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Arial" pitchFamily="34" charset="0"/>
              <a:buChar char=" "/>
              <a:defRPr sz="750" baseline="0"/>
            </a:lvl2pPr>
            <a:lvl3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Wingdings 2" pitchFamily="18" charset="2"/>
              <a:buChar char="¡"/>
              <a:defRPr sz="75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39269111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576987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 baseline="0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576985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467882" y="1246188"/>
            <a:ext cx="8188325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9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197969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spcBef>
                <a:spcPts val="0"/>
              </a:spcBef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197967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3850124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3850124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5491888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5491886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7144042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7144042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576987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576985" y="3927188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197969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spcBef>
                <a:spcPts val="0"/>
              </a:spcBef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197967" y="3927188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3850124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3850124" y="3927188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5491888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5491886" y="3927188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7144042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7144042" y="3962402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207291820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441325" y="1439863"/>
            <a:ext cx="83502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88" b="0" i="0" dirty="0">
                <a:solidFill>
                  <a:srgbClr val="C00000"/>
                </a:solidFill>
                <a:latin typeface="Calibri Regular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438151" y="1897063"/>
            <a:ext cx="8353425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441325" y="3268663"/>
            <a:ext cx="83502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88" b="0" i="0" dirty="0">
                <a:solidFill>
                  <a:srgbClr val="C00000"/>
                </a:solidFill>
                <a:latin typeface="Calibri Regular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438151" y="3725863"/>
            <a:ext cx="8353425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260858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477901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6949440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481328" y="3886200"/>
            <a:ext cx="2971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4724400" y="3886200"/>
            <a:ext cx="2971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481328" y="4800600"/>
            <a:ext cx="621792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43815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7612762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4508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4508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111456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111456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3772062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3772062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5432668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5432668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71056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71056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4508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4508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111456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111456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3772062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3772062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5432668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5432668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71056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71056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4508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4508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111456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11145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3772062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3772062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5432668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543266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71056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71056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214874641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4508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4508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111456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111456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3772062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3772062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5432668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5432668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71056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71056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4508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4508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4508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4508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111456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11145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111456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111456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3772062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3772062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3772062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3772062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5432668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543266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432668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432668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1056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1056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71056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71056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31860742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28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450850" y="6020181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450850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113838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3776826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5439814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7102800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113838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11383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3776826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377682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5439814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439814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102800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784052920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280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25123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113837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3776824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5439811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7102800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450850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113837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3776824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5439811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7102800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450850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113837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3776824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5439811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89835593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113837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3776824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5439811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7102800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450850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113837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3776824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5439811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7102800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450850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113837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3776824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5439811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41439053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"/>
            <a:ext cx="77724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914400"/>
            <a:ext cx="77724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Historical Returns</a:t>
            </a:r>
            <a:endParaRPr 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61921157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371601"/>
            <a:ext cx="4038600" cy="47545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371601"/>
            <a:ext cx="4038600" cy="47545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Historical Returns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1BEE2D7-1F05-0540-AD0D-C8F6AEBAE5C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6213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9144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8610600" y="6436635"/>
            <a:ext cx="457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600" b="1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 b="1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3124200" y="6442488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b="1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dirty="0"/>
              <a:t>Historical Returns</a:t>
            </a:r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72409" y="6423029"/>
            <a:ext cx="2362200" cy="365125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600" b="1" i="0" dirty="0">
                <a:latin typeface="+mn-lt"/>
                <a:cs typeface="Calibri Regular" charset="0"/>
              </a:rPr>
              <a:t>CF_Ch7_HistRet_26</a:t>
            </a:r>
          </a:p>
        </p:txBody>
      </p:sp>
    </p:spTree>
    <p:extLst>
      <p:ext uri="{BB962C8B-B14F-4D97-AF65-F5344CB8AC3E}">
        <p14:creationId xmlns:p14="http://schemas.microsoft.com/office/powerpoint/2010/main" val="10363460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  <p:sldLayoutId id="2147483694" r:id="rId20"/>
    <p:sldLayoutId id="2147483695" r:id="rId21"/>
    <p:sldLayoutId id="2147483696" r:id="rId22"/>
    <p:sldLayoutId id="2147483697" r:id="rId23"/>
    <p:sldLayoutId id="2147483698" r:id="rId24"/>
    <p:sldLayoutId id="2147483699" r:id="rId25"/>
    <p:sldLayoutId id="2147483700" r:id="rId26"/>
    <p:sldLayoutId id="2147483701" r:id="rId27"/>
    <p:sldLayoutId id="2147483702" r:id="rId28"/>
    <p:sldLayoutId id="2147483703" r:id="rId29"/>
    <p:sldLayoutId id="2147483704" r:id="rId30"/>
    <p:sldLayoutId id="2147483705" r:id="rId31"/>
    <p:sldLayoutId id="2147483706" r:id="rId32"/>
    <p:sldLayoutId id="2147483707" r:id="rId33"/>
    <p:sldLayoutId id="2147483708" r:id="rId34"/>
    <p:sldLayoutId id="2147483709" r:id="rId35"/>
    <p:sldLayoutId id="2147483710" r:id="rId36"/>
    <p:sldLayoutId id="2147483711" r:id="rId37"/>
    <p:sldLayoutId id="2147483712" r:id="rId38"/>
    <p:sldLayoutId id="2147483713" r:id="rId39"/>
    <p:sldLayoutId id="2147483714" r:id="rId40"/>
    <p:sldLayoutId id="2147483715" r:id="rId41"/>
    <p:sldLayoutId id="2147483716" r:id="rId42"/>
    <p:sldLayoutId id="2147483717" r:id="rId43"/>
    <p:sldLayoutId id="2147483718" r:id="rId44"/>
    <p:sldLayoutId id="2147483719" r:id="rId45"/>
    <p:sldLayoutId id="2147483720" r:id="rId46"/>
    <p:sldLayoutId id="2147483721" r:id="rId47"/>
    <p:sldLayoutId id="2147483722" r:id="rId48"/>
    <p:sldLayoutId id="2147483723" r:id="rId49"/>
    <p:sldLayoutId id="2147483724" r:id="rId50"/>
    <p:sldLayoutId id="2147483725" r:id="rId51"/>
    <p:sldLayoutId id="2147483726" r:id="rId52"/>
    <p:sldLayoutId id="2147483727" r:id="rId53"/>
    <p:sldLayoutId id="2147483728" r:id="rId54"/>
    <p:sldLayoutId id="2147483729" r:id="rId55"/>
    <p:sldLayoutId id="2147483730" r:id="rId56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5pPr>
      <a:lvl6pPr marL="3429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6pPr>
      <a:lvl7pPr marL="6858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7pPr>
      <a:lvl8pPr marL="10287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8pPr>
      <a:lvl9pPr marL="13716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emf"/><Relationship Id="rId3" Type="http://schemas.openxmlformats.org/officeDocument/2006/relationships/oleObject" Target="../embeddings/oleObject2.bin"/><Relationship Id="rId7" Type="http://schemas.openxmlformats.org/officeDocument/2006/relationships/oleObject" Target="../embeddings/oleObject4.bin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e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20.e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emf"/><Relationship Id="rId5" Type="http://schemas.openxmlformats.org/officeDocument/2006/relationships/oleObject" Target="../embeddings/oleObject6.bin"/><Relationship Id="rId4" Type="http://schemas.openxmlformats.org/officeDocument/2006/relationships/image" Target="../media/image23.emf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oleObject" Target="../embeddings/oleObject7.bin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jpeg"/><Relationship Id="rId4" Type="http://schemas.openxmlformats.org/officeDocument/2006/relationships/image" Target="../media/image35.sv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6B908C-B5CB-4D61-9AAA-0E6FA8ADAB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527EB-3756-C241-BFD3-DBB1E111190F}" type="slidenum">
              <a:rPr lang="en-US" altLang="en-US" smtClean="0"/>
              <a:pPr/>
              <a:t>1</a:t>
            </a:fld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26835F-3425-4D22-A3BF-7A8DB7F9F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Historical Returns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ED9786-58D6-4467-A340-9C08B3251F1F}"/>
              </a:ext>
            </a:extLst>
          </p:cNvPr>
          <p:cNvSpPr/>
          <p:nvPr/>
        </p:nvSpPr>
        <p:spPr>
          <a:xfrm>
            <a:off x="641839" y="2111043"/>
            <a:ext cx="8088922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600" b="1" dirty="0"/>
              <a:t>Corporate Finance</a:t>
            </a:r>
          </a:p>
          <a:p>
            <a:pPr algn="ctr"/>
            <a:r>
              <a:rPr lang="en-US" sz="2700" b="1" dirty="0"/>
              <a:t>First Look at Investments: Historical Returns</a:t>
            </a:r>
          </a:p>
          <a:p>
            <a:pPr algn="ctr"/>
            <a:endParaRPr lang="en-US" sz="2700" b="1" dirty="0"/>
          </a:p>
          <a:p>
            <a:pPr algn="ctr"/>
            <a:endParaRPr lang="en-US" sz="2700" b="1" dirty="0"/>
          </a:p>
          <a:p>
            <a:pPr algn="ctr"/>
            <a:endParaRPr lang="en-US" b="1" dirty="0">
              <a:ea typeface="ＭＳ Ｐゴシック" charset="0"/>
              <a:cs typeface="ＭＳ Ｐゴシック" charset="0"/>
            </a:endParaRPr>
          </a:p>
          <a:p>
            <a:pPr algn="ctr"/>
            <a:endParaRPr lang="en-US" b="1" dirty="0"/>
          </a:p>
          <a:p>
            <a:pPr algn="ctr">
              <a:buNone/>
            </a:pPr>
            <a:r>
              <a:rPr lang="en-US" b="1" dirty="0"/>
              <a:t>Fall 2026</a:t>
            </a:r>
          </a:p>
          <a:p>
            <a:pPr algn="ctr"/>
            <a:r>
              <a:rPr lang="en-US" b="1" dirty="0"/>
              <a:t>Prof. Jeffrey Colón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2871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342900" indent="-342900" eaLnBrk="1" hangingPunct="1"/>
            <a:r>
              <a:rPr lang="en-US" sz="2400" dirty="0">
                <a:solidFill>
                  <a:srgbClr val="010004"/>
                </a:solidFill>
                <a:ea typeface="ＭＳ Ｐゴシック" charset="0"/>
                <a:cs typeface="ＭＳ Ｐゴシック" charset="0"/>
              </a:rPr>
              <a:t>Historical US and global returns and volatility</a:t>
            </a:r>
          </a:p>
          <a:p>
            <a:pPr marL="342900" indent="-342900" eaLnBrk="1" hangingPunct="1"/>
            <a:r>
              <a:rPr lang="en-US" sz="2400" dirty="0">
                <a:solidFill>
                  <a:srgbClr val="010004"/>
                </a:solidFill>
                <a:ea typeface="ＭＳ Ｐゴシック" charset="0"/>
                <a:cs typeface="ＭＳ Ｐゴシック" charset="0"/>
              </a:rPr>
              <a:t>How to estimate and measure risk and return</a:t>
            </a:r>
          </a:p>
          <a:p>
            <a:pPr marL="742950" lvl="1" indent="-285750" eaLnBrk="1" hangingPunct="1"/>
            <a:r>
              <a:rPr lang="en-US" sz="2000" dirty="0">
                <a:solidFill>
                  <a:srgbClr val="010004"/>
                </a:solidFill>
                <a:ea typeface="ＭＳ Ｐゴシック" charset="0"/>
              </a:rPr>
              <a:t>Single assets</a:t>
            </a:r>
          </a:p>
          <a:p>
            <a:pPr marL="742950" lvl="1" indent="-285750" eaLnBrk="1" hangingPunct="1"/>
            <a:r>
              <a:rPr lang="en-US" sz="2000" dirty="0">
                <a:solidFill>
                  <a:srgbClr val="010004"/>
                </a:solidFill>
                <a:ea typeface="ＭＳ Ｐゴシック" charset="0"/>
              </a:rPr>
              <a:t>Portfolio of assets</a:t>
            </a:r>
          </a:p>
          <a:p>
            <a:pPr marL="742950" lvl="1" indent="-285750" eaLnBrk="1" hangingPunct="1"/>
            <a:r>
              <a:rPr lang="en-US" sz="2000" dirty="0">
                <a:solidFill>
                  <a:srgbClr val="010004"/>
                </a:solidFill>
                <a:ea typeface="ＭＳ Ｐゴシック" charset="0"/>
              </a:rPr>
              <a:t>Role of </a:t>
            </a:r>
            <a:r>
              <a:rPr lang="en-US" sz="2000" i="1" dirty="0">
                <a:solidFill>
                  <a:srgbClr val="010004"/>
                </a:solidFill>
                <a:ea typeface="ＭＳ Ｐゴシック" charset="0"/>
              </a:rPr>
              <a:t>Risk aversion</a:t>
            </a:r>
          </a:p>
          <a:p>
            <a:pPr marL="742950" lvl="1" indent="-285750" eaLnBrk="1" hangingPunct="1"/>
            <a:r>
              <a:rPr lang="en-US" sz="2000" dirty="0">
                <a:solidFill>
                  <a:srgbClr val="010004"/>
                </a:solidFill>
                <a:ea typeface="ＭＳ Ｐゴシック" charset="0"/>
              </a:rPr>
              <a:t>Examine sample asset returns and variances</a:t>
            </a:r>
          </a:p>
          <a:p>
            <a:pPr marL="342900" indent="-342900" eaLnBrk="1" hangingPunct="1"/>
            <a:r>
              <a:rPr lang="en-US" sz="2400" dirty="0">
                <a:solidFill>
                  <a:srgbClr val="010004"/>
                </a:solidFill>
                <a:ea typeface="ＭＳ Ｐゴシック" charset="0"/>
                <a:cs typeface="ＭＳ Ｐゴシック" charset="0"/>
              </a:rPr>
              <a:t>Portfolios and diversification</a:t>
            </a:r>
          </a:p>
          <a:p>
            <a:pPr marL="742950" lvl="1" indent="-285750" eaLnBrk="1" hangingPunct="1"/>
            <a:r>
              <a:rPr lang="en-US" sz="2000" dirty="0">
                <a:ea typeface="ＭＳ Ｐゴシック" charset="0"/>
              </a:rPr>
              <a:t>How to measure the benefits of diversification</a:t>
            </a:r>
          </a:p>
          <a:p>
            <a:pPr marL="742950" lvl="1" indent="-285750" eaLnBrk="1" hangingPunct="1"/>
            <a:r>
              <a:rPr lang="en-US" sz="2000" dirty="0">
                <a:ea typeface="ＭＳ Ｐゴシック" charset="0"/>
              </a:rPr>
              <a:t>How to measure the trade-off between risk and return</a:t>
            </a:r>
          </a:p>
          <a:p>
            <a:pPr marL="742950" lvl="1" indent="-285750" eaLnBrk="1" hangingPunct="1"/>
            <a:r>
              <a:rPr lang="en-US" sz="2000" dirty="0">
                <a:ea typeface="ＭＳ Ｐゴシック" charset="0"/>
              </a:rPr>
              <a:t>Construction of diverse portfolios</a:t>
            </a:r>
          </a:p>
          <a:p>
            <a:pPr marL="742950" lvl="1" indent="-285750" eaLnBrk="1" hangingPunct="1"/>
            <a:r>
              <a:rPr lang="en-US" sz="2000" dirty="0">
                <a:ea typeface="ＭＳ Ｐゴシック" charset="0"/>
              </a:rPr>
              <a:t>Limits</a:t>
            </a:r>
          </a:p>
          <a:p>
            <a:pPr marL="342900" indent="-342900" eaLnBrk="1" hangingPunct="1"/>
            <a:r>
              <a:rPr lang="en-US" sz="2400" b="1" dirty="0">
                <a:ea typeface="ＭＳ Ｐゴシック" charset="0"/>
                <a:cs typeface="ＭＳ Ｐゴシック" charset="0"/>
              </a:rPr>
              <a:t>Importance:  Determine the Cost of Capital </a:t>
            </a:r>
            <a:r>
              <a:rPr lang="en-US" sz="2400" b="1" dirty="0">
                <a:ea typeface="ＭＳ Ｐゴシック" charset="0"/>
                <a:cs typeface="ＭＳ Ｐゴシック" charset="0"/>
                <a:sym typeface="Wingdings" charset="0"/>
              </a:rPr>
              <a:t></a:t>
            </a:r>
            <a:endParaRPr lang="en-US" sz="2400" b="1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1638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solidFill>
                  <a:schemeClr val="tx1"/>
                </a:solidFill>
                <a:ea typeface="ＭＳ Ｐゴシック" charset="0"/>
                <a:cs typeface="ＭＳ Ｐゴシック" charset="0"/>
              </a:rPr>
              <a:t>Risk and Return:  Overview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16387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700">
                <a:latin typeface="Calibri"/>
              </a:rPr>
              <a:t>Historical Returns</a:t>
            </a:r>
          </a:p>
        </p:txBody>
      </p:sp>
      <p:graphicFrame>
        <p:nvGraphicFramePr>
          <p:cNvPr id="16386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18544915"/>
              </p:ext>
            </p:extLst>
          </p:nvPr>
        </p:nvGraphicFramePr>
        <p:xfrm>
          <a:off x="6629400" y="4800600"/>
          <a:ext cx="6096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29040" imgH="155160" progId="Equation.3">
                  <p:embed/>
                </p:oleObj>
              </mc:Choice>
              <mc:Fallback>
                <p:oleObj name="Equation" r:id="rId3" imgW="329040" imgH="155160" progId="Equation.3">
                  <p:embed/>
                  <p:pic>
                    <p:nvPicPr>
                      <p:cNvPr id="16386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9400" y="4800600"/>
                        <a:ext cx="6096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7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</a:t>
            </a:fld>
            <a:endParaRPr lang="en-US" altLang="en-US" dirty="0"/>
          </a:p>
        </p:txBody>
      </p:sp>
    </p:spTree>
  </p:cSld>
  <p:clrMapOvr>
    <a:masterClrMapping/>
  </p:clrMapOvr>
  <p:transition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1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1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1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1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1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1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41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41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41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41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41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41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41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41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41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413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413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413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13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13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413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413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413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413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13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1413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413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1413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413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413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1413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1413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413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 nodeType="clickPar">
                      <p:stCondLst>
                        <p:cond delay="indefinite"/>
                      </p:stCondLst>
                      <p:childTnLst>
                        <p:par>
                          <p:cTn id="6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1413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1413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1413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1315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037C88F-AE1F-0A48-B9F7-1CACE55E8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048" y="41934"/>
            <a:ext cx="8458200" cy="365127"/>
          </a:xfrm>
        </p:spPr>
        <p:txBody>
          <a:bodyPr/>
          <a:lstStyle/>
          <a:p>
            <a:r>
              <a:rPr lang="en-US" i="1" dirty="0">
                <a:ea typeface="ＭＳ Ｐゴシック" charset="0"/>
                <a:cs typeface="ＭＳ Ｐゴシック" charset="0"/>
              </a:rPr>
              <a:t>Nominal</a:t>
            </a:r>
            <a:r>
              <a:rPr lang="en-US" dirty="0">
                <a:ea typeface="ＭＳ Ｐゴシック" charset="0"/>
                <a:cs typeface="ＭＳ Ｐゴシック" charset="0"/>
              </a:rPr>
              <a:t> Value of an Investment of $1 in 1926 Through 2025 (U.S.)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5279F9-6FBB-3A4F-B828-D57CFDEDEB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C7717-E918-F347-9CF4-4803CE136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FDC1B3-EA2F-1386-A761-D4126CC1B1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685800"/>
            <a:ext cx="8458200" cy="518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378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568A9-70B5-C9A6-7CEA-41A90D4BF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9CD64A-FA9B-F229-EFD9-552DF2BA5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Value of an Investment of $1 (</a:t>
            </a:r>
            <a:r>
              <a:rPr lang="en-US" i="1" dirty="0">
                <a:ea typeface="ＭＳ Ｐゴシック" charset="0"/>
                <a:cs typeface="ＭＳ Ｐゴシック" charset="0"/>
              </a:rPr>
              <a:t>after taxes</a:t>
            </a:r>
            <a:r>
              <a:rPr lang="en-US" dirty="0">
                <a:ea typeface="ＭＳ Ｐゴシック" charset="0"/>
                <a:cs typeface="ＭＳ Ｐゴシック" charset="0"/>
              </a:rPr>
              <a:t>) in 1926 Through 2024 (U.S.)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ADDD48-DD41-472B-5DA6-445AB9E91E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599FD6-B3E5-A0BB-8BBF-CFA4D660E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pic>
        <p:nvPicPr>
          <p:cNvPr id="7" name="Picture 6" descr="A graph of growth of stocks&#10;&#10;AI-generated content may be incorrect.">
            <a:extLst>
              <a:ext uri="{FF2B5EF4-FFF2-40B4-BE49-F238E27FC236}">
                <a16:creationId xmlns:a16="http://schemas.microsoft.com/office/drawing/2014/main" id="{8098B8B9-600B-F1F4-A637-D187B1D50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38" y="609600"/>
            <a:ext cx="8453610" cy="563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337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9F2188-D467-A646-B290-05A167C61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>
                <a:ea typeface="ＭＳ Ｐゴシック" charset="0"/>
                <a:cs typeface="ＭＳ Ｐゴシック" charset="0"/>
              </a:rPr>
              <a:t>Real (after inflation &amp; taxes) </a:t>
            </a:r>
            <a:r>
              <a:rPr lang="en-US" dirty="0">
                <a:ea typeface="ＭＳ Ｐゴシック" charset="0"/>
                <a:cs typeface="ＭＳ Ｐゴシック" charset="0"/>
              </a:rPr>
              <a:t>Value of an Investment of $1 in 1926 Through 2024 (U.S.)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CC196B-017A-C640-8BA9-6BB9024F2B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83675-9427-5049-831D-683F50A20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pic>
        <p:nvPicPr>
          <p:cNvPr id="7" name="Picture 6" descr="A graph of a number of people&#10;&#10;AI-generated content may be incorrect.">
            <a:extLst>
              <a:ext uri="{FF2B5EF4-FFF2-40B4-BE49-F238E27FC236}">
                <a16:creationId xmlns:a16="http://schemas.microsoft.com/office/drawing/2014/main" id="{CBB52651-E8B1-30B0-54F4-E2EFAE284A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948" y="609600"/>
            <a:ext cx="8468299" cy="563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67445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E6A2BA2-0FC8-154D-BA15-B6B39BA78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Series: US Stock Returns  (1900-2025)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EB1AEA-3CEF-E142-AA80-89F0F78532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E278B-A057-364C-AE23-A4BD69554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08A203-0F19-B235-0697-2CE129E08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66" y="762001"/>
            <a:ext cx="8458199" cy="5486400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6F1C7E1C-4DF3-1641-BABB-65E0F688BD5A}"/>
              </a:ext>
            </a:extLst>
          </p:cNvPr>
          <p:cNvSpPr/>
          <p:nvPr/>
        </p:nvSpPr>
        <p:spPr>
          <a:xfrm>
            <a:off x="319835" y="762001"/>
            <a:ext cx="606552" cy="2462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109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E03A09B-F0F4-7ACD-1D4E-D51875323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Series: US Bond (10-yr) Returns  (1900-2025)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DE49E4-BCB2-DD14-25C6-C75DE5988C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97647-3905-83D5-2A70-84DE64B69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60EFCC-A594-6220-B72A-8E6303ACB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492" y="762000"/>
            <a:ext cx="8327756" cy="5486400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85EC496-6E43-113F-D6AC-D9D0C9E01064}"/>
              </a:ext>
            </a:extLst>
          </p:cNvPr>
          <p:cNvSpPr/>
          <p:nvPr/>
        </p:nvSpPr>
        <p:spPr>
          <a:xfrm>
            <a:off x="384048" y="914400"/>
            <a:ext cx="606552" cy="36512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68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6A42780-9245-EF10-4B52-CD554833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Series: T-Bill Returns (1900-2025)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B263C9-22F8-C048-3B05-6C5381B555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0106E4-1164-22F5-B37E-B97D0CBF3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325A07-D947-750E-1DF2-63705437D0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762000"/>
            <a:ext cx="8229600" cy="5680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830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6699CD6-A317-A710-462F-30FD2D9D6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Histogram:  US Stock Returns (1900-2025)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D5CEEF-F51F-748C-E222-1AE898A212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5CEC2B-F97C-83BA-DCCB-772598585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83AF7E6-DEC4-C55E-C25C-B6C187BF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75334"/>
            <a:ext cx="8458200" cy="574926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99F0DB6-09FB-1B60-2439-CB4C6DC432DF}"/>
              </a:ext>
            </a:extLst>
          </p:cNvPr>
          <p:cNvSpPr txBox="1"/>
          <p:nvPr/>
        </p:nvSpPr>
        <p:spPr>
          <a:xfrm>
            <a:off x="5789908" y="1524000"/>
            <a:ext cx="22098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Mean: 11.73%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ADE67B7-0D23-4A96-D72C-353CF04F79A9}"/>
              </a:ext>
            </a:extLst>
          </p:cNvPr>
          <p:cNvCxnSpPr>
            <a:cxnSpLocks/>
          </p:cNvCxnSpPr>
          <p:nvPr/>
        </p:nvCxnSpPr>
        <p:spPr>
          <a:xfrm flipH="1">
            <a:off x="4714714" y="1708666"/>
            <a:ext cx="1000286" cy="18466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56532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A86A080-4F34-E668-F14E-460FC0CC6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Histogram:  US 10-YR Bond Returns  (1900-2024)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3288F2-E807-6F6F-6CAD-942032ADEB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3BC90-07AA-7FC1-1DED-3EBDFD107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E7F18AB-5A88-654E-39C5-4EE21A43CB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059" y="619684"/>
            <a:ext cx="8458200" cy="5638799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B098DCC-F05F-0519-4179-9F2133C94133}"/>
              </a:ext>
            </a:extLst>
          </p:cNvPr>
          <p:cNvCxnSpPr>
            <a:cxnSpLocks/>
          </p:cNvCxnSpPr>
          <p:nvPr/>
        </p:nvCxnSpPr>
        <p:spPr>
          <a:xfrm flipH="1">
            <a:off x="3010989" y="1463569"/>
            <a:ext cx="951411" cy="16472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471A193-B346-4634-5A18-342395867393}"/>
              </a:ext>
            </a:extLst>
          </p:cNvPr>
          <p:cNvSpPr txBox="1"/>
          <p:nvPr/>
        </p:nvSpPr>
        <p:spPr>
          <a:xfrm>
            <a:off x="3962400" y="1295400"/>
            <a:ext cx="22098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Mean: 4.75%</a:t>
            </a:r>
          </a:p>
        </p:txBody>
      </p:sp>
    </p:spTree>
    <p:extLst>
      <p:ext uri="{BB962C8B-B14F-4D97-AF65-F5344CB8AC3E}">
        <p14:creationId xmlns:p14="http://schemas.microsoft.com/office/powerpoint/2010/main" val="9778411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8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Histogram:  T-Bill Return (1900-2024) 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2457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700">
                <a:latin typeface="Calibri"/>
              </a:rPr>
              <a:t>Historical Returns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FF8659-5F8E-2244-D205-E8555A597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685800"/>
            <a:ext cx="8458200" cy="556260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BEA5AFD-F827-39DB-8BCA-37488B844850}"/>
              </a:ext>
            </a:extLst>
          </p:cNvPr>
          <p:cNvCxnSpPr>
            <a:cxnSpLocks/>
          </p:cNvCxnSpPr>
          <p:nvPr/>
        </p:nvCxnSpPr>
        <p:spPr>
          <a:xfrm flipH="1">
            <a:off x="2648493" y="1981200"/>
            <a:ext cx="951411" cy="16472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59BB0B3-F97F-2719-83DA-0016320E5156}"/>
              </a:ext>
            </a:extLst>
          </p:cNvPr>
          <p:cNvSpPr txBox="1"/>
          <p:nvPr/>
        </p:nvSpPr>
        <p:spPr>
          <a:xfrm>
            <a:off x="3810000" y="1694232"/>
            <a:ext cx="22098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Mean: 3.66%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1AB08-20A4-7F09-99B5-3E636D3C6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639C580-2E42-F590-9911-05B2BF3E6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Histogram: Returns of US Stocks, Bonds, and T-Bills (1900-2025)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2D6C69-E407-604A-C6AF-34FFB76FC8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5762A9-F5EB-AA56-572E-DE55B92D8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3C2BB2-D394-67E7-2760-719F21EAD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762000"/>
            <a:ext cx="8458200" cy="5486400"/>
          </a:xfrm>
          <a:prstGeom prst="rect">
            <a:avLst/>
          </a:prstGeom>
        </p:spPr>
      </p:pic>
      <p:sp>
        <p:nvSpPr>
          <p:cNvPr id="2" name="Text Box 15">
            <a:extLst>
              <a:ext uri="{FF2B5EF4-FFF2-40B4-BE49-F238E27FC236}">
                <a16:creationId xmlns:a16="http://schemas.microsoft.com/office/drawing/2014/main" id="{32963C04-9291-61AA-A7C7-CF87D56E51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02799" y="1280496"/>
            <a:ext cx="685800" cy="223838"/>
          </a:xfrm>
          <a:prstGeom prst="rect">
            <a:avLst/>
          </a:prstGeom>
          <a:solidFill>
            <a:srgbClr val="FFEDDD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sz="8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" name="Text Box 16">
            <a:extLst>
              <a:ext uri="{FF2B5EF4-FFF2-40B4-BE49-F238E27FC236}">
                <a16:creationId xmlns:a16="http://schemas.microsoft.com/office/drawing/2014/main" id="{523D54B7-9F52-B984-6363-090AD3CF9C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02799" y="1834380"/>
            <a:ext cx="685800" cy="223838"/>
          </a:xfrm>
          <a:prstGeom prst="rect">
            <a:avLst/>
          </a:prstGeom>
          <a:solidFill>
            <a:srgbClr val="DFFFD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sz="800" dirty="0"/>
          </a:p>
        </p:txBody>
      </p:sp>
      <p:sp>
        <p:nvSpPr>
          <p:cNvPr id="14" name="Text Box 17">
            <a:extLst>
              <a:ext uri="{FF2B5EF4-FFF2-40B4-BE49-F238E27FC236}">
                <a16:creationId xmlns:a16="http://schemas.microsoft.com/office/drawing/2014/main" id="{0318619B-E4FD-48E1-C9CE-A804DA0616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2677" y="2343035"/>
            <a:ext cx="685800" cy="223838"/>
          </a:xfrm>
          <a:prstGeom prst="rect">
            <a:avLst/>
          </a:prstGeom>
          <a:solidFill>
            <a:srgbClr val="E6E8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sz="800">
              <a:solidFill>
                <a:srgbClr val="FF0000"/>
              </a:solidFill>
            </a:endParaRPr>
          </a:p>
        </p:txBody>
      </p:sp>
      <p:sp>
        <p:nvSpPr>
          <p:cNvPr id="15" name="Text Box 18">
            <a:extLst>
              <a:ext uri="{FF2B5EF4-FFF2-40B4-BE49-F238E27FC236}">
                <a16:creationId xmlns:a16="http://schemas.microsoft.com/office/drawing/2014/main" id="{A1F7F449-8AFB-C1B1-1295-7C3FFBED1F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14569" y="1306980"/>
            <a:ext cx="59574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200" b="1" dirty="0">
                <a:latin typeface="Calibri"/>
              </a:rPr>
              <a:t>T-Bills </a:t>
            </a:r>
          </a:p>
        </p:txBody>
      </p:sp>
      <p:sp>
        <p:nvSpPr>
          <p:cNvPr id="16" name="Text Box 19">
            <a:extLst>
              <a:ext uri="{FF2B5EF4-FFF2-40B4-BE49-F238E27FC236}">
                <a16:creationId xmlns:a16="http://schemas.microsoft.com/office/drawing/2014/main" id="{C76169A8-7C92-7050-26B1-FB7623AB5B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14569" y="1807799"/>
            <a:ext cx="58221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200" b="1" dirty="0">
                <a:latin typeface="Calibri"/>
              </a:rPr>
              <a:t>Bonds</a:t>
            </a:r>
          </a:p>
        </p:txBody>
      </p:sp>
      <p:sp>
        <p:nvSpPr>
          <p:cNvPr id="17" name="Text Box 20">
            <a:extLst>
              <a:ext uri="{FF2B5EF4-FFF2-40B4-BE49-F238E27FC236}">
                <a16:creationId xmlns:a16="http://schemas.microsoft.com/office/drawing/2014/main" id="{7912768B-39AF-1F38-B159-A31A8EB0DF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34490" y="2289874"/>
            <a:ext cx="58907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200" b="1" dirty="0">
                <a:latin typeface="Calibri"/>
              </a:rPr>
              <a:t>Stocks</a:t>
            </a:r>
          </a:p>
        </p:txBody>
      </p:sp>
    </p:spTree>
    <p:extLst>
      <p:ext uri="{BB962C8B-B14F-4D97-AF65-F5344CB8AC3E}">
        <p14:creationId xmlns:p14="http://schemas.microsoft.com/office/powerpoint/2010/main" val="11991620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U.S. Equity Nominal Returns </a:t>
            </a:r>
          </a:p>
        </p:txBody>
      </p:sp>
      <p:sp>
        <p:nvSpPr>
          <p:cNvPr id="2867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700">
                <a:latin typeface="Calibri"/>
              </a:rPr>
              <a:t>Historical Returns</a:t>
            </a:r>
          </a:p>
        </p:txBody>
      </p:sp>
      <p:sp>
        <p:nvSpPr>
          <p:cNvPr id="28677" name="Text Box 15"/>
          <p:cNvSpPr txBox="1">
            <a:spLocks noChangeArrowheads="1"/>
          </p:cNvSpPr>
          <p:nvPr/>
        </p:nvSpPr>
        <p:spPr bwMode="auto">
          <a:xfrm>
            <a:off x="4343400" y="-2743200"/>
            <a:ext cx="685800" cy="223838"/>
          </a:xfrm>
          <a:prstGeom prst="rect">
            <a:avLst/>
          </a:prstGeom>
          <a:solidFill>
            <a:srgbClr val="FF7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sz="800"/>
          </a:p>
        </p:txBody>
      </p:sp>
      <p:sp>
        <p:nvSpPr>
          <p:cNvPr id="28678" name="Text Box 16"/>
          <p:cNvSpPr txBox="1">
            <a:spLocks noChangeArrowheads="1"/>
          </p:cNvSpPr>
          <p:nvPr/>
        </p:nvSpPr>
        <p:spPr bwMode="auto">
          <a:xfrm>
            <a:off x="4343400" y="-2314839"/>
            <a:ext cx="685800" cy="223838"/>
          </a:xfrm>
          <a:prstGeom prst="rect">
            <a:avLst/>
          </a:prstGeom>
          <a:solidFill>
            <a:srgbClr val="0000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sz="800"/>
          </a:p>
        </p:txBody>
      </p:sp>
      <p:sp>
        <p:nvSpPr>
          <p:cNvPr id="28679" name="Text Box 17"/>
          <p:cNvSpPr txBox="1">
            <a:spLocks noChangeArrowheads="1"/>
          </p:cNvSpPr>
          <p:nvPr/>
        </p:nvSpPr>
        <p:spPr bwMode="auto">
          <a:xfrm>
            <a:off x="4343400" y="-1965511"/>
            <a:ext cx="685800" cy="223838"/>
          </a:xfrm>
          <a:prstGeom prst="rect">
            <a:avLst/>
          </a:prstGeom>
          <a:solidFill>
            <a:srgbClr val="44D74D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sz="800">
              <a:solidFill>
                <a:srgbClr val="FF0000"/>
              </a:solidFill>
            </a:endParaRPr>
          </a:p>
        </p:txBody>
      </p:sp>
      <p:sp>
        <p:nvSpPr>
          <p:cNvPr id="28680" name="Text Box 18"/>
          <p:cNvSpPr txBox="1">
            <a:spLocks noChangeArrowheads="1"/>
          </p:cNvSpPr>
          <p:nvPr/>
        </p:nvSpPr>
        <p:spPr bwMode="auto">
          <a:xfrm>
            <a:off x="5174877" y="-2755246"/>
            <a:ext cx="201208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200" b="1" dirty="0">
                <a:latin typeface="Calibri"/>
              </a:rPr>
              <a:t>1900-2025 (Mean = 11.73%) </a:t>
            </a:r>
          </a:p>
        </p:txBody>
      </p:sp>
      <p:sp>
        <p:nvSpPr>
          <p:cNvPr id="28681" name="Text Box 19"/>
          <p:cNvSpPr txBox="1">
            <a:spLocks noChangeArrowheads="1"/>
          </p:cNvSpPr>
          <p:nvPr/>
        </p:nvSpPr>
        <p:spPr bwMode="auto">
          <a:xfrm>
            <a:off x="5181600" y="-2366476"/>
            <a:ext cx="197682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200" b="1" dirty="0">
                <a:latin typeface="Calibri"/>
              </a:rPr>
              <a:t>1976-2025 (Mean = 13.40%)</a:t>
            </a:r>
          </a:p>
        </p:txBody>
      </p:sp>
      <p:sp>
        <p:nvSpPr>
          <p:cNvPr id="28682" name="Text Box 20"/>
          <p:cNvSpPr txBox="1">
            <a:spLocks noChangeArrowheads="1"/>
          </p:cNvSpPr>
          <p:nvPr/>
        </p:nvSpPr>
        <p:spPr bwMode="auto">
          <a:xfrm>
            <a:off x="5181600" y="-2003874"/>
            <a:ext cx="197682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200" b="1" dirty="0">
                <a:latin typeface="Calibri"/>
              </a:rPr>
              <a:t>2016-2025 (Mean = 14.11%)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13</a:t>
            </a:fld>
            <a:endParaRPr lang="en-US" alt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C2AC47C-C5D1-EF99-F893-DA9D72CCB9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609600"/>
            <a:ext cx="8458200" cy="5715000"/>
          </a:xfrm>
          <a:prstGeom prst="rect">
            <a:avLst/>
          </a:prstGeom>
        </p:spPr>
      </p:pic>
      <p:sp>
        <p:nvSpPr>
          <p:cNvPr id="11" name="Text Box 15">
            <a:extLst>
              <a:ext uri="{FF2B5EF4-FFF2-40B4-BE49-F238E27FC236}">
                <a16:creationId xmlns:a16="http://schemas.microsoft.com/office/drawing/2014/main" id="{9BEFD872-4F47-93C0-078F-D1B5176AE2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9760" y="808665"/>
            <a:ext cx="685800" cy="223838"/>
          </a:xfrm>
          <a:prstGeom prst="rect">
            <a:avLst/>
          </a:prstGeom>
          <a:solidFill>
            <a:srgbClr val="FF7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sz="800"/>
          </a:p>
        </p:txBody>
      </p:sp>
      <p:sp>
        <p:nvSpPr>
          <p:cNvPr id="12" name="Text Box 16">
            <a:extLst>
              <a:ext uri="{FF2B5EF4-FFF2-40B4-BE49-F238E27FC236}">
                <a16:creationId xmlns:a16="http://schemas.microsoft.com/office/drawing/2014/main" id="{AB009679-63C5-EE12-A883-0A1786AE96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9760" y="1237026"/>
            <a:ext cx="685800" cy="223838"/>
          </a:xfrm>
          <a:prstGeom prst="rect">
            <a:avLst/>
          </a:prstGeom>
          <a:solidFill>
            <a:srgbClr val="0000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sz="800"/>
          </a:p>
        </p:txBody>
      </p:sp>
      <p:sp>
        <p:nvSpPr>
          <p:cNvPr id="13" name="Text Box 17">
            <a:extLst>
              <a:ext uri="{FF2B5EF4-FFF2-40B4-BE49-F238E27FC236}">
                <a16:creationId xmlns:a16="http://schemas.microsoft.com/office/drawing/2014/main" id="{F752275A-EBDC-8CBE-987F-F023D3AD2F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9760" y="1586354"/>
            <a:ext cx="685800" cy="223838"/>
          </a:xfrm>
          <a:prstGeom prst="rect">
            <a:avLst/>
          </a:prstGeom>
          <a:solidFill>
            <a:srgbClr val="44D74D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sz="800">
              <a:solidFill>
                <a:srgbClr val="FF0000"/>
              </a:solidFill>
            </a:endParaRPr>
          </a:p>
        </p:txBody>
      </p:sp>
      <p:sp>
        <p:nvSpPr>
          <p:cNvPr id="14" name="Text Box 18">
            <a:extLst>
              <a:ext uri="{FF2B5EF4-FFF2-40B4-BE49-F238E27FC236}">
                <a16:creationId xmlns:a16="http://schemas.microsoft.com/office/drawing/2014/main" id="{26EA642D-BE10-471F-03C5-289674EE42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41237" y="796619"/>
            <a:ext cx="201208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200" b="1" dirty="0">
                <a:latin typeface="Calibri"/>
              </a:rPr>
              <a:t>1900-2025 (Mean = 11.73%) </a:t>
            </a:r>
          </a:p>
        </p:txBody>
      </p:sp>
      <p:sp>
        <p:nvSpPr>
          <p:cNvPr id="15" name="Text Box 19">
            <a:extLst>
              <a:ext uri="{FF2B5EF4-FFF2-40B4-BE49-F238E27FC236}">
                <a16:creationId xmlns:a16="http://schemas.microsoft.com/office/drawing/2014/main" id="{810AC398-3091-8941-93CB-79755529C7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47960" y="1185389"/>
            <a:ext cx="197682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200" b="1" dirty="0">
                <a:latin typeface="Calibri"/>
              </a:rPr>
              <a:t>1976-2025 (Mean = 13.40%)</a:t>
            </a:r>
          </a:p>
        </p:txBody>
      </p:sp>
      <p:sp>
        <p:nvSpPr>
          <p:cNvPr id="16" name="Text Box 20">
            <a:extLst>
              <a:ext uri="{FF2B5EF4-FFF2-40B4-BE49-F238E27FC236}">
                <a16:creationId xmlns:a16="http://schemas.microsoft.com/office/drawing/2014/main" id="{F05DD714-E945-E141-8E75-4C88C22171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47960" y="1547991"/>
            <a:ext cx="197682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200" b="1" dirty="0">
                <a:latin typeface="Calibri"/>
              </a:rPr>
              <a:t>2016-2025 (Mean = 14.11%)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a typeface="ＭＳ Ｐゴシック" charset="0"/>
                <a:cs typeface="ＭＳ Ｐゴシック" charset="0"/>
              </a:rPr>
              <a:t>Annual </a:t>
            </a:r>
            <a:r>
              <a:rPr lang="en-US" b="1" i="1" dirty="0">
                <a:ea typeface="ＭＳ Ｐゴシック" charset="0"/>
                <a:cs typeface="ＭＳ Ｐゴシック" charset="0"/>
              </a:rPr>
              <a:t>Nominal</a:t>
            </a:r>
            <a:r>
              <a:rPr lang="en-US" b="1" dirty="0">
                <a:ea typeface="ＭＳ Ｐゴシック" charset="0"/>
                <a:cs typeface="ＭＳ Ｐゴシック" charset="0"/>
              </a:rPr>
              <a:t> Returns: SP500, T-Bills, T-Bonds</a:t>
            </a:r>
          </a:p>
        </p:txBody>
      </p:sp>
      <p:sp>
        <p:nvSpPr>
          <p:cNvPr id="3072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700">
                <a:latin typeface="Calibri"/>
              </a:rPr>
              <a:t>Historical Returns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8211636"/>
              </p:ext>
            </p:extLst>
          </p:nvPr>
        </p:nvGraphicFramePr>
        <p:xfrm>
          <a:off x="1143000" y="762001"/>
          <a:ext cx="7093268" cy="534778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2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1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366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66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57338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ＭＳ Ｐゴシック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ＭＳ Ｐゴシック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Calibri"/>
                        </a:rPr>
                        <a:t>SP500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Calibri"/>
                        </a:rPr>
                        <a:t>T-Bills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Calibri"/>
                        </a:rPr>
                        <a:t>T-Bonds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ＭＳ Ｐゴシック" charset="0"/>
                        </a:rPr>
                        <a:t>Baa Corp Bond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621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Calibri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Calibri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ＭＳ Ｐゴシック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sng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ＭＳ Ｐゴシック" charset="0"/>
                        </a:rPr>
                        <a:t>Arithmetic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ＭＳ Ｐゴシック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ＭＳ Ｐゴシック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761">
                <a:tc>
                  <a:txBody>
                    <a:bodyPr/>
                    <a:lstStyle/>
                    <a:p>
                      <a:pPr marL="0" algn="ctr" defTabSz="685800" rtl="0" eaLnBrk="1" fontAlgn="b" latinLnBrk="0" hangingPunct="1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1928-2025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11.85%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3.41%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4.82%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6.90%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477">
                <a:tc>
                  <a:txBody>
                    <a:bodyPr/>
                    <a:lstStyle/>
                    <a:p>
                      <a:pPr marL="0" algn="ctr" defTabSz="685800" rtl="0" eaLnBrk="1" fontAlgn="b" latinLnBrk="0" hangingPunct="1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1976-2025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13.17%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4.37%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6.60%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8.86%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477">
                <a:tc>
                  <a:txBody>
                    <a:bodyPr/>
                    <a:lstStyle/>
                    <a:p>
                      <a:pPr marL="0" algn="ctr" defTabSz="685800" rtl="0" eaLnBrk="1" fontAlgn="b" latinLnBrk="0" hangingPunct="1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2016-2025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15.75%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2.25%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1.22%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4.66%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621"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1800" b="1" i="0" u="sng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Geometric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1" i="0" u="sng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0477">
                <a:tc>
                  <a:txBody>
                    <a:bodyPr/>
                    <a:lstStyle/>
                    <a:p>
                      <a:pPr marL="0" algn="ctr" defTabSz="685800" rtl="0" eaLnBrk="1" fontAlgn="b" latinLnBrk="0" hangingPunct="1"/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1928-2025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10.02%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3.37%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4.53%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6.63%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0477">
                <a:tc>
                  <a:txBody>
                    <a:bodyPr/>
                    <a:lstStyle/>
                    <a:p>
                      <a:pPr marL="0" algn="ctr" defTabSz="685800" rtl="0" eaLnBrk="1" fontAlgn="b" latinLnBrk="0" hangingPunct="1"/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1976-2025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11.92%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4.31%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6.13%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8.54%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0477">
                <a:tc>
                  <a:txBody>
                    <a:bodyPr/>
                    <a:lstStyle/>
                    <a:p>
                      <a:pPr marL="0" algn="ctr" defTabSz="685800" rtl="0" eaLnBrk="1" fontAlgn="b" latinLnBrk="0" hangingPunct="1"/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2016-2025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14.68%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2.23%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0.89%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4.29%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39054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Calibri"/>
                        </a:rPr>
                        <a:t>2001-2010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Calibri"/>
                        </a:rPr>
                        <a:t>1.38%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Calibri"/>
                        </a:rPr>
                        <a:t>2.16%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Calibri"/>
                        </a:rPr>
                        <a:t>5.49%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ＭＳ Ｐゴシック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0780" name="Rectangle 6"/>
          <p:cNvSpPr>
            <a:spLocks noChangeArrowheads="1"/>
          </p:cNvSpPr>
          <p:nvPr/>
        </p:nvSpPr>
        <p:spPr bwMode="auto">
          <a:xfrm>
            <a:off x="3810000" y="6109781"/>
            <a:ext cx="1136850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sz="900" dirty="0">
                <a:latin typeface="Calibri"/>
              </a:rPr>
              <a:t>Source:  </a:t>
            </a:r>
            <a:r>
              <a:rPr lang="en-US" sz="900" dirty="0" err="1">
                <a:latin typeface="Calibri"/>
              </a:rPr>
              <a:t>Damodaran</a:t>
            </a:r>
            <a:endParaRPr lang="en-US" sz="900" dirty="0">
              <a:latin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14</a:t>
            </a:fld>
            <a:endParaRPr lang="en-US" alt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E1CB265-F90A-D449-B9AD-E7D134BC1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b">
            <a:normAutofit/>
          </a:bodyPr>
          <a:lstStyle/>
          <a:p>
            <a:r>
              <a:rPr lang="en-US" sz="2000" dirty="0"/>
              <a:t>The Ride Can be Rough (1980 - 2026 3Q)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643854-B2E2-8741-B8ED-36D0837E37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wrap="square" anchor="ctr">
            <a:normAutofit/>
          </a:bodyPr>
          <a:lstStyle/>
          <a:p>
            <a:pPr>
              <a:spcAft>
                <a:spcPts val="600"/>
              </a:spcAft>
            </a:pPr>
            <a:fld id="{7B3E355C-57B9-BC4B-95D8-406A1F834537}" type="slidenum">
              <a:rPr lang="en-US" altLang="en-US" smtClean="0"/>
              <a:pPr>
                <a:spcAft>
                  <a:spcPts val="600"/>
                </a:spcAft>
              </a:pPr>
              <a:t>15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33259F-34E0-EE4E-BEB7-1E9B394D5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wrap="square" anchor="ctr">
            <a:normAutofit/>
          </a:bodyPr>
          <a:lstStyle/>
          <a:p>
            <a:pPr>
              <a:spcAft>
                <a:spcPts val="600"/>
              </a:spcAft>
              <a:defRPr/>
            </a:pPr>
            <a:r>
              <a:rPr lang="en-US"/>
              <a:t>Historical Returns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720E51C-76A7-CFF3-87CF-30A39F3807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0735" y="685800"/>
            <a:ext cx="84582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6117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Reduction of Risk Over Time: 1950-2025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16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3962400" y="6207712"/>
            <a:ext cx="1010213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>
                <a:latin typeface="Calibri"/>
              </a:rPr>
              <a:t>Source: JPM GTM</a:t>
            </a:r>
            <a:endParaRPr lang="en-US" sz="9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D44011-4843-96A9-2B8F-CC82AC857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70" y="593418"/>
            <a:ext cx="8458200" cy="5511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6233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95970E-1B7F-4FFC-80D4-E83E08A85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 Stock Market Total Returns: Rolling Periods (1872 – 2024)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24EF1D-2778-7871-FB3B-D75D34AB72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17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970CAC-A0D5-8CFC-F98D-F01548DF3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pic>
        <p:nvPicPr>
          <p:cNvPr id="6" name="Picture 5" descr="A screenshot of a graph&#10;&#10;AI-generated content may be incorrect.">
            <a:extLst>
              <a:ext uri="{FF2B5EF4-FFF2-40B4-BE49-F238E27FC236}">
                <a16:creationId xmlns:a16="http://schemas.microsoft.com/office/drawing/2014/main" id="{7DB48A2E-A10F-3226-C5ED-9DDBA56D0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536254"/>
            <a:ext cx="8458200" cy="5559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5159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1447186-6C6C-F04C-B24F-769A07821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Asset-Class Winners &amp; Losers: 2011 – 2026 (3rdQ)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6449B-ABCF-2D4B-96CE-08D214A12C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18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3C7D22-8F22-5D4E-9EF8-DC622EA65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148EED8-1D66-3C41-A7DC-C9B651F4F5B0}"/>
              </a:ext>
            </a:extLst>
          </p:cNvPr>
          <p:cNvSpPr/>
          <p:nvPr/>
        </p:nvSpPr>
        <p:spPr>
          <a:xfrm>
            <a:off x="4000369" y="6197601"/>
            <a:ext cx="1306768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>
                <a:latin typeface="Calibri"/>
              </a:rPr>
              <a:t>Source: JP Morgan GTM</a:t>
            </a:r>
            <a:endParaRPr lang="en-US" sz="9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8E1F7A0-6E95-9861-9F30-5B555A7BFD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482" y="609600"/>
            <a:ext cx="8458199" cy="541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3791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graph of stock market performance&#10;&#10;Description automatically generated with medium confidence">
            <a:extLst>
              <a:ext uri="{FF2B5EF4-FFF2-40B4-BE49-F238E27FC236}">
                <a16:creationId xmlns:a16="http://schemas.microsoft.com/office/drawing/2014/main" id="{07CA8194-0EAA-6AC3-EFF6-1F40905A04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4048" y="533400"/>
            <a:ext cx="8458200" cy="563880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01864C00-F9E8-D92A-DA6F-34BF0A70E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Stocks beat bonds, but not always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7B545-DC38-0DAC-F10A-8E8C371E90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327030-BB9D-4254-D65C-DC2F332A6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4E9C2E-AC08-9CCE-6F38-DA6014FE0456}"/>
              </a:ext>
            </a:extLst>
          </p:cNvPr>
          <p:cNvSpPr txBox="1"/>
          <p:nvPr/>
        </p:nvSpPr>
        <p:spPr>
          <a:xfrm>
            <a:off x="5802290" y="6185313"/>
            <a:ext cx="325281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effectLst/>
                <a:latin typeface="OpenSans"/>
              </a:rPr>
              <a:t>McQuarrie</a:t>
            </a:r>
            <a:r>
              <a:rPr lang="en-US" sz="800" b="1" dirty="0">
                <a:effectLst/>
                <a:latin typeface="OpenSans"/>
              </a:rPr>
              <a:t> </a:t>
            </a:r>
            <a:r>
              <a:rPr lang="en-US" sz="800" i="1" dirty="0">
                <a:effectLst/>
                <a:latin typeface="OpenSans"/>
              </a:rPr>
              <a:t>Stocks for the Long Run? Sometimes Yes, Sometimes No </a:t>
            </a:r>
            <a:r>
              <a:rPr lang="en-US" sz="800" dirty="0">
                <a:effectLst/>
                <a:latin typeface="OpenSans"/>
              </a:rPr>
              <a:t>(2023)</a:t>
            </a:r>
            <a:r>
              <a:rPr lang="en-US" sz="800" i="1" dirty="0">
                <a:effectLst/>
                <a:latin typeface="OpenSans"/>
              </a:rPr>
              <a:t> </a:t>
            </a:r>
            <a:endParaRPr lang="en-US" sz="800" i="1" dirty="0"/>
          </a:p>
        </p:txBody>
      </p:sp>
    </p:spTree>
    <p:extLst>
      <p:ext uri="{BB962C8B-B14F-4D97-AF65-F5344CB8AC3E}">
        <p14:creationId xmlns:p14="http://schemas.microsoft.com/office/powerpoint/2010/main" val="28714477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close-up of a graph&#10;&#10;Description automatically generated">
            <a:extLst>
              <a:ext uri="{FF2B5EF4-FFF2-40B4-BE49-F238E27FC236}">
                <a16:creationId xmlns:a16="http://schemas.microsoft.com/office/drawing/2014/main" id="{AF461178-C41A-B8BB-5B16-CDF4C3357C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4048" y="1066800"/>
            <a:ext cx="8458327" cy="396240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B377946-8A43-08CE-6BB5-B676FDC05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World Stock Markets: 1899 vs. 2024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8A3684-D5E9-75AB-2BBE-F705DB6581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20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851425-D177-4B82-6390-24E0FDBA3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659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ADF9E71-955F-FC4F-8228-4DB2E28F7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Industry Weighting in the US: 1900 and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4069CD-55AF-C04D-B91F-A3EC01090B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21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9BF89B-1A35-A348-A92F-574F5148F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E6365B-D042-4146-AE58-A5C5795AF648}"/>
              </a:ext>
            </a:extLst>
          </p:cNvPr>
          <p:cNvSpPr txBox="1"/>
          <p:nvPr/>
        </p:nvSpPr>
        <p:spPr>
          <a:xfrm>
            <a:off x="3276600" y="6117595"/>
            <a:ext cx="326403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Source: Credit Swiss Global Invest. Returns YB 2021</a:t>
            </a:r>
          </a:p>
        </p:txBody>
      </p:sp>
      <p:pic>
        <p:nvPicPr>
          <p:cNvPr id="7" name="Picture 6" descr="A diagram of different types of industry&#10;&#10;AI-generated content may be incorrect.">
            <a:extLst>
              <a:ext uri="{FF2B5EF4-FFF2-40B4-BE49-F238E27FC236}">
                <a16:creationId xmlns:a16="http://schemas.microsoft.com/office/drawing/2014/main" id="{EBFEC240-BE34-FB5F-E790-386E4EE5B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1" y="603634"/>
            <a:ext cx="6400799" cy="5744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9588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cs typeface="Calibri"/>
              </a:rPr>
              <a:t>Stocks had higher returns than bonds, which beat cash</a:t>
            </a:r>
          </a:p>
          <a:p>
            <a:r>
              <a:rPr lang="en-US" sz="2000" dirty="0">
                <a:cs typeface="Calibri"/>
              </a:rPr>
              <a:t>Cash was the safest investment, followed by bonds and stocks.</a:t>
            </a:r>
          </a:p>
          <a:p>
            <a:r>
              <a:rPr lang="en-US" sz="2000" dirty="0">
                <a:cs typeface="Calibri"/>
              </a:rPr>
              <a:t>Portfolios generally have less than risk than individual stocks</a:t>
            </a:r>
          </a:p>
          <a:p>
            <a:r>
              <a:rPr lang="en-US" sz="2000" dirty="0">
                <a:cs typeface="Calibri"/>
              </a:rPr>
              <a:t>Average return is always greater than geometric return</a:t>
            </a:r>
          </a:p>
          <a:p>
            <a:r>
              <a:rPr lang="en-US" sz="2000" dirty="0">
                <a:cs typeface="Calibri"/>
              </a:rPr>
              <a:t>Correlation between stock market and cash/bond is low (10%), but around 50% -70% for individual stocks and the market.</a:t>
            </a:r>
          </a:p>
          <a:p>
            <a:r>
              <a:rPr lang="en-US" sz="2000" dirty="0">
                <a:cs typeface="Calibri"/>
              </a:rPr>
              <a:t>Historical risk measures (correlation, </a:t>
            </a:r>
            <a:r>
              <a:rPr lang="en-US" sz="2000" dirty="0" err="1">
                <a:cs typeface="Calibri"/>
              </a:rPr>
              <a:t>Sdev</a:t>
            </a:r>
            <a:r>
              <a:rPr lang="en-US" sz="2000" dirty="0">
                <a:cs typeface="Calibri"/>
              </a:rPr>
              <a:t>, Beta) are more stable than historical returns</a:t>
            </a:r>
          </a:p>
          <a:p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 Step Back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Historical Returns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22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491233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287338" indent="-287338" eaLnBrk="1" hangingPunct="1"/>
            <a:endParaRPr lang="en-US" dirty="0">
              <a:ea typeface="ＭＳ Ｐゴシック" charset="0"/>
              <a:cs typeface="ＭＳ Ｐゴシック" charset="0"/>
            </a:endParaRPr>
          </a:p>
          <a:p>
            <a:pPr marL="287338" indent="-287338" eaLnBrk="1" hangingPunct="1"/>
            <a:endParaRPr lang="en-US" dirty="0">
              <a:ea typeface="ＭＳ Ｐゴシック" charset="0"/>
              <a:cs typeface="ＭＳ Ｐゴシック" charset="0"/>
            </a:endParaRPr>
          </a:p>
          <a:p>
            <a:pPr marL="287338" indent="-287338" eaLnBrk="1" hangingPunct="1"/>
            <a:r>
              <a:rPr lang="en-US" dirty="0">
                <a:ea typeface="ＭＳ Ｐゴシック" charset="0"/>
                <a:cs typeface="ＭＳ Ｐゴシック" charset="0"/>
              </a:rPr>
              <a:t>Return of asset </a:t>
            </a:r>
            <a:r>
              <a:rPr lang="ja-JP" altLang="en-US" dirty="0">
                <a:ea typeface="ＭＳ Ｐゴシック" charset="0"/>
                <a:cs typeface="ＭＳ Ｐゴシック" charset="0"/>
              </a:rPr>
              <a:t>“</a:t>
            </a:r>
            <a:r>
              <a:rPr lang="en-US" dirty="0">
                <a:ea typeface="ＭＳ Ｐゴシック" charset="0"/>
                <a:cs typeface="ＭＳ Ｐゴシック" charset="0"/>
              </a:rPr>
              <a:t>j</a:t>
            </a:r>
            <a:r>
              <a:rPr lang="ja-JP" altLang="en-US" dirty="0">
                <a:ea typeface="ＭＳ Ｐゴシック" charset="0"/>
                <a:cs typeface="ＭＳ Ｐゴシック" charset="0"/>
              </a:rPr>
              <a:t>”</a:t>
            </a:r>
            <a:r>
              <a:rPr lang="en-US" dirty="0">
                <a:ea typeface="ＭＳ Ｐゴシック" charset="0"/>
                <a:cs typeface="ＭＳ Ｐゴシック" charset="0"/>
              </a:rPr>
              <a:t> at time t=</a:t>
            </a:r>
          </a:p>
          <a:p>
            <a:pPr marL="287338" indent="-287338" eaLnBrk="1" hangingPunct="1"/>
            <a:endParaRPr lang="en-US" dirty="0">
              <a:ea typeface="ＭＳ Ｐゴシック" charset="0"/>
              <a:cs typeface="ＭＳ Ｐゴシック" charset="0"/>
            </a:endParaRPr>
          </a:p>
          <a:p>
            <a:pPr marL="287338" indent="-287338" eaLnBrk="1" hangingPunct="1"/>
            <a:endParaRPr lang="en-US" dirty="0">
              <a:ea typeface="ＭＳ Ｐゴシック" charset="0"/>
              <a:cs typeface="ＭＳ Ｐゴシック" charset="0"/>
            </a:endParaRPr>
          </a:p>
          <a:p>
            <a:pPr marL="287338" indent="-287338" eaLnBrk="1" hangingPunct="1"/>
            <a:r>
              <a:rPr lang="en-US" dirty="0">
                <a:ea typeface="ＭＳ Ｐゴシック" charset="0"/>
                <a:cs typeface="ＭＳ Ｐゴシック" charset="0"/>
              </a:rPr>
              <a:t>Sample Average Return</a:t>
            </a:r>
          </a:p>
          <a:p>
            <a:pPr marL="287338" indent="-287338" eaLnBrk="1" hangingPunct="1">
              <a:buFontTx/>
              <a:buNone/>
            </a:pPr>
            <a:r>
              <a:rPr lang="en-US" dirty="0">
                <a:ea typeface="ＭＳ Ｐゴシック" charset="0"/>
                <a:cs typeface="ＭＳ Ｐゴシック" charset="0"/>
              </a:rPr>
              <a:t>	(Arithmetic Mean): </a:t>
            </a:r>
          </a:p>
          <a:p>
            <a:pPr marL="287338" indent="-287338" eaLnBrk="1" hangingPunct="1">
              <a:buFontTx/>
              <a:buNone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 marL="287338" indent="-287338" eaLnBrk="1" hangingPunct="1"/>
            <a:r>
              <a:rPr lang="en-US" dirty="0">
                <a:ea typeface="ＭＳ Ｐゴシック" charset="0"/>
                <a:cs typeface="ＭＳ Ｐゴシック" charset="0"/>
              </a:rPr>
              <a:t>Sample Average Return</a:t>
            </a:r>
          </a:p>
          <a:p>
            <a:pPr marL="287338" indent="-287338" eaLnBrk="1" hangingPunct="1">
              <a:buFontTx/>
              <a:buNone/>
            </a:pPr>
            <a:r>
              <a:rPr lang="en-US" dirty="0">
                <a:ea typeface="ＭＳ Ｐゴシック" charset="0"/>
                <a:cs typeface="ＭＳ Ｐゴシック" charset="0"/>
              </a:rPr>
              <a:t>	(Geometric Mean): </a:t>
            </a:r>
          </a:p>
        </p:txBody>
      </p:sp>
      <p:sp>
        <p:nvSpPr>
          <p:cNvPr id="4608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Returns:  Single Asset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4608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700">
                <a:latin typeface="Calibri"/>
              </a:rPr>
              <a:t>Historical Returns</a:t>
            </a:r>
          </a:p>
        </p:txBody>
      </p:sp>
      <p:graphicFrame>
        <p:nvGraphicFramePr>
          <p:cNvPr id="46082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15195520"/>
              </p:ext>
            </p:extLst>
          </p:nvPr>
        </p:nvGraphicFramePr>
        <p:xfrm>
          <a:off x="3962400" y="1143000"/>
          <a:ext cx="3225800" cy="647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70800" imgH="393120" progId="Equation.3">
                  <p:embed/>
                </p:oleObj>
              </mc:Choice>
              <mc:Fallback>
                <p:oleObj name="Equation" r:id="rId3" imgW="1270800" imgH="393120" progId="Equation.3">
                  <p:embed/>
                  <p:pic>
                    <p:nvPicPr>
                      <p:cNvPr id="46082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2400" y="1143000"/>
                        <a:ext cx="3225800" cy="647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7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083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53166248"/>
              </p:ext>
            </p:extLst>
          </p:nvPr>
        </p:nvGraphicFramePr>
        <p:xfrm>
          <a:off x="4114800" y="2329316"/>
          <a:ext cx="1905000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051200" imgH="420480" progId="Equation.3">
                  <p:embed/>
                </p:oleObj>
              </mc:Choice>
              <mc:Fallback>
                <p:oleObj name="Equation" r:id="rId5" imgW="1051200" imgH="420480" progId="Equation.3">
                  <p:embed/>
                  <p:pic>
                    <p:nvPicPr>
                      <p:cNvPr id="46083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0" y="2329316"/>
                        <a:ext cx="1905000" cy="495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7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084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99212805"/>
              </p:ext>
            </p:extLst>
          </p:nvPr>
        </p:nvGraphicFramePr>
        <p:xfrm>
          <a:off x="3314700" y="3363232"/>
          <a:ext cx="5410200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2697120" imgH="237600" progId="Equation.3">
                  <p:embed/>
                </p:oleObj>
              </mc:Choice>
              <mc:Fallback>
                <p:oleObj name="Equation" r:id="rId7" imgW="2697120" imgH="237600" progId="Equation.3">
                  <p:embed/>
                  <p:pic>
                    <p:nvPicPr>
                      <p:cNvPr id="4608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14700" y="3363232"/>
                        <a:ext cx="5410200" cy="304800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7" dir="2700000" algn="ctr" rotWithShape="0">
                                <a:srgbClr val="00000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23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88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338138" indent="-338138" eaLnBrk="1" hangingPunct="1"/>
            <a:endParaRPr lang="en-US" b="1" dirty="0">
              <a:ea typeface="ＭＳ Ｐゴシック" charset="0"/>
              <a:cs typeface="ＭＳ Ｐゴシック" charset="0"/>
            </a:endParaRPr>
          </a:p>
          <a:p>
            <a:pPr marL="338138" indent="-338138" eaLnBrk="1" hangingPunct="1"/>
            <a:r>
              <a:rPr lang="en-US" sz="2000" b="1" dirty="0">
                <a:ea typeface="ＭＳ Ｐゴシック" charset="0"/>
                <a:cs typeface="ＭＳ Ｐゴシック" charset="0"/>
              </a:rPr>
              <a:t>Variance</a:t>
            </a:r>
            <a:r>
              <a:rPr lang="en-US" dirty="0">
                <a:ea typeface="ＭＳ Ｐゴシック" charset="0"/>
                <a:cs typeface="ＭＳ Ｐゴシック" charset="0"/>
              </a:rPr>
              <a:t>:</a:t>
            </a:r>
          </a:p>
          <a:p>
            <a:pPr marL="338138" indent="-338138" eaLnBrk="1" hangingPunct="1"/>
            <a:endParaRPr lang="en-US" dirty="0">
              <a:ea typeface="ＭＳ Ｐゴシック" charset="0"/>
              <a:cs typeface="ＭＳ Ｐゴシック" charset="0"/>
            </a:endParaRPr>
          </a:p>
          <a:p>
            <a:pPr marL="338138" indent="-338138" eaLnBrk="1" hangingPunct="1"/>
            <a:endParaRPr lang="en-US" b="1" dirty="0">
              <a:ea typeface="ＭＳ Ｐゴシック" charset="0"/>
              <a:cs typeface="ＭＳ Ｐゴシック" charset="0"/>
            </a:endParaRPr>
          </a:p>
          <a:p>
            <a:pPr marL="338138" indent="-338138" eaLnBrk="1" hangingPunct="1"/>
            <a:endParaRPr lang="en-US" b="1" dirty="0">
              <a:ea typeface="ＭＳ Ｐゴシック" charset="0"/>
              <a:cs typeface="ＭＳ Ｐゴシック" charset="0"/>
            </a:endParaRPr>
          </a:p>
          <a:p>
            <a:pPr marL="338138" indent="-338138"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Standard </a:t>
            </a:r>
            <a:r>
              <a:rPr lang="en-US" sz="2000" b="1" dirty="0">
                <a:ea typeface="ＭＳ Ｐゴシック" charset="0"/>
                <a:cs typeface="ＭＳ Ｐゴシック" charset="0"/>
              </a:rPr>
              <a:t>Deviation</a:t>
            </a:r>
            <a:r>
              <a:rPr lang="en-US" dirty="0">
                <a:ea typeface="ＭＳ Ｐゴシック" charset="0"/>
                <a:cs typeface="ＭＳ Ｐゴシック" charset="0"/>
              </a:rPr>
              <a:t>: </a:t>
            </a:r>
          </a:p>
          <a:p>
            <a:pPr marL="338138" indent="-338138" eaLnBrk="1" hangingPunct="1"/>
            <a:endParaRPr lang="en-US" dirty="0">
              <a:ea typeface="ＭＳ Ｐゴシック" charset="0"/>
              <a:cs typeface="ＭＳ Ｐゴシック" charset="0"/>
            </a:endParaRPr>
          </a:p>
          <a:p>
            <a:pPr marL="338138" indent="-338138" algn="ctr" eaLnBrk="1" hangingPunct="1">
              <a:buFontTx/>
              <a:buNone/>
            </a:pPr>
            <a:r>
              <a:rPr lang="en-US" sz="2000" b="1" u="sng" dirty="0">
                <a:ea typeface="ＭＳ Ｐゴシック" charset="0"/>
                <a:cs typeface="ＭＳ Ｐゴシック" charset="0"/>
              </a:rPr>
              <a:t>Example</a:t>
            </a:r>
          </a:p>
          <a:p>
            <a:pPr marL="338138" indent="-338138" eaLnBrk="1" hangingPunct="1"/>
            <a:r>
              <a:rPr lang="en-US" sz="2000" dirty="0">
                <a:ea typeface="ＭＳ Ｐゴシック" charset="0"/>
                <a:cs typeface="ＭＳ Ｐゴシック" charset="0"/>
              </a:rPr>
              <a:t>A stock has the following returns (in %):  8, -10, 24, 5, and -2.  Find the mean and SD of the returns.</a:t>
            </a:r>
          </a:p>
          <a:p>
            <a:pPr marL="635000" lvl="1" indent="-342900" eaLnBrk="1" hangingPunct="1"/>
            <a:r>
              <a:rPr lang="en-US" sz="1800" i="1" dirty="0">
                <a:ea typeface="ＭＳ Ｐゴシック" charset="0"/>
              </a:rPr>
              <a:t>Mean</a:t>
            </a:r>
            <a:r>
              <a:rPr lang="en-US" sz="1800" dirty="0">
                <a:ea typeface="ＭＳ Ｐゴシック" charset="0"/>
              </a:rPr>
              <a:t>:  (8-10+24+5-2) / 5 = 5%</a:t>
            </a:r>
          </a:p>
          <a:p>
            <a:pPr marL="635000" lvl="1" indent="-342900" eaLnBrk="1" hangingPunct="1"/>
            <a:r>
              <a:rPr lang="en-US" sz="1800" i="1" dirty="0" err="1">
                <a:ea typeface="ＭＳ Ｐゴシック" charset="0"/>
              </a:rPr>
              <a:t>Var</a:t>
            </a:r>
            <a:r>
              <a:rPr lang="en-US" sz="1800" dirty="0">
                <a:ea typeface="ＭＳ Ｐゴシック" charset="0"/>
              </a:rPr>
              <a:t>: 1/5*[(8-5)</a:t>
            </a:r>
            <a:r>
              <a:rPr lang="en-US" sz="1800" baseline="30000" dirty="0">
                <a:ea typeface="ＭＳ Ｐゴシック" charset="0"/>
              </a:rPr>
              <a:t>2</a:t>
            </a:r>
            <a:r>
              <a:rPr lang="en-US" sz="1800" dirty="0">
                <a:ea typeface="ＭＳ Ｐゴシック" charset="0"/>
              </a:rPr>
              <a:t>+(-10-5)</a:t>
            </a:r>
            <a:r>
              <a:rPr lang="en-US" sz="1800" baseline="30000" dirty="0">
                <a:ea typeface="ＭＳ Ｐゴシック" charset="0"/>
              </a:rPr>
              <a:t>2</a:t>
            </a:r>
            <a:r>
              <a:rPr lang="en-US" sz="1800" dirty="0">
                <a:ea typeface="ＭＳ Ｐゴシック" charset="0"/>
              </a:rPr>
              <a:t>+(24-5)</a:t>
            </a:r>
            <a:r>
              <a:rPr lang="en-US" sz="1800" baseline="30000" dirty="0">
                <a:ea typeface="ＭＳ Ｐゴシック" charset="0"/>
              </a:rPr>
              <a:t>2</a:t>
            </a:r>
            <a:r>
              <a:rPr lang="en-US" sz="1800" dirty="0">
                <a:ea typeface="ＭＳ Ｐゴシック" charset="0"/>
              </a:rPr>
              <a:t>+(5-5)</a:t>
            </a:r>
            <a:r>
              <a:rPr lang="en-US" sz="1800" baseline="30000" dirty="0">
                <a:ea typeface="ＭＳ Ｐゴシック" charset="0"/>
              </a:rPr>
              <a:t>2</a:t>
            </a:r>
            <a:r>
              <a:rPr lang="en-US" sz="1800" dirty="0">
                <a:ea typeface="ＭＳ Ｐゴシック" charset="0"/>
              </a:rPr>
              <a:t>+(-2-5)</a:t>
            </a:r>
            <a:r>
              <a:rPr lang="en-US" sz="1800" baseline="30000" dirty="0">
                <a:ea typeface="ＭＳ Ｐゴシック" charset="0"/>
              </a:rPr>
              <a:t>2</a:t>
            </a:r>
            <a:r>
              <a:rPr lang="en-US" sz="1800" dirty="0">
                <a:ea typeface="ＭＳ Ｐゴシック" charset="0"/>
              </a:rPr>
              <a:t>] = 128.8%</a:t>
            </a:r>
            <a:r>
              <a:rPr lang="en-US" sz="1800" baseline="30000" dirty="0">
                <a:ea typeface="ＭＳ Ｐゴシック" charset="0"/>
              </a:rPr>
              <a:t>2</a:t>
            </a:r>
          </a:p>
          <a:p>
            <a:pPr marL="635000" lvl="1" indent="-342900" eaLnBrk="1" hangingPunct="1"/>
            <a:r>
              <a:rPr lang="en-US" sz="1800" i="1" dirty="0">
                <a:ea typeface="ＭＳ Ｐゴシック" charset="0"/>
              </a:rPr>
              <a:t>SD</a:t>
            </a:r>
            <a:r>
              <a:rPr lang="en-US" sz="1800" dirty="0">
                <a:ea typeface="ＭＳ Ｐゴシック" charset="0"/>
              </a:rPr>
              <a:t>: √</a:t>
            </a:r>
            <a:r>
              <a:rPr lang="en-US" sz="1800" dirty="0" err="1">
                <a:ea typeface="ＭＳ Ｐゴシック" charset="0"/>
              </a:rPr>
              <a:t>Var</a:t>
            </a:r>
            <a:r>
              <a:rPr lang="en-US" sz="1800" dirty="0">
                <a:ea typeface="ＭＳ Ｐゴシック" charset="0"/>
              </a:rPr>
              <a:t> = 11.35% </a:t>
            </a:r>
          </a:p>
          <a:p>
            <a:pPr marL="635000" lvl="1" indent="-342900" eaLnBrk="1" hangingPunct="1"/>
            <a:endParaRPr lang="en-US" sz="1800" dirty="0">
              <a:ea typeface="ＭＳ Ｐゴシック" charset="0"/>
            </a:endParaRPr>
          </a:p>
        </p:txBody>
      </p:sp>
      <p:sp>
        <p:nvSpPr>
          <p:cNvPr id="481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>
                <a:ea typeface="ＭＳ Ｐゴシック" charset="0"/>
                <a:cs typeface="ＭＳ Ｐゴシック" charset="0"/>
              </a:rPr>
              <a:t>Measuring Risk (Volatility):  Single Asset</a:t>
            </a:r>
          </a:p>
        </p:txBody>
      </p:sp>
      <p:sp>
        <p:nvSpPr>
          <p:cNvPr id="48132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700">
                <a:latin typeface="Calibri"/>
              </a:rPr>
              <a:t>Historical Returns</a:t>
            </a:r>
          </a:p>
        </p:txBody>
      </p:sp>
      <p:graphicFrame>
        <p:nvGraphicFramePr>
          <p:cNvPr id="48130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73098"/>
              </p:ext>
            </p:extLst>
          </p:nvPr>
        </p:nvGraphicFramePr>
        <p:xfrm>
          <a:off x="1908025" y="821917"/>
          <a:ext cx="3212238" cy="609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28440" imgH="420480" progId="Equation.3">
                  <p:embed/>
                </p:oleObj>
              </mc:Choice>
              <mc:Fallback>
                <p:oleObj name="Equation" r:id="rId3" imgW="1828440" imgH="420480" progId="Equation.3">
                  <p:embed/>
                  <p:pic>
                    <p:nvPicPr>
                      <p:cNvPr id="4813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08025" y="821917"/>
                        <a:ext cx="3212238" cy="609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7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8131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4355093"/>
              </p:ext>
            </p:extLst>
          </p:nvPr>
        </p:nvGraphicFramePr>
        <p:xfrm>
          <a:off x="2971800" y="2133601"/>
          <a:ext cx="2362200" cy="49983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636560" imgH="237600" progId="Equation.3">
                  <p:embed/>
                </p:oleObj>
              </mc:Choice>
              <mc:Fallback>
                <p:oleObj name="Equation" r:id="rId5" imgW="1636560" imgH="237600" progId="Equation.3">
                  <p:embed/>
                  <p:pic>
                    <p:nvPicPr>
                      <p:cNvPr id="48131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71800" y="2133601"/>
                        <a:ext cx="2362200" cy="49983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7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136" name="Oval 6"/>
          <p:cNvSpPr>
            <a:spLocks noChangeArrowheads="1"/>
          </p:cNvSpPr>
          <p:nvPr/>
        </p:nvSpPr>
        <p:spPr bwMode="auto">
          <a:xfrm>
            <a:off x="3514144" y="1139368"/>
            <a:ext cx="457200" cy="313122"/>
          </a:xfrm>
          <a:prstGeom prst="ellipse">
            <a:avLst/>
          </a:prstGeom>
          <a:solidFill>
            <a:schemeClr val="accent2">
              <a:alpha val="16078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8137" name="Line 7"/>
          <p:cNvSpPr>
            <a:spLocks noChangeShapeType="1"/>
          </p:cNvSpPr>
          <p:nvPr/>
        </p:nvSpPr>
        <p:spPr bwMode="auto">
          <a:xfrm flipV="1">
            <a:off x="2895599" y="1482347"/>
            <a:ext cx="618545" cy="36285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24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136" grpId="0" animBg="1"/>
      <p:bldP spid="4813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8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sz="2800" dirty="0">
                <a:ea typeface="ＭＳ Ｐゴシック" charset="0"/>
                <a:cs typeface="ＭＳ Ｐゴシック" charset="0"/>
              </a:rPr>
              <a:t>As investors, for wealth we don’t consume today, we aim generally to maximize expected future consumption or maximize expected future utility of wealth</a:t>
            </a:r>
          </a:p>
          <a:p>
            <a:pPr lvl="1" eaLnBrk="1" hangingPunct="1"/>
            <a:r>
              <a:rPr lang="en-US" sz="2400" dirty="0">
                <a:ea typeface="ＭＳ Ｐゴシック" charset="0"/>
              </a:rPr>
              <a:t>We generally prefer more to less, and</a:t>
            </a:r>
          </a:p>
          <a:p>
            <a:pPr lvl="1" eaLnBrk="1" hangingPunct="1"/>
            <a:r>
              <a:rPr lang="en-US" sz="2400" dirty="0">
                <a:ea typeface="ＭＳ Ｐゴシック" charset="0"/>
              </a:rPr>
              <a:t>Our utility increases as wealth increases, but at a decreasing rate</a:t>
            </a:r>
          </a:p>
          <a:p>
            <a:pPr eaLnBrk="1" hangingPunct="1"/>
            <a:r>
              <a:rPr lang="en-US" sz="2800" dirty="0">
                <a:ea typeface="ＭＳ Ｐゴシック" charset="0"/>
                <a:cs typeface="ＭＳ Ｐゴシック" charset="0"/>
              </a:rPr>
              <a:t>Different representations of utility curves:</a:t>
            </a:r>
          </a:p>
          <a:p>
            <a:pPr lvl="1" eaLnBrk="1" hangingPunct="1"/>
            <a:r>
              <a:rPr lang="en-US" sz="2400" dirty="0">
                <a:ea typeface="ＭＳ Ｐゴシック" charset="0"/>
              </a:rPr>
              <a:t>Logarithm</a:t>
            </a:r>
          </a:p>
          <a:p>
            <a:pPr lvl="1" eaLnBrk="1" hangingPunct="1"/>
            <a:r>
              <a:rPr lang="en-US" sz="2400" dirty="0">
                <a:ea typeface="ＭＳ Ｐゴシック" charset="0"/>
              </a:rPr>
              <a:t>Square Root</a:t>
            </a:r>
            <a:endParaRPr lang="en-US" dirty="0">
              <a:ea typeface="ＭＳ Ｐゴシック" charset="0"/>
            </a:endParaRPr>
          </a:p>
        </p:txBody>
      </p:sp>
      <p:sp>
        <p:nvSpPr>
          <p:cNvPr id="5018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>
                <a:ea typeface="ＭＳ Ｐゴシック" charset="0"/>
                <a:cs typeface="ＭＳ Ｐゴシック" charset="0"/>
              </a:rPr>
              <a:t>Risk and Risk Aversion</a:t>
            </a:r>
          </a:p>
        </p:txBody>
      </p:sp>
      <p:sp>
        <p:nvSpPr>
          <p:cNvPr id="5017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700">
                <a:latin typeface="Calibri"/>
              </a:rPr>
              <a:t>Historical Returns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25</a:t>
            </a:fld>
            <a:endParaRPr lang="en-US" alt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endParaRPr lang="en-US" b="1" dirty="0">
              <a:ea typeface="ＭＳ Ｐゴシック" charset="0"/>
              <a:cs typeface="ＭＳ Ｐゴシック" charset="0"/>
            </a:endParaRPr>
          </a:p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Risk Averse</a:t>
            </a:r>
            <a:r>
              <a:rPr lang="en-US" dirty="0">
                <a:ea typeface="ＭＳ Ｐゴシック" charset="0"/>
                <a:cs typeface="ＭＳ Ｐゴシック" charset="0"/>
              </a:rPr>
              <a:t>:  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rejects fair bets; 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pays premium (more than expected value) for insurance</a:t>
            </a:r>
          </a:p>
          <a:p>
            <a:pPr eaLnBrk="1" hangingPunct="1"/>
            <a:endParaRPr lang="en-US" b="1" dirty="0">
              <a:ea typeface="ＭＳ Ｐゴシック" charset="0"/>
              <a:cs typeface="ＭＳ Ｐゴシック" charset="0"/>
            </a:endParaRPr>
          </a:p>
          <a:p>
            <a:pPr eaLnBrk="1" hangingPunct="1"/>
            <a:endParaRPr lang="en-US" b="1" dirty="0">
              <a:ea typeface="ＭＳ Ｐゴシック" charset="0"/>
              <a:cs typeface="ＭＳ Ｐゴシック" charset="0"/>
            </a:endParaRPr>
          </a:p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Risk Neutral</a:t>
            </a:r>
            <a:r>
              <a:rPr lang="en-US" dirty="0">
                <a:ea typeface="ＭＳ Ｐゴシック" charset="0"/>
                <a:cs typeface="ＭＳ Ｐゴシック" charset="0"/>
              </a:rPr>
              <a:t>:  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is indifferent about fair bets; 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does not pay a premium for insurance</a:t>
            </a:r>
          </a:p>
          <a:p>
            <a:pPr eaLnBrk="1" hangingPunct="1"/>
            <a:endParaRPr lang="en-US" b="1" dirty="0">
              <a:ea typeface="ＭＳ Ｐゴシック" charset="0"/>
              <a:cs typeface="ＭＳ Ｐゴシック" charset="0"/>
            </a:endParaRPr>
          </a:p>
          <a:p>
            <a:pPr eaLnBrk="1" hangingPunct="1"/>
            <a:endParaRPr lang="en-US" b="1" dirty="0">
              <a:ea typeface="ＭＳ Ｐゴシック" charset="0"/>
              <a:cs typeface="ＭＳ Ｐゴシック" charset="0"/>
            </a:endParaRPr>
          </a:p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Risk Lover</a:t>
            </a:r>
            <a:r>
              <a:rPr lang="en-US" dirty="0">
                <a:ea typeface="ＭＳ Ｐゴシック" charset="0"/>
                <a:cs typeface="ＭＳ Ｐゴシック" charset="0"/>
              </a:rPr>
              <a:t>:  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accepts all fair (and some unfair) bets; 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never purchases insurance</a:t>
            </a:r>
          </a:p>
        </p:txBody>
      </p:sp>
      <p:sp>
        <p:nvSpPr>
          <p:cNvPr id="5222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>
                <a:ea typeface="ＭＳ Ｐゴシック" charset="0"/>
                <a:cs typeface="ＭＳ Ｐゴシック" charset="0"/>
              </a:rPr>
              <a:t>Risk Lover, Risk Averse, and Risk Neutral</a:t>
            </a:r>
          </a:p>
        </p:txBody>
      </p:sp>
      <p:sp>
        <p:nvSpPr>
          <p:cNvPr id="52226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700">
                <a:latin typeface="Calibri"/>
              </a:rPr>
              <a:t>Historical Returns</a:t>
            </a:r>
          </a:p>
        </p:txBody>
      </p:sp>
      <p:sp>
        <p:nvSpPr>
          <p:cNvPr id="52230" name="Oval 4"/>
          <p:cNvSpPr>
            <a:spLocks noChangeArrowheads="1"/>
          </p:cNvSpPr>
          <p:nvPr/>
        </p:nvSpPr>
        <p:spPr bwMode="auto">
          <a:xfrm>
            <a:off x="152400" y="685800"/>
            <a:ext cx="2209800" cy="533400"/>
          </a:xfrm>
          <a:prstGeom prst="ellipse">
            <a:avLst/>
          </a:prstGeom>
          <a:solidFill>
            <a:schemeClr val="hlink">
              <a:alpha val="16078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26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3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indent="-457200"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What happens to </a:t>
            </a:r>
            <a:r>
              <a:rPr lang="en-US" sz="2400" i="1" dirty="0">
                <a:ea typeface="ＭＳ Ｐゴシック" charset="0"/>
                <a:cs typeface="ＭＳ Ｐゴシック" charset="0"/>
              </a:rPr>
              <a:t>expected returns 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when assets are combined to form portfolios?</a:t>
            </a:r>
          </a:p>
          <a:p>
            <a:pPr marL="628650" lvl="1" indent="-457200"/>
            <a:r>
              <a:rPr lang="en-US" sz="1850" dirty="0">
                <a:ea typeface="ＭＳ Ｐゴシック" charset="0"/>
              </a:rPr>
              <a:t>E(</a:t>
            </a:r>
            <a:r>
              <a:rPr lang="en-US" sz="1850" i="1" dirty="0" err="1">
                <a:ea typeface="ＭＳ Ｐゴシック" charset="0"/>
              </a:rPr>
              <a:t>w</a:t>
            </a:r>
            <a:r>
              <a:rPr lang="en-US" sz="1850" dirty="0" err="1">
                <a:ea typeface="ＭＳ Ｐゴシック" charset="0"/>
              </a:rPr>
              <a:t>AMZN</a:t>
            </a:r>
            <a:r>
              <a:rPr lang="en-US" sz="1850" dirty="0">
                <a:ea typeface="ＭＳ Ｐゴシック" charset="0"/>
              </a:rPr>
              <a:t> + </a:t>
            </a:r>
            <a:r>
              <a:rPr lang="en-US" sz="1850" i="1" dirty="0" err="1">
                <a:ea typeface="ＭＳ Ｐゴシック" charset="0"/>
              </a:rPr>
              <a:t>w</a:t>
            </a:r>
            <a:r>
              <a:rPr lang="en-US" sz="1850" dirty="0" err="1">
                <a:ea typeface="ＭＳ Ｐゴシック" charset="0"/>
              </a:rPr>
              <a:t>BABA</a:t>
            </a:r>
            <a:r>
              <a:rPr lang="en-US" sz="1850" dirty="0">
                <a:ea typeface="ＭＳ Ｐゴシック" charset="0"/>
              </a:rPr>
              <a:t> + </a:t>
            </a:r>
            <a:r>
              <a:rPr lang="en-US" sz="1850" i="1" dirty="0" err="1">
                <a:ea typeface="ＭＳ Ｐゴシック" charset="0"/>
              </a:rPr>
              <a:t>w</a:t>
            </a:r>
            <a:r>
              <a:rPr lang="en-US" sz="1850" dirty="0" err="1">
                <a:ea typeface="ＭＳ Ｐゴシック" charset="0"/>
              </a:rPr>
              <a:t>TBill</a:t>
            </a:r>
            <a:r>
              <a:rPr lang="en-US" sz="1850" dirty="0">
                <a:ea typeface="ＭＳ Ｐゴシック" charset="0"/>
              </a:rPr>
              <a:t>) ?=? </a:t>
            </a:r>
            <a:r>
              <a:rPr lang="en-US" sz="1850" i="1" dirty="0" err="1">
                <a:ea typeface="ＭＳ Ｐゴシック" charset="0"/>
              </a:rPr>
              <a:t>w</a:t>
            </a:r>
            <a:r>
              <a:rPr lang="en-US" sz="1850" dirty="0" err="1">
                <a:ea typeface="ＭＳ Ｐゴシック" charset="0"/>
              </a:rPr>
              <a:t>E</a:t>
            </a:r>
            <a:r>
              <a:rPr lang="en-US" sz="1850" dirty="0">
                <a:ea typeface="ＭＳ Ｐゴシック" charset="0"/>
              </a:rPr>
              <a:t>(</a:t>
            </a:r>
            <a:r>
              <a:rPr lang="en-US" sz="1850" dirty="0" err="1">
                <a:ea typeface="ＭＳ Ｐゴシック" charset="0"/>
              </a:rPr>
              <a:t>AMZN</a:t>
            </a:r>
            <a:r>
              <a:rPr lang="en-US" sz="1850" dirty="0">
                <a:ea typeface="ＭＳ Ｐゴシック" charset="0"/>
              </a:rPr>
              <a:t>) +</a:t>
            </a:r>
            <a:r>
              <a:rPr lang="en-US" sz="1850" i="1" dirty="0" err="1">
                <a:ea typeface="ＭＳ Ｐゴシック" charset="0"/>
              </a:rPr>
              <a:t>w</a:t>
            </a:r>
            <a:r>
              <a:rPr lang="en-US" sz="1850" dirty="0" err="1">
                <a:ea typeface="ＭＳ Ｐゴシック" charset="0"/>
              </a:rPr>
              <a:t>E</a:t>
            </a:r>
            <a:r>
              <a:rPr lang="en-US" sz="1850" dirty="0">
                <a:ea typeface="ＭＳ Ｐゴシック" charset="0"/>
              </a:rPr>
              <a:t>(BABA) + </a:t>
            </a:r>
            <a:r>
              <a:rPr lang="en-US" sz="1850" i="1" dirty="0" err="1">
                <a:ea typeface="ＭＳ Ｐゴシック" charset="0"/>
              </a:rPr>
              <a:t>w</a:t>
            </a:r>
            <a:r>
              <a:rPr lang="en-US" sz="1850" dirty="0" err="1">
                <a:ea typeface="ＭＳ Ｐゴシック" charset="0"/>
              </a:rPr>
              <a:t>E</a:t>
            </a:r>
            <a:r>
              <a:rPr lang="en-US" sz="1850" dirty="0">
                <a:ea typeface="ＭＳ Ｐゴシック" charset="0"/>
              </a:rPr>
              <a:t>(</a:t>
            </a:r>
            <a:r>
              <a:rPr lang="en-US" sz="1850" dirty="0" err="1">
                <a:ea typeface="ＭＳ Ｐゴシック" charset="0"/>
              </a:rPr>
              <a:t>TBill</a:t>
            </a:r>
            <a:r>
              <a:rPr lang="en-US" sz="1850" dirty="0">
                <a:ea typeface="ＭＳ Ｐゴシック" charset="0"/>
              </a:rPr>
              <a:t>)</a:t>
            </a:r>
          </a:p>
          <a:p>
            <a:pPr marL="177800" indent="-177800" eaLnBrk="1" hangingPunct="1"/>
            <a:endParaRPr lang="en-US" sz="2400" dirty="0">
              <a:ea typeface="ＭＳ Ｐゴシック" charset="0"/>
              <a:cs typeface="ＭＳ Ｐゴシック" charset="0"/>
            </a:endParaRPr>
          </a:p>
          <a:p>
            <a:pPr marL="520700" indent="-520700"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What happens to </a:t>
            </a:r>
            <a:r>
              <a:rPr lang="en-US" sz="2400" i="1" dirty="0">
                <a:ea typeface="ＭＳ Ｐゴシック" charset="0"/>
                <a:cs typeface="ＭＳ Ｐゴシック" charset="0"/>
              </a:rPr>
              <a:t>risk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 (</a:t>
            </a:r>
            <a:r>
              <a:rPr lang="en-US" sz="2400" i="1" dirty="0">
                <a:ea typeface="ＭＳ Ｐゴシック" charset="0"/>
                <a:cs typeface="ＭＳ Ｐゴシック" charset="0"/>
              </a:rPr>
              <a:t>standard deviation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)</a:t>
            </a:r>
            <a:r>
              <a:rPr lang="en-US" sz="2400" i="1" dirty="0">
                <a:ea typeface="ＭＳ Ｐゴシック" charset="0"/>
                <a:cs typeface="ＭＳ Ｐゴシック" charset="0"/>
              </a:rPr>
              <a:t> 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when assets are combined to form portfolios?</a:t>
            </a:r>
          </a:p>
          <a:p>
            <a:pPr marL="692150" lvl="1" indent="-520700"/>
            <a:r>
              <a:rPr lang="en-US" sz="1850" dirty="0">
                <a:ea typeface="ＭＳ Ｐゴシック" charset="0"/>
              </a:rPr>
              <a:t>SD(</a:t>
            </a:r>
            <a:r>
              <a:rPr lang="en-US" sz="1850" i="1" dirty="0" err="1">
                <a:ea typeface="ＭＳ Ｐゴシック" charset="0"/>
              </a:rPr>
              <a:t>w</a:t>
            </a:r>
            <a:r>
              <a:rPr lang="en-US" sz="1850" dirty="0" err="1">
                <a:ea typeface="ＭＳ Ｐゴシック" charset="0"/>
              </a:rPr>
              <a:t>AMZN</a:t>
            </a:r>
            <a:r>
              <a:rPr lang="en-US" sz="1850" dirty="0">
                <a:ea typeface="ＭＳ Ｐゴシック" charset="0"/>
              </a:rPr>
              <a:t> + </a:t>
            </a:r>
            <a:r>
              <a:rPr lang="en-US" sz="1850" i="1" dirty="0" err="1">
                <a:ea typeface="ＭＳ Ｐゴシック" charset="0"/>
              </a:rPr>
              <a:t>w</a:t>
            </a:r>
            <a:r>
              <a:rPr lang="en-US" sz="1850" dirty="0" err="1">
                <a:ea typeface="ＭＳ Ｐゴシック" charset="0"/>
              </a:rPr>
              <a:t>BABA</a:t>
            </a:r>
            <a:r>
              <a:rPr lang="en-US" sz="1850" dirty="0">
                <a:ea typeface="ＭＳ Ｐゴシック" charset="0"/>
              </a:rPr>
              <a:t> + </a:t>
            </a:r>
            <a:r>
              <a:rPr lang="en-US" sz="1850" i="1" dirty="0" err="1">
                <a:ea typeface="ＭＳ Ｐゴシック" charset="0"/>
              </a:rPr>
              <a:t>w</a:t>
            </a:r>
            <a:r>
              <a:rPr lang="en-US" sz="1850" dirty="0" err="1">
                <a:ea typeface="ＭＳ Ｐゴシック" charset="0"/>
              </a:rPr>
              <a:t>TBill</a:t>
            </a:r>
            <a:r>
              <a:rPr lang="en-US" sz="1850" dirty="0">
                <a:ea typeface="ＭＳ Ｐゴシック" charset="0"/>
              </a:rPr>
              <a:t>) ?=? </a:t>
            </a:r>
            <a:r>
              <a:rPr lang="en-US" sz="1850" i="1" dirty="0" err="1">
                <a:ea typeface="ＭＳ Ｐゴシック" charset="0"/>
              </a:rPr>
              <a:t>w</a:t>
            </a:r>
            <a:r>
              <a:rPr lang="en-US" sz="1850" dirty="0" err="1">
                <a:ea typeface="ＭＳ Ｐゴシック" charset="0"/>
              </a:rPr>
              <a:t>SD</a:t>
            </a:r>
            <a:r>
              <a:rPr lang="en-US" sz="1850" dirty="0">
                <a:ea typeface="ＭＳ Ｐゴシック" charset="0"/>
              </a:rPr>
              <a:t>(</a:t>
            </a:r>
            <a:r>
              <a:rPr lang="en-US" sz="1850" dirty="0" err="1">
                <a:ea typeface="ＭＳ Ｐゴシック" charset="0"/>
              </a:rPr>
              <a:t>AMZN</a:t>
            </a:r>
            <a:r>
              <a:rPr lang="en-US" sz="1850" dirty="0">
                <a:ea typeface="ＭＳ Ｐゴシック" charset="0"/>
              </a:rPr>
              <a:t>) + </a:t>
            </a:r>
            <a:r>
              <a:rPr lang="en-US" sz="1850" i="1" dirty="0" err="1">
                <a:ea typeface="ＭＳ Ｐゴシック" charset="0"/>
              </a:rPr>
              <a:t>w</a:t>
            </a:r>
            <a:r>
              <a:rPr lang="en-US" sz="1850" dirty="0" err="1">
                <a:ea typeface="ＭＳ Ｐゴシック" charset="0"/>
              </a:rPr>
              <a:t>SD</a:t>
            </a:r>
            <a:r>
              <a:rPr lang="en-US" sz="1850" dirty="0">
                <a:ea typeface="ＭＳ Ｐゴシック" charset="0"/>
              </a:rPr>
              <a:t>(BABA) + </a:t>
            </a:r>
            <a:r>
              <a:rPr lang="en-US" sz="1850" i="1" dirty="0" err="1">
                <a:ea typeface="ＭＳ Ｐゴシック" charset="0"/>
              </a:rPr>
              <a:t>w</a:t>
            </a:r>
            <a:r>
              <a:rPr lang="en-US" sz="1850" dirty="0" err="1">
                <a:ea typeface="ＭＳ Ｐゴシック" charset="0"/>
              </a:rPr>
              <a:t>SD</a:t>
            </a:r>
            <a:r>
              <a:rPr lang="en-US" sz="1850" dirty="0">
                <a:ea typeface="ＭＳ Ｐゴシック" charset="0"/>
              </a:rPr>
              <a:t>(</a:t>
            </a:r>
            <a:r>
              <a:rPr lang="en-US" sz="1850" dirty="0" err="1">
                <a:ea typeface="ＭＳ Ｐゴシック" charset="0"/>
              </a:rPr>
              <a:t>TBill</a:t>
            </a:r>
            <a:r>
              <a:rPr lang="en-US" sz="1850" dirty="0">
                <a:ea typeface="ＭＳ Ｐゴシック" charset="0"/>
              </a:rPr>
              <a:t>)</a:t>
            </a:r>
          </a:p>
          <a:p>
            <a:pPr marL="177800" indent="-177800" eaLnBrk="1" hangingPunct="1"/>
            <a:endParaRPr lang="en-US" sz="2400" b="1" dirty="0">
              <a:ea typeface="ＭＳ Ｐゴシック" charset="0"/>
              <a:cs typeface="ＭＳ Ｐゴシック" charset="0"/>
            </a:endParaRPr>
          </a:p>
          <a:p>
            <a:pPr marL="457200" indent="-457200" eaLnBrk="1" hangingPunct="1"/>
            <a:r>
              <a:rPr lang="en-US" sz="2400" b="1" dirty="0">
                <a:ea typeface="ＭＳ Ｐゴシック" charset="0"/>
                <a:cs typeface="ＭＳ Ｐゴシック" charset="0"/>
              </a:rPr>
              <a:t>Efficient Portfolio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:  portfolio whose return is maximized for a given level of risk </a:t>
            </a:r>
            <a:r>
              <a:rPr lang="en-US" sz="2400" b="1" dirty="0">
                <a:ea typeface="ＭＳ Ｐゴシック" charset="0"/>
                <a:cs typeface="ＭＳ Ｐゴシック" charset="0"/>
              </a:rPr>
              <a:t>or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 whose risk is minimized for a given level of return</a:t>
            </a:r>
          </a:p>
        </p:txBody>
      </p:sp>
      <p:sp>
        <p:nvSpPr>
          <p:cNvPr id="5427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700">
                <a:latin typeface="Calibri"/>
              </a:rPr>
              <a:t>Historical Returns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27</a:t>
            </a:fld>
            <a:endParaRPr lang="en-US" alt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Diversification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4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>
                <a:ea typeface="ＭＳ Ｐゴシック" charset="0"/>
                <a:cs typeface="ＭＳ Ｐゴシック" charset="0"/>
              </a:rPr>
              <a:t>Diversification can lower an investor’s overall risk to the extent that the returns of the assets in a portfolio don’t move together.</a:t>
            </a:r>
          </a:p>
          <a:p>
            <a:r>
              <a:rPr lang="en-US" sz="2800" dirty="0">
                <a:ea typeface="ＭＳ Ｐゴシック" charset="0"/>
                <a:cs typeface="ＭＳ Ｐゴシック" charset="0"/>
              </a:rPr>
              <a:t>Measures of co-movement:  </a:t>
            </a:r>
            <a:r>
              <a:rPr lang="en-US" sz="2800" i="1" dirty="0">
                <a:ea typeface="ＭＳ Ｐゴシック" charset="0"/>
                <a:cs typeface="ＭＳ Ｐゴシック" charset="0"/>
              </a:rPr>
              <a:t>correlation, covariance, and beta (</a:t>
            </a:r>
            <a:r>
              <a:rPr lang="en-US" sz="2800" i="1" dirty="0">
                <a:ea typeface="ＭＳ Ｐゴシック" charset="0"/>
                <a:cs typeface="ＭＳ Ｐゴシック" charset="0"/>
                <a:sym typeface="Symbol" charset="0"/>
              </a:rPr>
              <a:t>)</a:t>
            </a:r>
            <a:endParaRPr lang="en-US" sz="2800" i="1" dirty="0">
              <a:ea typeface="ＭＳ Ｐゴシック" charset="0"/>
              <a:cs typeface="ＭＳ Ｐゴシック" charset="0"/>
            </a:endParaRPr>
          </a:p>
          <a:p>
            <a:r>
              <a:rPr lang="en-US" sz="2800" dirty="0">
                <a:ea typeface="ＭＳ Ｐゴシック" charset="0"/>
                <a:cs typeface="ＭＳ Ｐゴシック" charset="0"/>
              </a:rPr>
              <a:t>The market beta (</a:t>
            </a:r>
            <a:r>
              <a:rPr lang="en-US" sz="2800" dirty="0">
                <a:ea typeface="ＭＳ Ｐゴシック" charset="0"/>
                <a:cs typeface="ＭＳ Ｐゴシック" charset="0"/>
                <a:sym typeface="Symbol" charset="0"/>
              </a:rPr>
              <a:t>) of a stock measures a stock’s co-movement with the market portfolio</a:t>
            </a:r>
          </a:p>
          <a:p>
            <a:pPr lvl="1"/>
            <a:r>
              <a:rPr lang="en-US" sz="2400" dirty="0">
                <a:ea typeface="ＭＳ Ｐゴシック" charset="0"/>
                <a:sym typeface="Symbol" charset="0"/>
              </a:rPr>
              <a:t>A stock with a negative beta functions like insurance </a:t>
            </a:r>
          </a:p>
          <a:p>
            <a:endParaRPr lang="en-US" sz="2400" dirty="0">
              <a:ea typeface="ＭＳ Ｐゴシック" charset="0"/>
              <a:cs typeface="ＭＳ Ｐゴシック" charset="0"/>
              <a:sym typeface="Symbol" charset="0"/>
            </a:endParaRPr>
          </a:p>
          <a:p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5632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ea typeface="ＭＳ Ｐゴシック" charset="0"/>
                <a:cs typeface="ＭＳ Ｐゴシック" charset="0"/>
              </a:rPr>
              <a:t>Diversification</a:t>
            </a:r>
          </a:p>
        </p:txBody>
      </p:sp>
      <p:sp>
        <p:nvSpPr>
          <p:cNvPr id="5632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700">
                <a:latin typeface="Calibri"/>
              </a:rPr>
              <a:t>Historical Returns</a:t>
            </a:r>
          </a:p>
        </p:txBody>
      </p:sp>
      <p:graphicFrame>
        <p:nvGraphicFramePr>
          <p:cNvPr id="56322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40677082"/>
              </p:ext>
            </p:extLst>
          </p:nvPr>
        </p:nvGraphicFramePr>
        <p:xfrm>
          <a:off x="1143000" y="4419600"/>
          <a:ext cx="6202363" cy="552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855800" imgH="219240" progId="Equation.3">
                  <p:embed/>
                </p:oleObj>
              </mc:Choice>
              <mc:Fallback>
                <p:oleObj name="Equation" r:id="rId2" imgW="1855800" imgH="219240" progId="Equation.3">
                  <p:embed/>
                  <p:pic>
                    <p:nvPicPr>
                      <p:cNvPr id="56322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4419600"/>
                        <a:ext cx="6202363" cy="552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7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28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>
                <a:ea typeface="ＭＳ Ｐゴシック" charset="0"/>
                <a:cs typeface="ＭＳ Ｐゴシック" charset="0"/>
              </a:rPr>
              <a:t>Beta</a:t>
            </a:r>
            <a:r>
              <a:rPr lang="en-US" dirty="0">
                <a:ea typeface="ＭＳ Ｐゴシック" charset="0"/>
                <a:cs typeface="ＭＳ Ｐゴシック" charset="0"/>
              </a:rPr>
              <a:t> (</a:t>
            </a:r>
            <a:r>
              <a:rPr lang="en-US" dirty="0">
                <a:ea typeface="ＭＳ Ｐゴシック" charset="0"/>
                <a:cs typeface="ＭＳ Ｐゴシック" charset="0"/>
                <a:sym typeface="Symbol" charset="0"/>
              </a:rPr>
              <a:t>) </a:t>
            </a:r>
            <a:r>
              <a:rPr lang="en-US" dirty="0">
                <a:ea typeface="ＭＳ Ｐゴシック" charset="0"/>
                <a:cs typeface="ＭＳ Ｐゴシック" charset="0"/>
              </a:rPr>
              <a:t>of COST-SP500 (Sept 2025, past 2 years)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29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pic>
        <p:nvPicPr>
          <p:cNvPr id="6" name="Picture 5" descr="A screen shot of a graph&#10;&#10;AI-generated content may be incorrect.">
            <a:extLst>
              <a:ext uri="{FF2B5EF4-FFF2-40B4-BE49-F238E27FC236}">
                <a16:creationId xmlns:a16="http://schemas.microsoft.com/office/drawing/2014/main" id="{4DCA0B33-C30F-B8FC-A119-842E154BAC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3" r="1"/>
          <a:stretch>
            <a:fillRect/>
          </a:stretch>
        </p:blipFill>
        <p:spPr>
          <a:xfrm>
            <a:off x="762000" y="829621"/>
            <a:ext cx="7599467" cy="5231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1243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150" dirty="0"/>
              <a:t>Investment Companies</a:t>
            </a:r>
          </a:p>
          <a:p>
            <a:pPr lvl="1"/>
            <a:r>
              <a:rPr lang="en-US" sz="2000" dirty="0"/>
              <a:t>Open-end Mutual Funds</a:t>
            </a:r>
          </a:p>
          <a:p>
            <a:pPr lvl="1"/>
            <a:r>
              <a:rPr lang="en-US" sz="2000" dirty="0"/>
              <a:t>Exchange Traded Funds (ETFs)</a:t>
            </a:r>
          </a:p>
          <a:p>
            <a:pPr lvl="1"/>
            <a:r>
              <a:rPr lang="en-US" sz="2000" dirty="0"/>
              <a:t>Closed-end Funds</a:t>
            </a:r>
          </a:p>
          <a:p>
            <a:endParaRPr lang="en-US" sz="2400" dirty="0"/>
          </a:p>
          <a:p>
            <a:r>
              <a:rPr lang="en-US" sz="2400" dirty="0"/>
              <a:t>Regulation</a:t>
            </a:r>
          </a:p>
          <a:p>
            <a:pPr lvl="1"/>
            <a:r>
              <a:rPr lang="en-US" sz="2000" dirty="0"/>
              <a:t>Investment Company Act of 1940</a:t>
            </a:r>
          </a:p>
          <a:p>
            <a:pPr lvl="1"/>
            <a:r>
              <a:rPr lang="en-US" sz="2000" dirty="0"/>
              <a:t>Investment Advisers Act of 1940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Public Investment Companies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Historical Returns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30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622277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Content Placeholder 17" descr="Children">
            <a:extLst>
              <a:ext uri="{FF2B5EF4-FFF2-40B4-BE49-F238E27FC236}">
                <a16:creationId xmlns:a16="http://schemas.microsoft.com/office/drawing/2014/main" id="{EE653E94-BBE4-1742-8F71-F4C3FD554B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45052" y="1051560"/>
            <a:ext cx="914400" cy="91440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031EAD26-72D3-3B44-8E29-EC98379AC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Open-End Mutual Fund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7CD9F7-9734-404E-A63D-CED3C6396D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31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ADBF9A-95FE-5840-AD66-26B1E23D9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A42B01-F766-124E-85AB-A6AD018B8C9D}"/>
              </a:ext>
            </a:extLst>
          </p:cNvPr>
          <p:cNvSpPr/>
          <p:nvPr/>
        </p:nvSpPr>
        <p:spPr>
          <a:xfrm>
            <a:off x="3349754" y="4758985"/>
            <a:ext cx="2060446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Assets: Stocks, Bonds, RE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AC8FF2-1644-304A-909C-B6B5C239242B}"/>
              </a:ext>
            </a:extLst>
          </p:cNvPr>
          <p:cNvSpPr/>
          <p:nvPr/>
        </p:nvSpPr>
        <p:spPr>
          <a:xfrm>
            <a:off x="3273553" y="2590800"/>
            <a:ext cx="2209800" cy="13031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Mutual Fund</a:t>
            </a:r>
            <a:br>
              <a:rPr lang="en-US" dirty="0"/>
            </a:br>
            <a:r>
              <a:rPr lang="en-US" dirty="0"/>
              <a:t>Regulated Invest. Co.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FB9F7CE-AF4C-8E40-A61A-8E00FAF7A045}"/>
              </a:ext>
            </a:extLst>
          </p:cNvPr>
          <p:cNvCxnSpPr>
            <a:cxnSpLocks/>
            <a:stCxn id="12" idx="2"/>
            <a:endCxn id="9" idx="0"/>
          </p:cNvCxnSpPr>
          <p:nvPr/>
        </p:nvCxnSpPr>
        <p:spPr>
          <a:xfrm>
            <a:off x="4378453" y="3893938"/>
            <a:ext cx="1524" cy="8650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0F6DF17E-04A2-A141-B3EF-A4DE1F7E3E85}"/>
              </a:ext>
            </a:extLst>
          </p:cNvPr>
          <p:cNvCxnSpPr>
            <a:stCxn id="18" idx="1"/>
            <a:endCxn id="12" idx="1"/>
          </p:cNvCxnSpPr>
          <p:nvPr/>
        </p:nvCxnSpPr>
        <p:spPr>
          <a:xfrm rot="10800000" flipV="1">
            <a:off x="3273554" y="1508759"/>
            <a:ext cx="571499" cy="1733609"/>
          </a:xfrm>
          <a:prstGeom prst="bentConnector3">
            <a:avLst>
              <a:gd name="adj1" fmla="val 14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E3FE56A6-4603-8341-A3B4-6693F527C754}"/>
              </a:ext>
            </a:extLst>
          </p:cNvPr>
          <p:cNvCxnSpPr>
            <a:cxnSpLocks/>
            <a:stCxn id="12" idx="3"/>
            <a:endCxn id="18" idx="3"/>
          </p:cNvCxnSpPr>
          <p:nvPr/>
        </p:nvCxnSpPr>
        <p:spPr>
          <a:xfrm flipH="1" flipV="1">
            <a:off x="4759452" y="1508760"/>
            <a:ext cx="723901" cy="1733609"/>
          </a:xfrm>
          <a:prstGeom prst="bentConnector3">
            <a:avLst>
              <a:gd name="adj1" fmla="val -3157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586EF00-A168-5E4C-BA2D-8921C9413F8F}"/>
              </a:ext>
            </a:extLst>
          </p:cNvPr>
          <p:cNvSpPr txBox="1"/>
          <p:nvPr/>
        </p:nvSpPr>
        <p:spPr>
          <a:xfrm>
            <a:off x="2103395" y="1944469"/>
            <a:ext cx="7922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$$ @</a:t>
            </a:r>
            <a:br>
              <a:rPr lang="en-US" dirty="0"/>
            </a:br>
            <a:r>
              <a:rPr lang="en-US" dirty="0"/>
              <a:t>NAV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BABF6F-3727-064D-A0E5-8984C09E279F}"/>
              </a:ext>
            </a:extLst>
          </p:cNvPr>
          <p:cNvSpPr txBox="1"/>
          <p:nvPr/>
        </p:nvSpPr>
        <p:spPr>
          <a:xfrm>
            <a:off x="5837195" y="2052397"/>
            <a:ext cx="7922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$$ @</a:t>
            </a:r>
            <a:br>
              <a:rPr lang="en-US" dirty="0"/>
            </a:br>
            <a:r>
              <a:rPr lang="en-US" dirty="0"/>
              <a:t>NAV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F11FFB4-3408-A649-A77B-639A42D53F6B}"/>
              </a:ext>
            </a:extLst>
          </p:cNvPr>
          <p:cNvSpPr txBox="1"/>
          <p:nvPr/>
        </p:nvSpPr>
        <p:spPr>
          <a:xfrm>
            <a:off x="2110741" y="1683065"/>
            <a:ext cx="625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Buy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64DFAD9-86FC-434D-BACC-5D174CD2DEAC}"/>
              </a:ext>
            </a:extLst>
          </p:cNvPr>
          <p:cNvSpPr txBox="1"/>
          <p:nvPr/>
        </p:nvSpPr>
        <p:spPr>
          <a:xfrm>
            <a:off x="5847863" y="1724943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Sell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DC80D41-02D7-1347-A4B6-775D0B7C2F4D}"/>
              </a:ext>
            </a:extLst>
          </p:cNvPr>
          <p:cNvSpPr txBox="1"/>
          <p:nvPr/>
        </p:nvSpPr>
        <p:spPr>
          <a:xfrm>
            <a:off x="4247869" y="5838035"/>
            <a:ext cx="467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NAV: Net Assets (Ass-</a:t>
            </a:r>
            <a:r>
              <a:rPr lang="en-US" dirty="0" err="1"/>
              <a:t>Liab</a:t>
            </a:r>
            <a:r>
              <a:rPr lang="en-US" dirty="0"/>
              <a:t>) / # Shares</a:t>
            </a:r>
          </a:p>
        </p:txBody>
      </p:sp>
    </p:spTree>
    <p:extLst>
      <p:ext uri="{BB962C8B-B14F-4D97-AF65-F5344CB8AC3E}">
        <p14:creationId xmlns:p14="http://schemas.microsoft.com/office/powerpoint/2010/main" val="2978666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30" grpId="0"/>
      <p:bldP spid="31" grpId="0"/>
      <p:bldP spid="32" grpId="0"/>
      <p:bldP spid="33" grpId="0"/>
      <p:bldP spid="37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91B2019-1EEA-A240-BD8F-86433E497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048" y="41934"/>
            <a:ext cx="8458200" cy="365127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Open-End Mutual Fund: VTSAX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73695A-BE77-4443-A0A6-70B7A74055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385048" y="6471106"/>
            <a:ext cx="457200" cy="365125"/>
          </a:xfrm>
        </p:spPr>
        <p:txBody>
          <a:bodyPr wrap="square" anchor="ctr">
            <a:normAutofit/>
          </a:bodyPr>
          <a:lstStyle/>
          <a:p>
            <a:pPr>
              <a:spcAft>
                <a:spcPts val="600"/>
              </a:spcAft>
            </a:pPr>
            <a:fld id="{7B3E355C-57B9-BC4B-95D8-406A1F834537}" type="slidenum">
              <a:rPr lang="en-US" altLang="en-US" smtClean="0"/>
              <a:pPr>
                <a:spcAft>
                  <a:spcPts val="600"/>
                </a:spcAft>
              </a:pPr>
              <a:t>32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D7C5A-DB37-884A-BDDE-BA6E1F6EE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6442488"/>
            <a:ext cx="2895600" cy="365125"/>
          </a:xfrm>
        </p:spPr>
        <p:txBody>
          <a:bodyPr wrap="square" anchor="ctr">
            <a:normAutofit/>
          </a:bodyPr>
          <a:lstStyle/>
          <a:p>
            <a:pPr>
              <a:spcAft>
                <a:spcPts val="600"/>
              </a:spcAft>
              <a:defRPr/>
            </a:pPr>
            <a:r>
              <a:rPr lang="en-US"/>
              <a:t>Historical Returns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F0C9911-581C-72D4-CE7B-D05C62935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148" y="603723"/>
            <a:ext cx="8458200" cy="209742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5926C3B-85BA-D966-B645-2B45909D2D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" y="2707587"/>
            <a:ext cx="7289292" cy="6020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180789-1871-4D73-B87A-1CF22D5043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9800" y="3657600"/>
            <a:ext cx="2692908" cy="22655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2729B69-CF04-AD53-FE82-0E74EB3598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648" y="3657599"/>
            <a:ext cx="4772152" cy="2596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5496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D7895AF-1AA9-D503-C5D8-0C0950560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Open-End Mutual Fund: VTSAX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2E0D0F-AF24-3699-88E3-72956AB8BF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7A910-4258-B101-4E29-DAE4CB19E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262DFE-2528-7500-0124-3BEF4B573D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3733800" cy="4343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B8C768C-7FF0-DCBE-3350-F659CD140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143000"/>
            <a:ext cx="4346448" cy="4221480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8EE629A-CBA1-DA53-8C6A-79310649B1D0}"/>
              </a:ext>
            </a:extLst>
          </p:cNvPr>
          <p:cNvCxnSpPr>
            <a:cxnSpLocks/>
          </p:cNvCxnSpPr>
          <p:nvPr/>
        </p:nvCxnSpPr>
        <p:spPr>
          <a:xfrm>
            <a:off x="4114800" y="1143000"/>
            <a:ext cx="0" cy="449580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89328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1D0AD71-EF5D-554B-B920-5520D6DB8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Exchanged Traded Funds (ETFs)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B3CD2-6EC2-AA4E-A31E-44AF64BAB0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CFAD97-58A0-0149-A22E-A144D53C3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559D4D2-A74E-674A-9AE1-AA8CA7BA55EA}"/>
              </a:ext>
            </a:extLst>
          </p:cNvPr>
          <p:cNvSpPr/>
          <p:nvPr/>
        </p:nvSpPr>
        <p:spPr>
          <a:xfrm>
            <a:off x="2262192" y="4758985"/>
            <a:ext cx="2060446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Assets: Stocks, Bonds, 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B97FE5B-9FCE-F247-9529-14216B01F7BA}"/>
              </a:ext>
            </a:extLst>
          </p:cNvPr>
          <p:cNvSpPr/>
          <p:nvPr/>
        </p:nvSpPr>
        <p:spPr>
          <a:xfrm>
            <a:off x="2185991" y="2590800"/>
            <a:ext cx="2209800" cy="13031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ETF</a:t>
            </a:r>
            <a:br>
              <a:rPr lang="en-US" dirty="0"/>
            </a:br>
            <a:r>
              <a:rPr lang="en-US" dirty="0"/>
              <a:t>Regulated Invest. Co.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47E3CDD-623B-0C45-9FE6-E23B9C67AD55}"/>
              </a:ext>
            </a:extLst>
          </p:cNvPr>
          <p:cNvCxnSpPr>
            <a:cxnSpLocks/>
            <a:stCxn id="8" idx="2"/>
            <a:endCxn id="7" idx="0"/>
          </p:cNvCxnSpPr>
          <p:nvPr/>
        </p:nvCxnSpPr>
        <p:spPr>
          <a:xfrm>
            <a:off x="3290891" y="3893938"/>
            <a:ext cx="1524" cy="8650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2CC433F3-CC89-044A-87C0-501F6D9405B9}"/>
              </a:ext>
            </a:extLst>
          </p:cNvPr>
          <p:cNvCxnSpPr>
            <a:cxnSpLocks/>
            <a:endCxn id="8" idx="1"/>
          </p:cNvCxnSpPr>
          <p:nvPr/>
        </p:nvCxnSpPr>
        <p:spPr>
          <a:xfrm rot="10800000" flipV="1">
            <a:off x="2185992" y="1508759"/>
            <a:ext cx="571499" cy="1733609"/>
          </a:xfrm>
          <a:prstGeom prst="bentConnector3">
            <a:avLst>
              <a:gd name="adj1" fmla="val 14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885F2AAC-F247-984A-876F-0BADFD735356}"/>
              </a:ext>
            </a:extLst>
          </p:cNvPr>
          <p:cNvCxnSpPr>
            <a:cxnSpLocks/>
            <a:stCxn id="8" idx="3"/>
          </p:cNvCxnSpPr>
          <p:nvPr/>
        </p:nvCxnSpPr>
        <p:spPr>
          <a:xfrm flipH="1" flipV="1">
            <a:off x="3671890" y="1508760"/>
            <a:ext cx="723901" cy="1733609"/>
          </a:xfrm>
          <a:prstGeom prst="bentConnector3">
            <a:avLst>
              <a:gd name="adj1" fmla="val -3157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A87B183-DD5F-9940-B6A6-0CD5512379B9}"/>
              </a:ext>
            </a:extLst>
          </p:cNvPr>
          <p:cNvSpPr txBox="1"/>
          <p:nvPr/>
        </p:nvSpPr>
        <p:spPr>
          <a:xfrm>
            <a:off x="354493" y="1983777"/>
            <a:ext cx="1404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Contribute</a:t>
            </a:r>
          </a:p>
          <a:p>
            <a:r>
              <a:rPr lang="en-US" dirty="0"/>
              <a:t>portfolio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5AFBAE-5F34-2240-B209-B2CE48420667}"/>
              </a:ext>
            </a:extLst>
          </p:cNvPr>
          <p:cNvSpPr txBox="1"/>
          <p:nvPr/>
        </p:nvSpPr>
        <p:spPr>
          <a:xfrm>
            <a:off x="5181600" y="2052397"/>
            <a:ext cx="2032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Portfolio (not $)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FA64BF-1976-4048-8F27-70A65C1B29CB}"/>
              </a:ext>
            </a:extLst>
          </p:cNvPr>
          <p:cNvSpPr txBox="1"/>
          <p:nvPr/>
        </p:nvSpPr>
        <p:spPr>
          <a:xfrm>
            <a:off x="304800" y="1649010"/>
            <a:ext cx="1503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Buy Shares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8ED784-C417-AA4A-A60D-89FCDF68AF82}"/>
              </a:ext>
            </a:extLst>
          </p:cNvPr>
          <p:cNvSpPr txBox="1"/>
          <p:nvPr/>
        </p:nvSpPr>
        <p:spPr>
          <a:xfrm>
            <a:off x="5192268" y="1724943"/>
            <a:ext cx="2000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Redeem Shares</a:t>
            </a:r>
          </a:p>
        </p:txBody>
      </p:sp>
      <p:pic>
        <p:nvPicPr>
          <p:cNvPr id="18" name="Content Placeholder 17" descr="Children">
            <a:extLst>
              <a:ext uri="{FF2B5EF4-FFF2-40B4-BE49-F238E27FC236}">
                <a16:creationId xmlns:a16="http://schemas.microsoft.com/office/drawing/2014/main" id="{F7F174B2-A85A-9D4E-B8AB-D90B184D3F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64076" y="734610"/>
            <a:ext cx="914400" cy="9144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E9C3A2B-1BEA-CC43-BEA2-DDB1594F2428}"/>
              </a:ext>
            </a:extLst>
          </p:cNvPr>
          <p:cNvSpPr txBox="1"/>
          <p:nvPr/>
        </p:nvSpPr>
        <p:spPr>
          <a:xfrm>
            <a:off x="2660442" y="1258268"/>
            <a:ext cx="11833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Authorized </a:t>
            </a:r>
            <a:br>
              <a:rPr lang="en-US" sz="1200" b="1" dirty="0"/>
            </a:br>
            <a:r>
              <a:rPr lang="en-US" sz="1200" b="1" dirty="0"/>
              <a:t>Participant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0DB2EFF-9864-424A-8196-80E3DBE433D3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4109058" y="1191810"/>
            <a:ext cx="2555018" cy="0"/>
          </a:xfrm>
          <a:prstGeom prst="straightConnector1">
            <a:avLst/>
          </a:prstGeom>
          <a:ln w="28575">
            <a:solidFill>
              <a:schemeClr val="accent3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EBE02BD-C910-544B-AC0C-38B4EC586DA3}"/>
              </a:ext>
            </a:extLst>
          </p:cNvPr>
          <p:cNvSpPr txBox="1"/>
          <p:nvPr/>
        </p:nvSpPr>
        <p:spPr>
          <a:xfrm>
            <a:off x="3914014" y="570209"/>
            <a:ext cx="28536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Sale/purchase of </a:t>
            </a:r>
          </a:p>
          <a:p>
            <a:r>
              <a:rPr lang="en-US" sz="1400" b="1" dirty="0"/>
              <a:t>ETF shares @ </a:t>
            </a:r>
            <a:r>
              <a:rPr lang="en-US" sz="1400" b="1" dirty="0">
                <a:highlight>
                  <a:srgbClr val="FF00FF"/>
                </a:highlight>
              </a:rPr>
              <a:t>market price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F12D6B-8954-7A43-9A70-9F6A6E11A3FD}"/>
              </a:ext>
            </a:extLst>
          </p:cNvPr>
          <p:cNvSpPr txBox="1"/>
          <p:nvPr/>
        </p:nvSpPr>
        <p:spPr>
          <a:xfrm>
            <a:off x="5036820" y="3026638"/>
            <a:ext cx="3878580" cy="2862322"/>
          </a:xfrm>
          <a:prstGeom prst="rect">
            <a:avLst/>
          </a:prstGeom>
          <a:noFill/>
          <a:ln w="22225">
            <a:solidFill>
              <a:schemeClr val="accent3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u="sng" dirty="0"/>
              <a:t>Creation/Redemption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If NAV (10) &gt; </a:t>
            </a:r>
            <a:r>
              <a:rPr lang="en-US" i="1" dirty="0" err="1"/>
              <a:t>mrkt</a:t>
            </a:r>
            <a:r>
              <a:rPr lang="en-US" i="1" dirty="0"/>
              <a:t> price (9)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Buy shares at 9, redeem, and sell portfolio for 10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If NAV (9) &lt; </a:t>
            </a:r>
            <a:r>
              <a:rPr lang="en-US" i="1" dirty="0" err="1"/>
              <a:t>mrkt</a:t>
            </a:r>
            <a:r>
              <a:rPr lang="en-US" i="1" dirty="0"/>
              <a:t> price (10)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Buy portfolio at 9, create shares, and sell to public for 10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9158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2" grpId="0"/>
      <p:bldP spid="13" grpId="0"/>
      <p:bldP spid="14" grpId="0"/>
      <p:bldP spid="15" grpId="0"/>
      <p:bldP spid="19" grpId="0"/>
      <p:bldP spid="24" grpId="0"/>
      <p:bldP spid="25" grpId="0" uiExpand="1" build="allAtOnce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believe that Apple stock is overvalued.  How can I make money if my beliefs are correct?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Shorting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Historical Returns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35</a:t>
            </a:fld>
            <a:endParaRPr lang="en-US" altLang="en-US" dirty="0"/>
          </a:p>
        </p:txBody>
      </p:sp>
      <p:pic>
        <p:nvPicPr>
          <p:cNvPr id="7" name="Graphic 6" descr="Woman">
            <a:extLst>
              <a:ext uri="{FF2B5EF4-FFF2-40B4-BE49-F238E27FC236}">
                <a16:creationId xmlns:a16="http://schemas.microsoft.com/office/drawing/2014/main" id="{8FEEED13-C658-F140-BF5B-7ECB6F680B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0" y="1418734"/>
            <a:ext cx="914400" cy="914400"/>
          </a:xfrm>
          <a:prstGeom prst="rect">
            <a:avLst/>
          </a:prstGeom>
        </p:spPr>
      </p:pic>
      <p:pic>
        <p:nvPicPr>
          <p:cNvPr id="9" name="Graphic 8" descr="Confused person">
            <a:extLst>
              <a:ext uri="{FF2B5EF4-FFF2-40B4-BE49-F238E27FC236}">
                <a16:creationId xmlns:a16="http://schemas.microsoft.com/office/drawing/2014/main" id="{1A4C85E5-0528-224B-979F-4394F66BF7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4000" y="1418734"/>
            <a:ext cx="914400" cy="914400"/>
          </a:xfrm>
          <a:prstGeom prst="rect">
            <a:avLst/>
          </a:prstGeom>
        </p:spPr>
      </p:pic>
      <p:pic>
        <p:nvPicPr>
          <p:cNvPr id="57348" name="Picture 4" descr="Fred Design | So why an apple? The history of the apple logo">
            <a:extLst>
              <a:ext uri="{FF2B5EF4-FFF2-40B4-BE49-F238E27FC236}">
                <a16:creationId xmlns:a16="http://schemas.microsoft.com/office/drawing/2014/main" id="{AF0658A1-5CFE-1C4B-933A-FBF64FF21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2959" y="1720004"/>
            <a:ext cx="685799" cy="528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Up Arrow 9">
            <a:extLst>
              <a:ext uri="{FF2B5EF4-FFF2-40B4-BE49-F238E27FC236}">
                <a16:creationId xmlns:a16="http://schemas.microsoft.com/office/drawing/2014/main" id="{63E9D264-3341-E64B-B67B-C2AE5CF76225}"/>
              </a:ext>
            </a:extLst>
          </p:cNvPr>
          <p:cNvSpPr/>
          <p:nvPr/>
        </p:nvSpPr>
        <p:spPr>
          <a:xfrm rot="5400000">
            <a:off x="3505200" y="-108910"/>
            <a:ext cx="228600" cy="3429000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Up Arrow 12">
            <a:extLst>
              <a:ext uri="{FF2B5EF4-FFF2-40B4-BE49-F238E27FC236}">
                <a16:creationId xmlns:a16="http://schemas.microsoft.com/office/drawing/2014/main" id="{B13EB7CC-93FB-3F48-AC1C-376392C74748}"/>
              </a:ext>
            </a:extLst>
          </p:cNvPr>
          <p:cNvSpPr/>
          <p:nvPr/>
        </p:nvSpPr>
        <p:spPr>
          <a:xfrm rot="16200000">
            <a:off x="3446116" y="1058776"/>
            <a:ext cx="228600" cy="3429000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E86494-2DC7-E54F-9944-DD35EA440112}"/>
              </a:ext>
            </a:extLst>
          </p:cNvPr>
          <p:cNvSpPr txBox="1"/>
          <p:nvPr/>
        </p:nvSpPr>
        <p:spPr>
          <a:xfrm>
            <a:off x="2521568" y="1155006"/>
            <a:ext cx="1848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Borrow shares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4EF9A5-FB19-CD4E-AD84-40E224D250CC}"/>
              </a:ext>
            </a:extLst>
          </p:cNvPr>
          <p:cNvSpPr txBox="1"/>
          <p:nvPr/>
        </p:nvSpPr>
        <p:spPr>
          <a:xfrm>
            <a:off x="1600200" y="2286000"/>
            <a:ext cx="3920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IOU: Return shares + Dividends</a:t>
            </a:r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83E56FC2-FD14-984F-89A0-FE612EC899AB}"/>
              </a:ext>
            </a:extLst>
          </p:cNvPr>
          <p:cNvSpPr/>
          <p:nvPr/>
        </p:nvSpPr>
        <p:spPr>
          <a:xfrm>
            <a:off x="6324600" y="1761633"/>
            <a:ext cx="2209800" cy="160019"/>
          </a:xfrm>
          <a:prstGeom prst="rightArrow">
            <a:avLst/>
          </a:prstGeom>
          <a:solidFill>
            <a:schemeClr val="accent3">
              <a:lumMod val="25000"/>
              <a:lumOff val="75000"/>
            </a:schemeClr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FFFDDB-1E63-B044-B342-494BD5AA5216}"/>
              </a:ext>
            </a:extLst>
          </p:cNvPr>
          <p:cNvSpPr txBox="1"/>
          <p:nvPr/>
        </p:nvSpPr>
        <p:spPr>
          <a:xfrm>
            <a:off x="6403716" y="1392301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Sell shares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D3B55996-6E7D-D54D-A937-168654D2C951}"/>
              </a:ext>
            </a:extLst>
          </p:cNvPr>
          <p:cNvSpPr/>
          <p:nvPr/>
        </p:nvSpPr>
        <p:spPr>
          <a:xfrm rot="10800000">
            <a:off x="6324600" y="2333134"/>
            <a:ext cx="2209800" cy="160019"/>
          </a:xfrm>
          <a:prstGeom prst="rightArrow">
            <a:avLst/>
          </a:prstGeom>
          <a:solidFill>
            <a:schemeClr val="accent3">
              <a:lumMod val="25000"/>
              <a:lumOff val="75000"/>
            </a:schemeClr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35EC8E-D2F5-3045-A425-74AC434231D4}"/>
              </a:ext>
            </a:extLst>
          </p:cNvPr>
          <p:cNvSpPr txBox="1"/>
          <p:nvPr/>
        </p:nvSpPr>
        <p:spPr>
          <a:xfrm>
            <a:off x="6417856" y="2029245"/>
            <a:ext cx="1595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Receive $$$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00129E-9B1D-0D40-A373-22CD314426B3}"/>
              </a:ext>
            </a:extLst>
          </p:cNvPr>
          <p:cNvCxnSpPr>
            <a:cxnSpLocks/>
          </p:cNvCxnSpPr>
          <p:nvPr/>
        </p:nvCxnSpPr>
        <p:spPr>
          <a:xfrm>
            <a:off x="384048" y="3276600"/>
            <a:ext cx="860755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Graphic 22" descr="Confused person">
            <a:extLst>
              <a:ext uri="{FF2B5EF4-FFF2-40B4-BE49-F238E27FC236}">
                <a16:creationId xmlns:a16="http://schemas.microsoft.com/office/drawing/2014/main" id="{3AD9BDD0-9682-D844-B341-C27693FBCD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00607" y="3803390"/>
            <a:ext cx="914400" cy="914400"/>
          </a:xfrm>
          <a:prstGeom prst="rect">
            <a:avLst/>
          </a:prstGeom>
        </p:spPr>
      </p:pic>
      <p:sp>
        <p:nvSpPr>
          <p:cNvPr id="24" name="Right Arrow 23">
            <a:extLst>
              <a:ext uri="{FF2B5EF4-FFF2-40B4-BE49-F238E27FC236}">
                <a16:creationId xmlns:a16="http://schemas.microsoft.com/office/drawing/2014/main" id="{51F0B06B-7197-3249-B826-DBADF819D957}"/>
              </a:ext>
            </a:extLst>
          </p:cNvPr>
          <p:cNvSpPr/>
          <p:nvPr/>
        </p:nvSpPr>
        <p:spPr>
          <a:xfrm>
            <a:off x="6343454" y="5021581"/>
            <a:ext cx="2209800" cy="160019"/>
          </a:xfrm>
          <a:prstGeom prst="rightArrow">
            <a:avLst/>
          </a:prstGeom>
          <a:solidFill>
            <a:schemeClr val="accent3">
              <a:lumMod val="25000"/>
              <a:lumOff val="75000"/>
            </a:schemeClr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99FBE3-EB3B-D542-9CB5-6BEAD3C8ED23}"/>
              </a:ext>
            </a:extLst>
          </p:cNvPr>
          <p:cNvSpPr txBox="1"/>
          <p:nvPr/>
        </p:nvSpPr>
        <p:spPr>
          <a:xfrm>
            <a:off x="6403716" y="4001914"/>
            <a:ext cx="1467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Buy shares</a:t>
            </a:r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A6E850A2-9547-7B46-9416-2BDD1D4452D9}"/>
              </a:ext>
            </a:extLst>
          </p:cNvPr>
          <p:cNvSpPr/>
          <p:nvPr/>
        </p:nvSpPr>
        <p:spPr>
          <a:xfrm rot="10800000">
            <a:off x="6398455" y="4367868"/>
            <a:ext cx="2209800" cy="160019"/>
          </a:xfrm>
          <a:prstGeom prst="rightArrow">
            <a:avLst/>
          </a:prstGeom>
          <a:solidFill>
            <a:schemeClr val="accent3">
              <a:lumMod val="25000"/>
              <a:lumOff val="75000"/>
            </a:schemeClr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389FFF-EFBC-3C4D-9719-2AA86F8D693F}"/>
              </a:ext>
            </a:extLst>
          </p:cNvPr>
          <p:cNvSpPr txBox="1"/>
          <p:nvPr/>
        </p:nvSpPr>
        <p:spPr>
          <a:xfrm>
            <a:off x="7115952" y="4676896"/>
            <a:ext cx="627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$$$</a:t>
            </a:r>
          </a:p>
        </p:txBody>
      </p:sp>
      <p:pic>
        <p:nvPicPr>
          <p:cNvPr id="28" name="Picture 4" descr="Fred Design | So why an apple? The history of the apple logo">
            <a:extLst>
              <a:ext uri="{FF2B5EF4-FFF2-40B4-BE49-F238E27FC236}">
                <a16:creationId xmlns:a16="http://schemas.microsoft.com/office/drawing/2014/main" id="{CE00BDDD-F3F9-5740-A376-258E30CD1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3376" y="3749983"/>
            <a:ext cx="519852" cy="597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4" descr="Fred Design | So why an apple? The history of the apple logo">
            <a:extLst>
              <a:ext uri="{FF2B5EF4-FFF2-40B4-BE49-F238E27FC236}">
                <a16:creationId xmlns:a16="http://schemas.microsoft.com/office/drawing/2014/main" id="{A156E234-589F-324C-BDA4-C012E7F920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4078" y="1175184"/>
            <a:ext cx="685799" cy="528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Up Arrow 29">
            <a:extLst>
              <a:ext uri="{FF2B5EF4-FFF2-40B4-BE49-F238E27FC236}">
                <a16:creationId xmlns:a16="http://schemas.microsoft.com/office/drawing/2014/main" id="{C90059CE-F7B6-FE45-B56C-F778C8559C31}"/>
              </a:ext>
            </a:extLst>
          </p:cNvPr>
          <p:cNvSpPr/>
          <p:nvPr/>
        </p:nvSpPr>
        <p:spPr>
          <a:xfrm rot="16200000">
            <a:off x="3421638" y="2642267"/>
            <a:ext cx="228600" cy="3429000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4D811B7-6B88-A54A-9EA7-3F6B7430250D}"/>
              </a:ext>
            </a:extLst>
          </p:cNvPr>
          <p:cNvSpPr txBox="1"/>
          <p:nvPr/>
        </p:nvSpPr>
        <p:spPr>
          <a:xfrm>
            <a:off x="2750852" y="3923695"/>
            <a:ext cx="179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Return shares</a:t>
            </a:r>
          </a:p>
        </p:txBody>
      </p:sp>
      <p:sp>
        <p:nvSpPr>
          <p:cNvPr id="32" name="Up Arrow 31">
            <a:extLst>
              <a:ext uri="{FF2B5EF4-FFF2-40B4-BE49-F238E27FC236}">
                <a16:creationId xmlns:a16="http://schemas.microsoft.com/office/drawing/2014/main" id="{EC4002E4-FBA3-1048-9CC0-B06274112999}"/>
              </a:ext>
            </a:extLst>
          </p:cNvPr>
          <p:cNvSpPr/>
          <p:nvPr/>
        </p:nvSpPr>
        <p:spPr>
          <a:xfrm rot="5400000">
            <a:off x="3461631" y="3303277"/>
            <a:ext cx="228600" cy="3429000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26D050-6F89-A244-8230-FC574F48F521}"/>
              </a:ext>
            </a:extLst>
          </p:cNvPr>
          <p:cNvSpPr txBox="1"/>
          <p:nvPr/>
        </p:nvSpPr>
        <p:spPr>
          <a:xfrm>
            <a:off x="2909934" y="4613854"/>
            <a:ext cx="1481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Cancel IOU</a:t>
            </a:r>
          </a:p>
        </p:txBody>
      </p:sp>
      <p:pic>
        <p:nvPicPr>
          <p:cNvPr id="34" name="Graphic 33" descr="Woman">
            <a:extLst>
              <a:ext uri="{FF2B5EF4-FFF2-40B4-BE49-F238E27FC236}">
                <a16:creationId xmlns:a16="http://schemas.microsoft.com/office/drawing/2014/main" id="{0932B09A-B416-E340-8F76-021EB57E49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2591" y="3939236"/>
            <a:ext cx="914400" cy="914400"/>
          </a:xfrm>
          <a:prstGeom prst="rect">
            <a:avLst/>
          </a:prstGeom>
        </p:spPr>
      </p:pic>
      <p:pic>
        <p:nvPicPr>
          <p:cNvPr id="35" name="Picture 4" descr="Fred Design | So why an apple? The history of the apple logo">
            <a:extLst>
              <a:ext uri="{FF2B5EF4-FFF2-40B4-BE49-F238E27FC236}">
                <a16:creationId xmlns:a16="http://schemas.microsoft.com/office/drawing/2014/main" id="{1FD5BAC6-88B3-F142-8EBF-B88AE2E1EC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6293" y="3581400"/>
            <a:ext cx="519852" cy="597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9644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11" grpId="0"/>
      <p:bldP spid="12" grpId="0"/>
      <p:bldP spid="14" grpId="0" animBg="1"/>
      <p:bldP spid="17" grpId="0"/>
      <p:bldP spid="18" grpId="0" animBg="1"/>
      <p:bldP spid="15" grpId="0"/>
      <p:bldP spid="24" grpId="0" animBg="1"/>
      <p:bldP spid="25" grpId="0"/>
      <p:bldP spid="26" grpId="0" animBg="1"/>
      <p:bldP spid="21" grpId="0"/>
      <p:bldP spid="30" grpId="0" animBg="1"/>
      <p:bldP spid="31" grpId="0"/>
      <p:bldP spid="32" grpId="0" animBg="1"/>
      <p:bldP spid="3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CC89F7E-0382-E508-289A-8A414ABC3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Defined benefit (DB) vs. Defined contribution (DC) plans</a:t>
            </a:r>
          </a:p>
          <a:p>
            <a:endParaRPr lang="en-US" dirty="0"/>
          </a:p>
          <a:p>
            <a:r>
              <a:rPr lang="en-US" i="1" dirty="0"/>
              <a:t>Fiduciary duties </a:t>
            </a:r>
            <a:r>
              <a:rPr lang="en-US" dirty="0"/>
              <a:t>apply to apply to plan trustees, administrators, and investment committee</a:t>
            </a:r>
          </a:p>
          <a:p>
            <a:pPr lvl="1"/>
            <a:r>
              <a:rPr lang="en-US" dirty="0"/>
              <a:t>Duty to act prudently—importance of process</a:t>
            </a:r>
          </a:p>
          <a:p>
            <a:pPr lvl="2"/>
            <a:r>
              <a:rPr lang="en-US" dirty="0"/>
              <a:t>Investment selection &amp; continuing monitoring</a:t>
            </a:r>
          </a:p>
          <a:p>
            <a:pPr lvl="1"/>
            <a:r>
              <a:rPr lang="en-US" dirty="0"/>
              <a:t>Duty to diversify plan assets</a:t>
            </a:r>
          </a:p>
          <a:p>
            <a:pPr lvl="2"/>
            <a:r>
              <a:rPr lang="en-US" dirty="0"/>
              <a:t>Exception for participant-directed plans (401(k)) and Qualified Default Investment Alternative (QDIA)</a:t>
            </a:r>
          </a:p>
          <a:p>
            <a:pPr lvl="1"/>
            <a:r>
              <a:rPr lang="en-US" dirty="0"/>
              <a:t>Duty to pay only </a:t>
            </a:r>
            <a:r>
              <a:rPr lang="en-US" b="1" i="1" dirty="0"/>
              <a:t>reasonable</a:t>
            </a:r>
            <a:r>
              <a:rPr lang="en-US" dirty="0"/>
              <a:t> plan expenses</a:t>
            </a:r>
          </a:p>
          <a:p>
            <a:pPr marL="0" indent="0">
              <a:buNone/>
            </a:pPr>
            <a:endParaRPr lang="en-US" sz="1950" dirty="0"/>
          </a:p>
          <a:p>
            <a:r>
              <a:rPr lang="en-US" sz="1950" b="1" dirty="0"/>
              <a:t>Personal</a:t>
            </a:r>
            <a:r>
              <a:rPr lang="en-US" sz="1950" dirty="0"/>
              <a:t> liability for breaches of fiduciary duty</a:t>
            </a:r>
          </a:p>
          <a:p>
            <a:endParaRPr lang="en-US" sz="1950" dirty="0"/>
          </a:p>
          <a:p>
            <a:r>
              <a:rPr lang="en-US" sz="1950" dirty="0"/>
              <a:t>Excessive fee litigation</a:t>
            </a:r>
          </a:p>
          <a:p>
            <a:pPr lvl="1"/>
            <a:r>
              <a:rPr lang="en-US" sz="1800" dirty="0"/>
              <a:t>Recordkeeping fees (% of AUM or fixed fee per capita)</a:t>
            </a:r>
          </a:p>
          <a:p>
            <a:pPr lvl="1"/>
            <a:r>
              <a:rPr lang="en-US" sz="1800" dirty="0"/>
              <a:t>Fund fees (retail vs. institutional classes)</a:t>
            </a:r>
          </a:p>
          <a:p>
            <a:pPr lvl="1"/>
            <a:r>
              <a:rPr lang="en-US" sz="1800" dirty="0"/>
              <a:t>Confusing menu choices (brokerage windows)</a:t>
            </a:r>
          </a:p>
          <a:p>
            <a:pPr lvl="1"/>
            <a:r>
              <a:rPr lang="en-US" sz="1800" i="1" dirty="0"/>
              <a:t>Hughes v. Northwestern</a:t>
            </a:r>
          </a:p>
          <a:p>
            <a:pPr lvl="2"/>
            <a:endParaRPr lang="en-US" sz="18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917D6FB-9FDA-1AB6-737F-7A28F97E4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Employee Retirement Income Security Act (ERISA, 1974)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87A6E8-1C79-E815-0765-1F565AFE63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36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4A203B-9CB0-4340-BC40-6D1BD076C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136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Macintosh HD:Applications:Microsoft Office 2004:Templates:Presentations:Designs:Bar Code</Template>
  <TotalTime>29369</TotalTime>
  <Words>1383</Words>
  <Application>Microsoft Macintosh PowerPoint</Application>
  <PresentationFormat>On-screen Show (4:3)</PresentationFormat>
  <Paragraphs>313</Paragraphs>
  <Slides>36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9" baseType="lpstr">
      <vt:lpstr>ＭＳ Ｐゴシック</vt:lpstr>
      <vt:lpstr>NSimSun</vt:lpstr>
      <vt:lpstr>Arial</vt:lpstr>
      <vt:lpstr>Calibri</vt:lpstr>
      <vt:lpstr>Calibri Regular</vt:lpstr>
      <vt:lpstr>Courier New</vt:lpstr>
      <vt:lpstr>OpenSans</vt:lpstr>
      <vt:lpstr>Times New Roman</vt:lpstr>
      <vt:lpstr>Verdana</vt:lpstr>
      <vt:lpstr>Wingdings</vt:lpstr>
      <vt:lpstr>Wingdings 2</vt:lpstr>
      <vt:lpstr>CG Body - Standard</vt:lpstr>
      <vt:lpstr>Equation</vt:lpstr>
      <vt:lpstr>PowerPoint Presentation</vt:lpstr>
      <vt:lpstr>Risk and Return:  Overview</vt:lpstr>
      <vt:lpstr>Nominal Value of an Investment of $1 in 1926 Through 2025 (U.S.)</vt:lpstr>
      <vt:lpstr>Value of an Investment of $1 (after taxes) in 1926 Through 2024 (U.S.)</vt:lpstr>
      <vt:lpstr>Real (after inflation &amp; taxes) Value of an Investment of $1 in 1926 Through 2024 (U.S.)</vt:lpstr>
      <vt:lpstr>Time Series: US Stock Returns  (1900-2025)</vt:lpstr>
      <vt:lpstr>Time Series: US Bond (10-yr) Returns  (1900-2025)</vt:lpstr>
      <vt:lpstr>Time Series: T-Bill Returns (1900-2025)</vt:lpstr>
      <vt:lpstr>Histogram:  US Stock Returns (1900-2025) </vt:lpstr>
      <vt:lpstr>Histogram:  US 10-YR Bond Returns  (1900-2024) </vt:lpstr>
      <vt:lpstr>Histogram:  T-Bill Return (1900-2024) </vt:lpstr>
      <vt:lpstr>Histogram: Returns of US Stocks, Bonds, and T-Bills (1900-2025)</vt:lpstr>
      <vt:lpstr>U.S. Equity Nominal Returns </vt:lpstr>
      <vt:lpstr>Annual Nominal Returns: SP500, T-Bills, T-Bonds</vt:lpstr>
      <vt:lpstr>The Ride Can be Rough (1980 - 2026 3Q)</vt:lpstr>
      <vt:lpstr>Reduction of Risk Over Time: 1950-2025</vt:lpstr>
      <vt:lpstr>US Stock Market Total Returns: Rolling Periods (1872 – 2024)</vt:lpstr>
      <vt:lpstr>Asset-Class Winners &amp; Losers: 2011 – 2026 (3rdQ)</vt:lpstr>
      <vt:lpstr> Stocks beat bonds, but not always</vt:lpstr>
      <vt:lpstr>World Stock Markets: 1899 vs. 2024</vt:lpstr>
      <vt:lpstr>Industry Weighting in the US: 1900 and 2025</vt:lpstr>
      <vt:lpstr>A Step Back</vt:lpstr>
      <vt:lpstr>Returns:  Single Asset</vt:lpstr>
      <vt:lpstr>Measuring Risk (Volatility):  Single Asset</vt:lpstr>
      <vt:lpstr>Risk and Risk Aversion</vt:lpstr>
      <vt:lpstr>Risk Lover, Risk Averse, and Risk Neutral</vt:lpstr>
      <vt:lpstr>Diversification</vt:lpstr>
      <vt:lpstr>Diversification</vt:lpstr>
      <vt:lpstr>Beta () of COST-SP500 (Sept 2025, past 2 years)</vt:lpstr>
      <vt:lpstr>Public Investment Companies</vt:lpstr>
      <vt:lpstr>Open-End Mutual Fund</vt:lpstr>
      <vt:lpstr>Open-End Mutual Fund: VTSAX</vt:lpstr>
      <vt:lpstr>Open-End Mutual Fund: VTSAX</vt:lpstr>
      <vt:lpstr>Exchanged Traded Funds (ETFs)</vt:lpstr>
      <vt:lpstr>Shorting</vt:lpstr>
      <vt:lpstr>Employee Retirement Income Security Act (ERISA, 1974)</vt:lpstr>
    </vt:vector>
  </TitlesOfParts>
  <Company>Fordham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XPUser</dc:creator>
  <cp:lastModifiedBy>Colon, Jeffrey M.</cp:lastModifiedBy>
  <cp:revision>490</cp:revision>
  <cp:lastPrinted>2021-09-28T16:26:31Z</cp:lastPrinted>
  <dcterms:created xsi:type="dcterms:W3CDTF">2011-02-19T12:46:58Z</dcterms:created>
  <dcterms:modified xsi:type="dcterms:W3CDTF">2026-09-21T22:24:40Z</dcterms:modified>
</cp:coreProperties>
</file>