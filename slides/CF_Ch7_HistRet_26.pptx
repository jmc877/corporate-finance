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4" r:id="rId1"/>
  </p:sldMasterIdLst>
  <p:notesMasterIdLst>
    <p:notesMasterId r:id="rId38"/>
  </p:notesMasterIdLst>
  <p:handoutMasterIdLst>
    <p:handoutMasterId r:id="rId39"/>
  </p:handoutMasterIdLst>
  <p:sldIdLst>
    <p:sldId id="306" r:id="rId2"/>
    <p:sldId id="259" r:id="rId3"/>
    <p:sldId id="419" r:id="rId4"/>
    <p:sldId id="444" r:id="rId5"/>
    <p:sldId id="423" r:id="rId6"/>
    <p:sldId id="424" r:id="rId7"/>
    <p:sldId id="433" r:id="rId8"/>
    <p:sldId id="434" r:id="rId9"/>
    <p:sldId id="435" r:id="rId10"/>
    <p:sldId id="440" r:id="rId11"/>
    <p:sldId id="396" r:id="rId12"/>
    <p:sldId id="445" r:id="rId13"/>
    <p:sldId id="393" r:id="rId14"/>
    <p:sldId id="402" r:id="rId15"/>
    <p:sldId id="431" r:id="rId16"/>
    <p:sldId id="417" r:id="rId17"/>
    <p:sldId id="438" r:id="rId18"/>
    <p:sldId id="425" r:id="rId19"/>
    <p:sldId id="442" r:id="rId20"/>
    <p:sldId id="439" r:id="rId21"/>
    <p:sldId id="430" r:id="rId22"/>
    <p:sldId id="411" r:id="rId23"/>
    <p:sldId id="270" r:id="rId24"/>
    <p:sldId id="274" r:id="rId25"/>
    <p:sldId id="280" r:id="rId26"/>
    <p:sldId id="289" r:id="rId27"/>
    <p:sldId id="296" r:id="rId28"/>
    <p:sldId id="404" r:id="rId29"/>
    <p:sldId id="432" r:id="rId30"/>
    <p:sldId id="412" r:id="rId31"/>
    <p:sldId id="427" r:id="rId32"/>
    <p:sldId id="428" r:id="rId33"/>
    <p:sldId id="437" r:id="rId34"/>
    <p:sldId id="429" r:id="rId35"/>
    <p:sldId id="413" r:id="rId36"/>
    <p:sldId id="443" r:id="rId37"/>
  </p:sldIdLst>
  <p:sldSz cx="9144000" cy="6858000" type="screen4x3"/>
  <p:notesSz cx="7010400" cy="92360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FFFDF"/>
    <a:srgbClr val="2EE4F7"/>
    <a:srgbClr val="E6E8FF"/>
    <a:srgbClr val="DAEFC1"/>
    <a:srgbClr val="FFEDDD"/>
    <a:srgbClr val="B233A0"/>
    <a:srgbClr val="146BEC"/>
    <a:srgbClr val="F7F7F7"/>
    <a:srgbClr val="F4F4F4"/>
    <a:srgbClr val="93D7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097"/>
    <p:restoredTop sz="94413"/>
  </p:normalViewPr>
  <p:slideViewPr>
    <p:cSldViewPr>
      <p:cViewPr varScale="1">
        <p:scale>
          <a:sx n="145" d="100"/>
          <a:sy n="145" d="100"/>
        </p:scale>
        <p:origin x="192" y="7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33" d="100"/>
        <a:sy n="133" d="100"/>
      </p:scale>
      <p:origin x="0" y="0"/>
    </p:cViewPr>
  </p:sorterViewPr>
  <p:notesViewPr>
    <p:cSldViewPr>
      <p:cViewPr varScale="1">
        <p:scale>
          <a:sx n="165" d="100"/>
          <a:sy n="165" d="100"/>
        </p:scale>
        <p:origin x="2072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lon, Jeffrey M." userId="615143b1-cdee-493d-9a9d-1565ce8666d9" providerId="ADAL" clId="{DC1DB158-BAB1-5930-B714-AEF472873853}"/>
    <pc:docChg chg="undo custSel addSld delSld modSld">
      <pc:chgData name="Colon, Jeffrey M." userId="615143b1-cdee-493d-9a9d-1565ce8666d9" providerId="ADAL" clId="{DC1DB158-BAB1-5930-B714-AEF472873853}" dt="2026-09-26T21:53:52.669" v="332" actId="14100"/>
      <pc:docMkLst>
        <pc:docMk/>
      </pc:docMkLst>
      <pc:sldChg chg="addSp delSp modSp mod">
        <pc:chgData name="Colon, Jeffrey M." userId="615143b1-cdee-493d-9a9d-1565ce8666d9" providerId="ADAL" clId="{DC1DB158-BAB1-5930-B714-AEF472873853}" dt="2026-09-21T17:09:03.374" v="153" actId="14100"/>
        <pc:sldMkLst>
          <pc:docMk/>
          <pc:sldMk cId="0" sldId="393"/>
        </pc:sldMkLst>
        <pc:spChg chg="add mod">
          <ac:chgData name="Colon, Jeffrey M." userId="615143b1-cdee-493d-9a9d-1565ce8666d9" providerId="ADAL" clId="{DC1DB158-BAB1-5930-B714-AEF472873853}" dt="2026-09-21T17:08:59.538" v="152" actId="1076"/>
          <ac:spMkLst>
            <pc:docMk/>
            <pc:sldMk cId="0" sldId="393"/>
            <ac:spMk id="11" creationId="{9BEFD872-4F47-93C0-078F-D1B5176AE208}"/>
          </ac:spMkLst>
        </pc:spChg>
        <pc:spChg chg="add mod">
          <ac:chgData name="Colon, Jeffrey M." userId="615143b1-cdee-493d-9a9d-1565ce8666d9" providerId="ADAL" clId="{DC1DB158-BAB1-5930-B714-AEF472873853}" dt="2026-09-21T17:08:59.538" v="152" actId="1076"/>
          <ac:spMkLst>
            <pc:docMk/>
            <pc:sldMk cId="0" sldId="393"/>
            <ac:spMk id="12" creationId="{AB009679-63C5-EE12-A883-0A1786AE96C1}"/>
          </ac:spMkLst>
        </pc:spChg>
        <pc:spChg chg="add mod">
          <ac:chgData name="Colon, Jeffrey M." userId="615143b1-cdee-493d-9a9d-1565ce8666d9" providerId="ADAL" clId="{DC1DB158-BAB1-5930-B714-AEF472873853}" dt="2026-09-21T17:08:59.538" v="152" actId="1076"/>
          <ac:spMkLst>
            <pc:docMk/>
            <pc:sldMk cId="0" sldId="393"/>
            <ac:spMk id="13" creationId="{F752275A-EBDC-8CBE-987F-F023D3AD2F72}"/>
          </ac:spMkLst>
        </pc:spChg>
        <pc:spChg chg="add mod">
          <ac:chgData name="Colon, Jeffrey M." userId="615143b1-cdee-493d-9a9d-1565ce8666d9" providerId="ADAL" clId="{DC1DB158-BAB1-5930-B714-AEF472873853}" dt="2026-09-21T17:08:59.538" v="152" actId="1076"/>
          <ac:spMkLst>
            <pc:docMk/>
            <pc:sldMk cId="0" sldId="393"/>
            <ac:spMk id="14" creationId="{26EA642D-BE10-471F-03C5-289674EE42E2}"/>
          </ac:spMkLst>
        </pc:spChg>
        <pc:spChg chg="add mod">
          <ac:chgData name="Colon, Jeffrey M." userId="615143b1-cdee-493d-9a9d-1565ce8666d9" providerId="ADAL" clId="{DC1DB158-BAB1-5930-B714-AEF472873853}" dt="2026-09-21T17:08:59.538" v="152" actId="1076"/>
          <ac:spMkLst>
            <pc:docMk/>
            <pc:sldMk cId="0" sldId="393"/>
            <ac:spMk id="15" creationId="{810AC398-3091-8941-93CB-79755529C785}"/>
          </ac:spMkLst>
        </pc:spChg>
        <pc:spChg chg="add mod">
          <ac:chgData name="Colon, Jeffrey M." userId="615143b1-cdee-493d-9a9d-1565ce8666d9" providerId="ADAL" clId="{DC1DB158-BAB1-5930-B714-AEF472873853}" dt="2026-09-21T17:08:59.538" v="152" actId="1076"/>
          <ac:spMkLst>
            <pc:docMk/>
            <pc:sldMk cId="0" sldId="393"/>
            <ac:spMk id="16" creationId="{F05DD714-E945-E141-8E75-4C88C22171D7}"/>
          </ac:spMkLst>
        </pc:spChg>
        <pc:spChg chg="mod">
          <ac:chgData name="Colon, Jeffrey M." userId="615143b1-cdee-493d-9a9d-1565ce8666d9" providerId="ADAL" clId="{DC1DB158-BAB1-5930-B714-AEF472873853}" dt="2026-09-21T17:08:52.140" v="150" actId="1076"/>
          <ac:spMkLst>
            <pc:docMk/>
            <pc:sldMk cId="0" sldId="393"/>
            <ac:spMk id="28677" creationId="{00000000-0000-0000-0000-000000000000}"/>
          </ac:spMkLst>
        </pc:spChg>
        <pc:spChg chg="mod">
          <ac:chgData name="Colon, Jeffrey M." userId="615143b1-cdee-493d-9a9d-1565ce8666d9" providerId="ADAL" clId="{DC1DB158-BAB1-5930-B714-AEF472873853}" dt="2026-09-21T17:08:52.140" v="150" actId="1076"/>
          <ac:spMkLst>
            <pc:docMk/>
            <pc:sldMk cId="0" sldId="393"/>
            <ac:spMk id="28678" creationId="{00000000-0000-0000-0000-000000000000}"/>
          </ac:spMkLst>
        </pc:spChg>
        <pc:spChg chg="mod">
          <ac:chgData name="Colon, Jeffrey M." userId="615143b1-cdee-493d-9a9d-1565ce8666d9" providerId="ADAL" clId="{DC1DB158-BAB1-5930-B714-AEF472873853}" dt="2026-09-21T17:08:52.140" v="150" actId="1076"/>
          <ac:spMkLst>
            <pc:docMk/>
            <pc:sldMk cId="0" sldId="393"/>
            <ac:spMk id="28679" creationId="{00000000-0000-0000-0000-000000000000}"/>
          </ac:spMkLst>
        </pc:spChg>
        <pc:spChg chg="mod">
          <ac:chgData name="Colon, Jeffrey M." userId="615143b1-cdee-493d-9a9d-1565ce8666d9" providerId="ADAL" clId="{DC1DB158-BAB1-5930-B714-AEF472873853}" dt="2026-09-21T17:08:52.140" v="150" actId="1076"/>
          <ac:spMkLst>
            <pc:docMk/>
            <pc:sldMk cId="0" sldId="393"/>
            <ac:spMk id="28680" creationId="{00000000-0000-0000-0000-000000000000}"/>
          </ac:spMkLst>
        </pc:spChg>
        <pc:spChg chg="mod">
          <ac:chgData name="Colon, Jeffrey M." userId="615143b1-cdee-493d-9a9d-1565ce8666d9" providerId="ADAL" clId="{DC1DB158-BAB1-5930-B714-AEF472873853}" dt="2026-09-21T17:08:52.140" v="150" actId="1076"/>
          <ac:spMkLst>
            <pc:docMk/>
            <pc:sldMk cId="0" sldId="393"/>
            <ac:spMk id="28681" creationId="{00000000-0000-0000-0000-000000000000}"/>
          </ac:spMkLst>
        </pc:spChg>
        <pc:spChg chg="mod">
          <ac:chgData name="Colon, Jeffrey M." userId="615143b1-cdee-493d-9a9d-1565ce8666d9" providerId="ADAL" clId="{DC1DB158-BAB1-5930-B714-AEF472873853}" dt="2026-09-21T17:08:52.140" v="150" actId="1076"/>
          <ac:spMkLst>
            <pc:docMk/>
            <pc:sldMk cId="0" sldId="393"/>
            <ac:spMk id="28682" creationId="{00000000-0000-0000-0000-000000000000}"/>
          </ac:spMkLst>
        </pc:spChg>
        <pc:picChg chg="add mod">
          <ac:chgData name="Colon, Jeffrey M." userId="615143b1-cdee-493d-9a9d-1565ce8666d9" providerId="ADAL" clId="{DC1DB158-BAB1-5930-B714-AEF472873853}" dt="2026-09-21T17:09:03.374" v="153" actId="14100"/>
          <ac:picMkLst>
            <pc:docMk/>
            <pc:sldMk cId="0" sldId="393"/>
            <ac:picMk id="10" creationId="{1C2AC47C-C5D1-EF99-F893-DA9D72CCB956}"/>
          </ac:picMkLst>
        </pc:picChg>
      </pc:sldChg>
      <pc:sldChg chg="addSp delSp modSp mod">
        <pc:chgData name="Colon, Jeffrey M." userId="615143b1-cdee-493d-9a9d-1565ce8666d9" providerId="ADAL" clId="{DC1DB158-BAB1-5930-B714-AEF472873853}" dt="2026-09-21T17:00:01.327" v="87" actId="478"/>
        <pc:sldMkLst>
          <pc:docMk/>
          <pc:sldMk cId="0" sldId="396"/>
        </pc:sldMkLst>
        <pc:spChg chg="add mod">
          <ac:chgData name="Colon, Jeffrey M." userId="615143b1-cdee-493d-9a9d-1565ce8666d9" providerId="ADAL" clId="{DC1DB158-BAB1-5930-B714-AEF472873853}" dt="2026-09-21T16:59:55.565" v="85" actId="1076"/>
          <ac:spMkLst>
            <pc:docMk/>
            <pc:sldMk cId="0" sldId="396"/>
            <ac:spMk id="7" creationId="{759BB0B3-F97F-2719-83DA-0016320E5156}"/>
          </ac:spMkLst>
        </pc:spChg>
        <pc:picChg chg="add mod">
          <ac:chgData name="Colon, Jeffrey M." userId="615143b1-cdee-493d-9a9d-1565ce8666d9" providerId="ADAL" clId="{DC1DB158-BAB1-5930-B714-AEF472873853}" dt="2026-09-21T16:59:40.271" v="79" actId="14100"/>
          <ac:picMkLst>
            <pc:docMk/>
            <pc:sldMk cId="0" sldId="396"/>
            <ac:picMk id="3" creationId="{E8FF8659-5F8E-2244-D205-E8555A597F14}"/>
          </ac:picMkLst>
        </pc:picChg>
        <pc:cxnChg chg="add mod">
          <ac:chgData name="Colon, Jeffrey M." userId="615143b1-cdee-493d-9a9d-1565ce8666d9" providerId="ADAL" clId="{DC1DB158-BAB1-5930-B714-AEF472873853}" dt="2026-09-21T16:59:49.909" v="83" actId="1076"/>
          <ac:cxnSpMkLst>
            <pc:docMk/>
            <pc:sldMk cId="0" sldId="396"/>
            <ac:cxnSpMk id="6" creationId="{CBEA5AFD-F827-39DB-8BCA-37488B844850}"/>
          </ac:cxnSpMkLst>
        </pc:cxnChg>
      </pc:sldChg>
      <pc:sldChg chg="modSp mod">
        <pc:chgData name="Colon, Jeffrey M." userId="615143b1-cdee-493d-9a9d-1565ce8666d9" providerId="ADAL" clId="{DC1DB158-BAB1-5930-B714-AEF472873853}" dt="2026-09-21T17:12:51.065" v="192" actId="108"/>
        <pc:sldMkLst>
          <pc:docMk/>
          <pc:sldMk cId="0" sldId="402"/>
        </pc:sldMkLst>
        <pc:graphicFrameChg chg="mod modGraphic">
          <ac:chgData name="Colon, Jeffrey M." userId="615143b1-cdee-493d-9a9d-1565ce8666d9" providerId="ADAL" clId="{DC1DB158-BAB1-5930-B714-AEF472873853}" dt="2026-09-21T17:12:51.065" v="192" actId="108"/>
          <ac:graphicFrameMkLst>
            <pc:docMk/>
            <pc:sldMk cId="0" sldId="402"/>
            <ac:graphicFrameMk id="8" creationId="{00000000-0000-0000-0000-000000000000}"/>
          </ac:graphicFrameMkLst>
        </pc:graphicFrameChg>
      </pc:sldChg>
      <pc:sldChg chg="modSp">
        <pc:chgData name="Colon, Jeffrey M." userId="615143b1-cdee-493d-9a9d-1565ce8666d9" providerId="ADAL" clId="{DC1DB158-BAB1-5930-B714-AEF472873853}" dt="2026-09-21T19:39:23.969" v="238" actId="20577"/>
        <pc:sldMkLst>
          <pc:docMk/>
          <pc:sldMk cId="0" sldId="404"/>
        </pc:sldMkLst>
        <pc:spChg chg="mod">
          <ac:chgData name="Colon, Jeffrey M." userId="615143b1-cdee-493d-9a9d-1565ce8666d9" providerId="ADAL" clId="{DC1DB158-BAB1-5930-B714-AEF472873853}" dt="2026-09-21T19:39:23.969" v="238" actId="20577"/>
          <ac:spMkLst>
            <pc:docMk/>
            <pc:sldMk cId="0" sldId="404"/>
            <ac:spMk id="56324" creationId="{00000000-0000-0000-0000-000000000000}"/>
          </ac:spMkLst>
        </pc:spChg>
      </pc:sldChg>
      <pc:sldChg chg="addSp delSp modSp mod">
        <pc:chgData name="Colon, Jeffrey M." userId="615143b1-cdee-493d-9a9d-1565ce8666d9" providerId="ADAL" clId="{DC1DB158-BAB1-5930-B714-AEF472873853}" dt="2026-09-21T19:07:48.010" v="217" actId="20577"/>
        <pc:sldMkLst>
          <pc:docMk/>
          <pc:sldMk cId="795623375" sldId="417"/>
        </pc:sldMkLst>
        <pc:spChg chg="mod">
          <ac:chgData name="Colon, Jeffrey M." userId="615143b1-cdee-493d-9a9d-1565ce8666d9" providerId="ADAL" clId="{DC1DB158-BAB1-5930-B714-AEF472873853}" dt="2026-09-21T19:07:48.010" v="217" actId="20577"/>
          <ac:spMkLst>
            <pc:docMk/>
            <pc:sldMk cId="795623375" sldId="417"/>
            <ac:spMk id="3" creationId="{00000000-0000-0000-0000-000000000000}"/>
          </ac:spMkLst>
        </pc:spChg>
        <pc:spChg chg="mod">
          <ac:chgData name="Colon, Jeffrey M." userId="615143b1-cdee-493d-9a9d-1565ce8666d9" providerId="ADAL" clId="{DC1DB158-BAB1-5930-B714-AEF472873853}" dt="2026-09-21T19:04:52.921" v="215" actId="1076"/>
          <ac:spMkLst>
            <pc:docMk/>
            <pc:sldMk cId="795623375" sldId="417"/>
            <ac:spMk id="7" creationId="{00000000-0000-0000-0000-000000000000}"/>
          </ac:spMkLst>
        </pc:spChg>
        <pc:picChg chg="add mod">
          <ac:chgData name="Colon, Jeffrey M." userId="615143b1-cdee-493d-9a9d-1565ce8666d9" providerId="ADAL" clId="{DC1DB158-BAB1-5930-B714-AEF472873853}" dt="2026-09-21T19:04:49.107" v="214" actId="14100"/>
          <ac:picMkLst>
            <pc:docMk/>
            <pc:sldMk cId="795623375" sldId="417"/>
            <ac:picMk id="8" creationId="{04D44011-4843-96A9-2B8F-CC82AC8574BE}"/>
          </ac:picMkLst>
        </pc:picChg>
      </pc:sldChg>
      <pc:sldChg chg="addSp delSp modSp mod">
        <pc:chgData name="Colon, Jeffrey M." userId="615143b1-cdee-493d-9a9d-1565ce8666d9" providerId="ADAL" clId="{DC1DB158-BAB1-5930-B714-AEF472873853}" dt="2026-09-26T21:53:52.669" v="332" actId="14100"/>
        <pc:sldMkLst>
          <pc:docMk/>
          <pc:sldMk cId="1151378609" sldId="419"/>
        </pc:sldMkLst>
        <pc:spChg chg="mod">
          <ac:chgData name="Colon, Jeffrey M." userId="615143b1-cdee-493d-9a9d-1565ce8666d9" providerId="ADAL" clId="{DC1DB158-BAB1-5930-B714-AEF472873853}" dt="2026-09-21T16:38:40.701" v="1" actId="20577"/>
          <ac:spMkLst>
            <pc:docMk/>
            <pc:sldMk cId="1151378609" sldId="419"/>
            <ac:spMk id="3" creationId="{7037C88F-AE1F-0A48-B9F7-1CACE55E8876}"/>
          </ac:spMkLst>
        </pc:spChg>
        <pc:picChg chg="add mod">
          <ac:chgData name="Colon, Jeffrey M." userId="615143b1-cdee-493d-9a9d-1565ce8666d9" providerId="ADAL" clId="{DC1DB158-BAB1-5930-B714-AEF472873853}" dt="2026-09-26T21:53:52.669" v="332" actId="14100"/>
          <ac:picMkLst>
            <pc:docMk/>
            <pc:sldMk cId="1151378609" sldId="419"/>
            <ac:picMk id="6" creationId="{F089B06E-E42F-2823-96A2-F875A60D81D7}"/>
          </ac:picMkLst>
        </pc:picChg>
        <pc:picChg chg="add del mod">
          <ac:chgData name="Colon, Jeffrey M." userId="615143b1-cdee-493d-9a9d-1565ce8666d9" providerId="ADAL" clId="{DC1DB158-BAB1-5930-B714-AEF472873853}" dt="2026-09-26T21:53:39.360" v="328" actId="478"/>
          <ac:picMkLst>
            <pc:docMk/>
            <pc:sldMk cId="1151378609" sldId="419"/>
            <ac:picMk id="7" creationId="{55FDC1B3-EA2F-1386-A761-D4126CC1B1F8}"/>
          </ac:picMkLst>
        </pc:picChg>
      </pc:sldChg>
      <pc:sldChg chg="addSp delSp modSp mod delAnim modAnim">
        <pc:chgData name="Colon, Jeffrey M." userId="615143b1-cdee-493d-9a9d-1565ce8666d9" providerId="ADAL" clId="{DC1DB158-BAB1-5930-B714-AEF472873853}" dt="2026-09-21T16:42:12.835" v="23" actId="478"/>
        <pc:sldMkLst>
          <pc:docMk/>
          <pc:sldMk cId="3757109823" sldId="424"/>
        </pc:sldMkLst>
        <pc:spChg chg="mod">
          <ac:chgData name="Colon, Jeffrey M." userId="615143b1-cdee-493d-9a9d-1565ce8666d9" providerId="ADAL" clId="{DC1DB158-BAB1-5930-B714-AEF472873853}" dt="2026-09-21T16:40:41.507" v="10" actId="20577"/>
          <ac:spMkLst>
            <pc:docMk/>
            <pc:sldMk cId="3757109823" sldId="424"/>
            <ac:spMk id="3" creationId="{8E6A2BA2-0FC8-154D-BA15-B6B39BA78FDE}"/>
          </ac:spMkLst>
        </pc:spChg>
        <pc:spChg chg="add mod">
          <ac:chgData name="Colon, Jeffrey M." userId="615143b1-cdee-493d-9a9d-1565ce8666d9" providerId="ADAL" clId="{DC1DB158-BAB1-5930-B714-AEF472873853}" dt="2026-09-21T16:42:10.692" v="22" actId="1076"/>
          <ac:spMkLst>
            <pc:docMk/>
            <pc:sldMk cId="3757109823" sldId="424"/>
            <ac:spMk id="9" creationId="{6F1C7E1C-4DF3-1641-BABB-65E0F688BD5A}"/>
          </ac:spMkLst>
        </pc:spChg>
        <pc:picChg chg="add mod">
          <ac:chgData name="Colon, Jeffrey M." userId="615143b1-cdee-493d-9a9d-1565ce8666d9" providerId="ADAL" clId="{DC1DB158-BAB1-5930-B714-AEF472873853}" dt="2026-09-21T16:41:57.474" v="19" actId="14100"/>
          <ac:picMkLst>
            <pc:docMk/>
            <pc:sldMk cId="3757109823" sldId="424"/>
            <ac:picMk id="7" creationId="{0808A203-0F19-B235-0697-2CE129E08CEE}"/>
          </ac:picMkLst>
        </pc:picChg>
      </pc:sldChg>
      <pc:sldChg chg="addSp delSp modSp mod">
        <pc:chgData name="Colon, Jeffrey M." userId="615143b1-cdee-493d-9a9d-1565ce8666d9" providerId="ADAL" clId="{DC1DB158-BAB1-5930-B714-AEF472873853}" dt="2026-09-21T19:02:30.589" v="208" actId="14100"/>
        <pc:sldMkLst>
          <pc:docMk/>
          <pc:sldMk cId="3708379195" sldId="425"/>
        </pc:sldMkLst>
        <pc:spChg chg="mod">
          <ac:chgData name="Colon, Jeffrey M." userId="615143b1-cdee-493d-9a9d-1565ce8666d9" providerId="ADAL" clId="{DC1DB158-BAB1-5930-B714-AEF472873853}" dt="2026-09-21T19:02:04.692" v="202" actId="20577"/>
          <ac:spMkLst>
            <pc:docMk/>
            <pc:sldMk cId="3708379195" sldId="425"/>
            <ac:spMk id="3" creationId="{E1447186-6C6C-F04C-B24F-769A07821DE2}"/>
          </ac:spMkLst>
        </pc:spChg>
        <pc:picChg chg="add mod">
          <ac:chgData name="Colon, Jeffrey M." userId="615143b1-cdee-493d-9a9d-1565ce8666d9" providerId="ADAL" clId="{DC1DB158-BAB1-5930-B714-AEF472873853}" dt="2026-09-21T19:02:30.589" v="208" actId="14100"/>
          <ac:picMkLst>
            <pc:docMk/>
            <pc:sldMk cId="3708379195" sldId="425"/>
            <ac:picMk id="7" creationId="{98E1F7A0-6E95-9861-9F30-5B555A7BFDC1}"/>
          </ac:picMkLst>
        </pc:picChg>
      </pc:sldChg>
      <pc:sldChg chg="addSp delSp modSp mod">
        <pc:chgData name="Colon, Jeffrey M." userId="615143b1-cdee-493d-9a9d-1565ce8666d9" providerId="ADAL" clId="{DC1DB158-BAB1-5930-B714-AEF472873853}" dt="2026-09-21T22:13:42.441" v="280" actId="14100"/>
        <pc:sldMkLst>
          <pc:docMk/>
          <pc:sldMk cId="941549676" sldId="428"/>
        </pc:sldMkLst>
        <pc:picChg chg="add mod">
          <ac:chgData name="Colon, Jeffrey M." userId="615143b1-cdee-493d-9a9d-1565ce8666d9" providerId="ADAL" clId="{DC1DB158-BAB1-5930-B714-AEF472873853}" dt="2026-09-21T22:08:50.876" v="254" actId="1076"/>
          <ac:picMkLst>
            <pc:docMk/>
            <pc:sldMk cId="941549676" sldId="428"/>
            <ac:picMk id="9" creationId="{BF0C9911-581C-72D4-CE7B-D05C62935AC0}"/>
          </ac:picMkLst>
        </pc:picChg>
        <pc:picChg chg="add mod">
          <ac:chgData name="Colon, Jeffrey M." userId="615143b1-cdee-493d-9a9d-1565ce8666d9" providerId="ADAL" clId="{DC1DB158-BAB1-5930-B714-AEF472873853}" dt="2026-09-21T22:10:42.224" v="261" actId="14100"/>
          <ac:picMkLst>
            <pc:docMk/>
            <pc:sldMk cId="941549676" sldId="428"/>
            <ac:picMk id="12" creationId="{55926C3B-85BA-D966-B645-2B45909D2D67}"/>
          </ac:picMkLst>
        </pc:picChg>
        <pc:picChg chg="add mod">
          <ac:chgData name="Colon, Jeffrey M." userId="615143b1-cdee-493d-9a9d-1565ce8666d9" providerId="ADAL" clId="{DC1DB158-BAB1-5930-B714-AEF472873853}" dt="2026-09-21T22:13:02.120" v="272" actId="1076"/>
          <ac:picMkLst>
            <pc:docMk/>
            <pc:sldMk cId="941549676" sldId="428"/>
            <ac:picMk id="15" creationId="{CB180789-1871-4D73-B87A-1CF22D50435C}"/>
          </ac:picMkLst>
        </pc:picChg>
        <pc:picChg chg="add mod">
          <ac:chgData name="Colon, Jeffrey M." userId="615143b1-cdee-493d-9a9d-1565ce8666d9" providerId="ADAL" clId="{DC1DB158-BAB1-5930-B714-AEF472873853}" dt="2026-09-21T22:13:42.441" v="280" actId="14100"/>
          <ac:picMkLst>
            <pc:docMk/>
            <pc:sldMk cId="941549676" sldId="428"/>
            <ac:picMk id="18" creationId="{02729B69-CF04-AD53-FE82-0E74EB35987E}"/>
          </ac:picMkLst>
        </pc:picChg>
      </pc:sldChg>
      <pc:sldChg chg="addSp delSp modSp mod">
        <pc:chgData name="Colon, Jeffrey M." userId="615143b1-cdee-493d-9a9d-1565ce8666d9" providerId="ADAL" clId="{DC1DB158-BAB1-5930-B714-AEF472873853}" dt="2026-09-21T17:13:59.659" v="198" actId="14100"/>
        <pc:sldMkLst>
          <pc:docMk/>
          <pc:sldMk cId="2822611739" sldId="431"/>
        </pc:sldMkLst>
        <pc:spChg chg="mod">
          <ac:chgData name="Colon, Jeffrey M." userId="615143b1-cdee-493d-9a9d-1565ce8666d9" providerId="ADAL" clId="{DC1DB158-BAB1-5930-B714-AEF472873853}" dt="2026-09-21T17:13:38.935" v="195" actId="20577"/>
          <ac:spMkLst>
            <pc:docMk/>
            <pc:sldMk cId="2822611739" sldId="431"/>
            <ac:spMk id="3" creationId="{8E1CB265-F90A-D449-B9AD-E7D134BC1283}"/>
          </ac:spMkLst>
        </pc:spChg>
        <pc:picChg chg="add mod">
          <ac:chgData name="Colon, Jeffrey M." userId="615143b1-cdee-493d-9a9d-1565ce8666d9" providerId="ADAL" clId="{DC1DB158-BAB1-5930-B714-AEF472873853}" dt="2026-09-21T17:13:59.659" v="198" actId="14100"/>
          <ac:picMkLst>
            <pc:docMk/>
            <pc:sldMk cId="2822611739" sldId="431"/>
            <ac:picMk id="7" creationId="{C720E51C-76A7-CFF3-87CF-30A39F38078C}"/>
          </ac:picMkLst>
        </pc:picChg>
      </pc:sldChg>
      <pc:sldChg chg="addSp delSp modSp mod">
        <pc:chgData name="Colon, Jeffrey M." userId="615143b1-cdee-493d-9a9d-1565ce8666d9" providerId="ADAL" clId="{DC1DB158-BAB1-5930-B714-AEF472873853}" dt="2026-09-21T22:51:34.348" v="324" actId="14100"/>
        <pc:sldMkLst>
          <pc:docMk/>
          <pc:sldMk cId="560124322" sldId="432"/>
        </pc:sldMkLst>
        <pc:spChg chg="mod">
          <ac:chgData name="Colon, Jeffrey M." userId="615143b1-cdee-493d-9a9d-1565ce8666d9" providerId="ADAL" clId="{DC1DB158-BAB1-5930-B714-AEF472873853}" dt="2026-09-21T22:51:17.393" v="322" actId="20577"/>
          <ac:spMkLst>
            <pc:docMk/>
            <pc:sldMk cId="560124322" sldId="432"/>
            <ac:spMk id="3" creationId="{00000000-0000-0000-0000-000000000000}"/>
          </ac:spMkLst>
        </pc:spChg>
        <pc:picChg chg="add mod">
          <ac:chgData name="Colon, Jeffrey M." userId="615143b1-cdee-493d-9a9d-1565ce8666d9" providerId="ADAL" clId="{DC1DB158-BAB1-5930-B714-AEF472873853}" dt="2026-09-21T22:51:34.348" v="324" actId="14100"/>
          <ac:picMkLst>
            <pc:docMk/>
            <pc:sldMk cId="560124322" sldId="432"/>
            <ac:picMk id="7" creationId="{5B1D7504-105E-7AB4-7510-ABE23B7DAB83}"/>
          </ac:picMkLst>
        </pc:picChg>
      </pc:sldChg>
      <pc:sldChg chg="addSp delSp modSp mod delAnim modAnim">
        <pc:chgData name="Colon, Jeffrey M." userId="615143b1-cdee-493d-9a9d-1565ce8666d9" providerId="ADAL" clId="{DC1DB158-BAB1-5930-B714-AEF472873853}" dt="2026-09-21T16:43:04.257" v="36" actId="478"/>
        <pc:sldMkLst>
          <pc:docMk/>
          <pc:sldMk cId="2258680459" sldId="433"/>
        </pc:sldMkLst>
        <pc:spChg chg="mod">
          <ac:chgData name="Colon, Jeffrey M." userId="615143b1-cdee-493d-9a9d-1565ce8666d9" providerId="ADAL" clId="{DC1DB158-BAB1-5930-B714-AEF472873853}" dt="2026-09-21T16:42:20.175" v="25" actId="20577"/>
          <ac:spMkLst>
            <pc:docMk/>
            <pc:sldMk cId="2258680459" sldId="433"/>
            <ac:spMk id="3" creationId="{DE03A09B-F0F4-7ACD-1D4E-D51875323126}"/>
          </ac:spMkLst>
        </pc:spChg>
        <pc:spChg chg="add mod">
          <ac:chgData name="Colon, Jeffrey M." userId="615143b1-cdee-493d-9a9d-1565ce8666d9" providerId="ADAL" clId="{DC1DB158-BAB1-5930-B714-AEF472873853}" dt="2026-09-21T16:43:01.473" v="35" actId="1076"/>
          <ac:spMkLst>
            <pc:docMk/>
            <pc:sldMk cId="2258680459" sldId="433"/>
            <ac:spMk id="8" creationId="{485EC496-6E43-113F-D6AC-D9D0C9E01064}"/>
          </ac:spMkLst>
        </pc:spChg>
        <pc:picChg chg="add mod">
          <ac:chgData name="Colon, Jeffrey M." userId="615143b1-cdee-493d-9a9d-1565ce8666d9" providerId="ADAL" clId="{DC1DB158-BAB1-5930-B714-AEF472873853}" dt="2026-09-21T16:42:58.640" v="34" actId="14100"/>
          <ac:picMkLst>
            <pc:docMk/>
            <pc:sldMk cId="2258680459" sldId="433"/>
            <ac:picMk id="7" creationId="{E260EFCC-A594-6220-B72A-8E6303ACB8C6}"/>
          </ac:picMkLst>
        </pc:picChg>
      </pc:sldChg>
      <pc:sldChg chg="addSp delSp modSp mod">
        <pc:chgData name="Colon, Jeffrey M." userId="615143b1-cdee-493d-9a9d-1565ce8666d9" providerId="ADAL" clId="{DC1DB158-BAB1-5930-B714-AEF472873853}" dt="2026-09-21T16:45:59.353" v="44" actId="14100"/>
        <pc:sldMkLst>
          <pc:docMk/>
          <pc:sldMk cId="70483015" sldId="434"/>
        </pc:sldMkLst>
        <pc:spChg chg="mod">
          <ac:chgData name="Colon, Jeffrey M." userId="615143b1-cdee-493d-9a9d-1565ce8666d9" providerId="ADAL" clId="{DC1DB158-BAB1-5930-B714-AEF472873853}" dt="2026-09-21T16:43:21.144" v="38" actId="20577"/>
          <ac:spMkLst>
            <pc:docMk/>
            <pc:sldMk cId="70483015" sldId="434"/>
            <ac:spMk id="3" creationId="{76A42780-9245-EF10-4B52-CD5548338CC5}"/>
          </ac:spMkLst>
        </pc:spChg>
        <pc:picChg chg="add mod">
          <ac:chgData name="Colon, Jeffrey M." userId="615143b1-cdee-493d-9a9d-1565ce8666d9" providerId="ADAL" clId="{DC1DB158-BAB1-5930-B714-AEF472873853}" dt="2026-09-21T16:45:59.353" v="44" actId="14100"/>
          <ac:picMkLst>
            <pc:docMk/>
            <pc:sldMk cId="70483015" sldId="434"/>
            <ac:picMk id="6" creationId="{DC325A07-D947-750E-1DF2-63705437D069}"/>
          </ac:picMkLst>
        </pc:picChg>
      </pc:sldChg>
      <pc:sldChg chg="addSp delSp modSp mod">
        <pc:chgData name="Colon, Jeffrey M." userId="615143b1-cdee-493d-9a9d-1565ce8666d9" providerId="ADAL" clId="{DC1DB158-BAB1-5930-B714-AEF472873853}" dt="2026-09-21T19:37:57.911" v="236" actId="478"/>
        <pc:sldMkLst>
          <pc:docMk/>
          <pc:sldMk cId="3475653246" sldId="435"/>
        </pc:sldMkLst>
        <pc:spChg chg="mod">
          <ac:chgData name="Colon, Jeffrey M." userId="615143b1-cdee-493d-9a9d-1565ce8666d9" providerId="ADAL" clId="{DC1DB158-BAB1-5930-B714-AEF472873853}" dt="2026-09-21T16:49:33.128" v="53" actId="20577"/>
          <ac:spMkLst>
            <pc:docMk/>
            <pc:sldMk cId="3475653246" sldId="435"/>
            <ac:spMk id="3" creationId="{26699CD6-A317-A710-462F-30FD2D9D6BB6}"/>
          </ac:spMkLst>
        </pc:spChg>
        <pc:spChg chg="add mod">
          <ac:chgData name="Colon, Jeffrey M." userId="615143b1-cdee-493d-9a9d-1565ce8666d9" providerId="ADAL" clId="{DC1DB158-BAB1-5930-B714-AEF472873853}" dt="2026-09-21T19:37:46.027" v="231" actId="1076"/>
          <ac:spMkLst>
            <pc:docMk/>
            <pc:sldMk cId="3475653246" sldId="435"/>
            <ac:spMk id="12" creationId="{C99F0DB6-09FB-1B60-2439-CB4C6DC432DF}"/>
          </ac:spMkLst>
        </pc:spChg>
        <pc:picChg chg="add mod">
          <ac:chgData name="Colon, Jeffrey M." userId="615143b1-cdee-493d-9a9d-1565ce8666d9" providerId="ADAL" clId="{DC1DB158-BAB1-5930-B714-AEF472873853}" dt="2026-09-21T19:37:34.925" v="227" actId="14100"/>
          <ac:picMkLst>
            <pc:docMk/>
            <pc:sldMk cId="3475653246" sldId="435"/>
            <ac:picMk id="11" creationId="{C83AF7E6-DEC4-C55E-C25C-B6C187BF6807}"/>
          </ac:picMkLst>
        </pc:picChg>
        <pc:cxnChg chg="add mod">
          <ac:chgData name="Colon, Jeffrey M." userId="615143b1-cdee-493d-9a9d-1565ce8666d9" providerId="ADAL" clId="{DC1DB158-BAB1-5930-B714-AEF472873853}" dt="2026-09-21T19:37:53.451" v="234" actId="14100"/>
          <ac:cxnSpMkLst>
            <pc:docMk/>
            <pc:sldMk cId="3475653246" sldId="435"/>
            <ac:cxnSpMk id="13" creationId="{7ADE67B7-0D23-4A96-D72C-353CF04F79A9}"/>
          </ac:cxnSpMkLst>
        </pc:cxnChg>
      </pc:sldChg>
      <pc:sldChg chg="addSp delSp modSp mod">
        <pc:chgData name="Colon, Jeffrey M." userId="615143b1-cdee-493d-9a9d-1565ce8666d9" providerId="ADAL" clId="{DC1DB158-BAB1-5930-B714-AEF472873853}" dt="2026-09-21T22:24:30.406" v="313" actId="1076"/>
        <pc:sldMkLst>
          <pc:docMk/>
          <pc:sldMk cId="3288932817" sldId="437"/>
        </pc:sldMkLst>
        <pc:spChg chg="mod">
          <ac:chgData name="Colon, Jeffrey M." userId="615143b1-cdee-493d-9a9d-1565ce8666d9" providerId="ADAL" clId="{DC1DB158-BAB1-5930-B714-AEF472873853}" dt="2026-09-21T22:24:30.406" v="313" actId="1076"/>
          <ac:spMkLst>
            <pc:docMk/>
            <pc:sldMk cId="3288932817" sldId="437"/>
            <ac:spMk id="3" creationId="{AD7895AF-1AA9-D503-C5D8-0C0950560B42}"/>
          </ac:spMkLst>
        </pc:spChg>
        <pc:picChg chg="add mod">
          <ac:chgData name="Colon, Jeffrey M." userId="615143b1-cdee-493d-9a9d-1565ce8666d9" providerId="ADAL" clId="{DC1DB158-BAB1-5930-B714-AEF472873853}" dt="2026-09-21T22:23:58.229" v="301" actId="1076"/>
          <ac:picMkLst>
            <pc:docMk/>
            <pc:sldMk cId="3288932817" sldId="437"/>
            <ac:picMk id="7" creationId="{F0262DFE-2528-7500-0124-3BEF4B573D27}"/>
          </ac:picMkLst>
        </pc:picChg>
        <pc:picChg chg="add mod">
          <ac:chgData name="Colon, Jeffrey M." userId="615143b1-cdee-493d-9a9d-1565ce8666d9" providerId="ADAL" clId="{DC1DB158-BAB1-5930-B714-AEF472873853}" dt="2026-09-21T22:24:03.839" v="303" actId="1076"/>
          <ac:picMkLst>
            <pc:docMk/>
            <pc:sldMk cId="3288932817" sldId="437"/>
            <ac:picMk id="9" creationId="{EB8C768C-7FF0-DCBE-3350-F659CD140D30}"/>
          </ac:picMkLst>
        </pc:picChg>
        <pc:cxnChg chg="add mod">
          <ac:chgData name="Colon, Jeffrey M." userId="615143b1-cdee-493d-9a9d-1565ce8666d9" providerId="ADAL" clId="{DC1DB158-BAB1-5930-B714-AEF472873853}" dt="2026-09-21T22:24:26.378" v="311" actId="692"/>
          <ac:cxnSpMkLst>
            <pc:docMk/>
            <pc:sldMk cId="3288932817" sldId="437"/>
            <ac:cxnSpMk id="11" creationId="{38EE629A-CBA1-DA53-8C6A-79310649B1D0}"/>
          </ac:cxnSpMkLst>
        </pc:cxnChg>
      </pc:sldChg>
      <pc:sldChg chg="modSp mod">
        <pc:chgData name="Colon, Jeffrey M." userId="615143b1-cdee-493d-9a9d-1565ce8666d9" providerId="ADAL" clId="{DC1DB158-BAB1-5930-B714-AEF472873853}" dt="2026-09-21T16:55:07.092" v="70" actId="1076"/>
        <pc:sldMkLst>
          <pc:docMk/>
          <pc:sldMk cId="977841128" sldId="440"/>
        </pc:sldMkLst>
        <pc:spChg chg="mod">
          <ac:chgData name="Colon, Jeffrey M." userId="615143b1-cdee-493d-9a9d-1565ce8666d9" providerId="ADAL" clId="{DC1DB158-BAB1-5930-B714-AEF472873853}" dt="2026-09-21T16:55:04.812" v="69" actId="1076"/>
          <ac:spMkLst>
            <pc:docMk/>
            <pc:sldMk cId="977841128" sldId="440"/>
            <ac:spMk id="12" creationId="{8471A193-B346-4634-5A18-342395867393}"/>
          </ac:spMkLst>
        </pc:spChg>
        <pc:cxnChg chg="mod">
          <ac:chgData name="Colon, Jeffrey M." userId="615143b1-cdee-493d-9a9d-1565ce8666d9" providerId="ADAL" clId="{DC1DB158-BAB1-5930-B714-AEF472873853}" dt="2026-09-21T16:55:07.092" v="70" actId="1076"/>
          <ac:cxnSpMkLst>
            <pc:docMk/>
            <pc:sldMk cId="977841128" sldId="440"/>
            <ac:cxnSpMk id="11" creationId="{5B098DCC-F05F-0519-4179-9F2133C94133}"/>
          </ac:cxnSpMkLst>
        </pc:cxnChg>
      </pc:sldChg>
      <pc:sldChg chg="addSp delSp modSp add mod">
        <pc:chgData name="Colon, Jeffrey M." userId="615143b1-cdee-493d-9a9d-1565ce8666d9" providerId="ADAL" clId="{DC1DB158-BAB1-5930-B714-AEF472873853}" dt="2026-09-21T17:02:43.676" v="106" actId="478"/>
        <pc:sldMkLst>
          <pc:docMk/>
          <pc:sldMk cId="1199162044" sldId="445"/>
        </pc:sldMkLst>
        <pc:spChg chg="add mod">
          <ac:chgData name="Colon, Jeffrey M." userId="615143b1-cdee-493d-9a9d-1565ce8666d9" providerId="ADAL" clId="{DC1DB158-BAB1-5930-B714-AEF472873853}" dt="2026-09-21T17:02:17.842" v="104" actId="1076"/>
          <ac:spMkLst>
            <pc:docMk/>
            <pc:sldMk cId="1199162044" sldId="445"/>
            <ac:spMk id="2" creationId="{32963C04-9291-61AA-A7C7-CF87D56E51A0}"/>
          </ac:spMkLst>
        </pc:spChg>
        <pc:spChg chg="add mod">
          <ac:chgData name="Colon, Jeffrey M." userId="615143b1-cdee-493d-9a9d-1565ce8666d9" providerId="ADAL" clId="{DC1DB158-BAB1-5930-B714-AEF472873853}" dt="2026-09-21T17:02:17.842" v="104" actId="1076"/>
          <ac:spMkLst>
            <pc:docMk/>
            <pc:sldMk cId="1199162044" sldId="445"/>
            <ac:spMk id="13" creationId="{523D54B7-9F52-B984-6363-090AD3CF9C49}"/>
          </ac:spMkLst>
        </pc:spChg>
        <pc:spChg chg="add mod">
          <ac:chgData name="Colon, Jeffrey M." userId="615143b1-cdee-493d-9a9d-1565ce8666d9" providerId="ADAL" clId="{DC1DB158-BAB1-5930-B714-AEF472873853}" dt="2026-09-21T17:02:17.842" v="104" actId="1076"/>
          <ac:spMkLst>
            <pc:docMk/>
            <pc:sldMk cId="1199162044" sldId="445"/>
            <ac:spMk id="14" creationId="{0318619B-E4FD-48E1-C9CE-A804DA061616}"/>
          </ac:spMkLst>
        </pc:spChg>
        <pc:spChg chg="add mod">
          <ac:chgData name="Colon, Jeffrey M." userId="615143b1-cdee-493d-9a9d-1565ce8666d9" providerId="ADAL" clId="{DC1DB158-BAB1-5930-B714-AEF472873853}" dt="2026-09-21T17:02:17.842" v="104" actId="1076"/>
          <ac:spMkLst>
            <pc:docMk/>
            <pc:sldMk cId="1199162044" sldId="445"/>
            <ac:spMk id="15" creationId="{A1F7F449-8AFB-C1B1-1295-7C3FFBED1FCE}"/>
          </ac:spMkLst>
        </pc:spChg>
        <pc:spChg chg="add mod">
          <ac:chgData name="Colon, Jeffrey M." userId="615143b1-cdee-493d-9a9d-1565ce8666d9" providerId="ADAL" clId="{DC1DB158-BAB1-5930-B714-AEF472873853}" dt="2026-09-21T17:02:17.842" v="104" actId="1076"/>
          <ac:spMkLst>
            <pc:docMk/>
            <pc:sldMk cId="1199162044" sldId="445"/>
            <ac:spMk id="16" creationId="{C76169A8-7C92-7050-26B1-FB7623AB5B9D}"/>
          </ac:spMkLst>
        </pc:spChg>
        <pc:spChg chg="add mod">
          <ac:chgData name="Colon, Jeffrey M." userId="615143b1-cdee-493d-9a9d-1565ce8666d9" providerId="ADAL" clId="{DC1DB158-BAB1-5930-B714-AEF472873853}" dt="2026-09-21T17:02:17.842" v="104" actId="1076"/>
          <ac:spMkLst>
            <pc:docMk/>
            <pc:sldMk cId="1199162044" sldId="445"/>
            <ac:spMk id="17" creationId="{7912768B-39AF-1F38-B159-A31A8EB0DF1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37840" cy="4615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36" tIns="45818" rIns="91636" bIns="45818" numCol="1" anchor="t" anchorCtr="0" compatLnSpc="1">
            <a:prstTxWarp prst="textNoShape">
              <a:avLst/>
            </a:prstTxWarp>
          </a:bodyPr>
          <a:lstStyle>
            <a:lvl1pPr defTabSz="915988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>
              <a:latin typeface="Calibri"/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938" y="1"/>
            <a:ext cx="3037840" cy="4615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36" tIns="45818" rIns="91636" bIns="45818" numCol="1" anchor="t" anchorCtr="0" compatLnSpc="1">
            <a:prstTxWarp prst="textNoShape">
              <a:avLst/>
            </a:prstTxWarp>
          </a:bodyPr>
          <a:lstStyle>
            <a:lvl1pPr algn="r" defTabSz="915988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>
              <a:latin typeface="Calibri"/>
            </a:endParaRPr>
          </a:p>
        </p:txBody>
      </p:sp>
      <p:sp>
        <p:nvSpPr>
          <p:cNvPr id="993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72914"/>
            <a:ext cx="3037840" cy="461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36" tIns="45818" rIns="91636" bIns="45818" numCol="1" anchor="b" anchorCtr="0" compatLnSpc="1">
            <a:prstTxWarp prst="textNoShape">
              <a:avLst/>
            </a:prstTxWarp>
          </a:bodyPr>
          <a:lstStyle>
            <a:lvl1pPr defTabSz="915988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>
              <a:latin typeface="Calibri"/>
            </a:endParaRPr>
          </a:p>
        </p:txBody>
      </p:sp>
      <p:sp>
        <p:nvSpPr>
          <p:cNvPr id="993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938" y="8772914"/>
            <a:ext cx="3037840" cy="461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36" tIns="45818" rIns="91636" bIns="45818" numCol="1" anchor="b" anchorCtr="0" compatLnSpc="1">
            <a:prstTxWarp prst="textNoShape">
              <a:avLst/>
            </a:prstTxWarp>
          </a:bodyPr>
          <a:lstStyle>
            <a:lvl1pPr algn="r" defTabSz="915988">
              <a:defRPr sz="1200">
                <a:latin typeface="Arial" charset="0"/>
              </a:defRPr>
            </a:lvl1pPr>
          </a:lstStyle>
          <a:p>
            <a:fld id="{A14A863D-17FF-5C45-9D24-F6481EBEC0A3}" type="slidenum">
              <a:rPr lang="en-US">
                <a:latin typeface="Calibri"/>
              </a:rPr>
              <a:pPr/>
              <a:t>‹#›</a:t>
            </a:fld>
            <a:endParaRPr lang="en-US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9480563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37840" cy="4615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36" tIns="45818" rIns="91636" bIns="45818" numCol="1" anchor="t" anchorCtr="0" compatLnSpc="1">
            <a:prstTxWarp prst="textNoShape">
              <a:avLst/>
            </a:prstTxWarp>
          </a:bodyPr>
          <a:lstStyle>
            <a:lvl1pPr defTabSz="915988">
              <a:defRPr sz="1200">
                <a:latin typeface="Calibri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938" y="1"/>
            <a:ext cx="3037840" cy="4615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36" tIns="45818" rIns="91636" bIns="45818" numCol="1" anchor="t" anchorCtr="0" compatLnSpc="1">
            <a:prstTxWarp prst="textNoShape">
              <a:avLst/>
            </a:prstTxWarp>
          </a:bodyPr>
          <a:lstStyle>
            <a:lvl1pPr algn="r" defTabSz="915988">
              <a:defRPr sz="1200">
                <a:latin typeface="Calibri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95388" y="692150"/>
            <a:ext cx="4619625" cy="34655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040" y="4387257"/>
            <a:ext cx="5608320" cy="41556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36" tIns="45818" rIns="91636" bIns="458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72914"/>
            <a:ext cx="3037840" cy="461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36" tIns="45818" rIns="91636" bIns="45818" numCol="1" anchor="b" anchorCtr="0" compatLnSpc="1">
            <a:prstTxWarp prst="textNoShape">
              <a:avLst/>
            </a:prstTxWarp>
          </a:bodyPr>
          <a:lstStyle>
            <a:lvl1pPr defTabSz="915988">
              <a:defRPr sz="1200">
                <a:latin typeface="Calibri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938" y="8772914"/>
            <a:ext cx="3037840" cy="461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36" tIns="45818" rIns="91636" bIns="45818" numCol="1" anchor="b" anchorCtr="0" compatLnSpc="1">
            <a:prstTxWarp prst="textNoShape">
              <a:avLst/>
            </a:prstTxWarp>
          </a:bodyPr>
          <a:lstStyle>
            <a:lvl1pPr algn="r" defTabSz="915988">
              <a:defRPr sz="1200">
                <a:latin typeface="Calibri"/>
              </a:defRPr>
            </a:lvl1pPr>
          </a:lstStyle>
          <a:p>
            <a:fld id="{26036768-068B-B648-B92E-0F7D13C6EC3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9237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117AFE81-FFA0-AB49-9BC2-D912D87BDD75}" type="slidenum">
              <a:rPr lang="en-US" sz="1200">
                <a:latin typeface="Calibri"/>
              </a:rPr>
              <a:pPr eaLnBrk="1" hangingPunct="1"/>
              <a:t>2</a:t>
            </a:fld>
            <a:endParaRPr lang="en-US" sz="1200">
              <a:latin typeface="Calibri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720" y="4387257"/>
            <a:ext cx="5140960" cy="4155674"/>
          </a:xfrm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53269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36768-068B-B648-B92E-0F7D13C6EC32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5096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07063-3D7B-3E88-039C-048227019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31EC8C-A3AF-0A6F-EB2E-F5A830FE4A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FDFBE7-0122-D54C-5E35-B6AA941D57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B38F41-48DE-4F02-436A-ABF027A775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36768-068B-B648-B92E-0F7D13C6EC32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1874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36768-068B-B648-B92E-0F7D13C6EC32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8712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36768-068B-B648-B92E-0F7D13C6EC32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5991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606A3A6D-F52E-1943-9DCC-7DE7CCC49168}" type="slidenum">
              <a:rPr lang="en-US" sz="1200">
                <a:latin typeface="Calibri"/>
              </a:rPr>
              <a:pPr eaLnBrk="1" hangingPunct="1"/>
              <a:t>11</a:t>
            </a:fld>
            <a:endParaRPr lang="en-US" sz="1200">
              <a:latin typeface="Calibri"/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23203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37FE6A4D-290A-FC47-87FD-DB55D6C82FA6}" type="slidenum">
              <a:rPr lang="en-US" sz="1200">
                <a:latin typeface="Calibri"/>
              </a:rPr>
              <a:pPr eaLnBrk="1" hangingPunct="1"/>
              <a:t>13</a:t>
            </a:fld>
            <a:endParaRPr lang="en-US" sz="1200">
              <a:latin typeface="Calibri"/>
            </a:endParaRPr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39035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449B0853-4026-C94A-AE6E-6B4039E5D16A}" type="slidenum">
              <a:rPr lang="en-US" sz="1200">
                <a:latin typeface="Calibri"/>
              </a:rPr>
              <a:pPr eaLnBrk="1" hangingPunct="1"/>
              <a:t>23</a:t>
            </a:fld>
            <a:endParaRPr lang="en-US" sz="1200">
              <a:latin typeface="Calibri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50474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A105EB59-4342-A44B-8263-674DC8B5FBB4}" type="slidenum">
              <a:rPr lang="en-US" sz="1200">
                <a:latin typeface="Calibri"/>
              </a:rPr>
              <a:pPr eaLnBrk="1" hangingPunct="1"/>
              <a:t>24</a:t>
            </a:fld>
            <a:endParaRPr lang="en-US" sz="1200">
              <a:latin typeface="Calibri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71897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6BD82349-D371-F949-9323-4A9DE524DB07}" type="slidenum">
              <a:rPr lang="en-US" sz="1200">
                <a:latin typeface="Calibri"/>
              </a:rPr>
              <a:pPr eaLnBrk="1" hangingPunct="1"/>
              <a:t>25</a:t>
            </a:fld>
            <a:endParaRPr lang="en-US" sz="1200">
              <a:latin typeface="Calibri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55711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5696499A-79E0-C946-AB6D-E6F349D72B02}" type="slidenum">
              <a:rPr lang="en-US" sz="1200">
                <a:latin typeface="Calibri"/>
              </a:rPr>
              <a:pPr eaLnBrk="1" hangingPunct="1"/>
              <a:t>26</a:t>
            </a:fld>
            <a:endParaRPr lang="en-US" sz="1200">
              <a:latin typeface="Calibri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35671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E61BCC4E-2686-8B46-AA7E-D768599E367E}" type="slidenum">
              <a:rPr lang="en-US" sz="1200">
                <a:latin typeface="Calibri"/>
              </a:rPr>
              <a:pPr eaLnBrk="1" hangingPunct="1"/>
              <a:t>27</a:t>
            </a:fld>
            <a:endParaRPr lang="en-US" sz="1200">
              <a:latin typeface="Calibri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93517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36768-068B-B648-B92E-0F7D13C6EC32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523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1"/>
          <p:cNvSpPr txBox="1">
            <a:spLocks noChangeArrowheads="1"/>
          </p:cNvSpPr>
          <p:nvPr userDrawn="1"/>
        </p:nvSpPr>
        <p:spPr bwMode="auto">
          <a:xfrm>
            <a:off x="0" y="914400"/>
            <a:ext cx="9144000" cy="30008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alpha val="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en-US" sz="1350" b="0" i="0" dirty="0">
              <a:latin typeface="Calibri Regular" charset="0"/>
              <a:ea typeface="+mn-ea"/>
              <a:cs typeface="Calibri Regular" charset="0"/>
            </a:endParaRPr>
          </a:p>
        </p:txBody>
      </p:sp>
      <p:sp>
        <p:nvSpPr>
          <p:cNvPr id="3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22D706CB-156B-8643-9A07-D8448DABBCBD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74734"/>
            <a:ext cx="2895600" cy="2889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Historical Returns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65289E-B571-E875-0679-62DFD90D2BD0}"/>
              </a:ext>
            </a:extLst>
          </p:cNvPr>
          <p:cNvSpPr txBox="1"/>
          <p:nvPr userDrawn="1"/>
        </p:nvSpPr>
        <p:spPr>
          <a:xfrm>
            <a:off x="279699" y="665898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4743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84048" y="533400"/>
            <a:ext cx="8458200" cy="5812064"/>
          </a:xfrm>
          <a:prstGeom prst="rect">
            <a:avLst/>
          </a:prstGeom>
        </p:spPr>
        <p:txBody>
          <a:bodyPr/>
          <a:lstStyle>
            <a:lvl1pPr marL="171450" indent="-171450" algn="just" defTabSz="685800" rtl="0" eaLnBrk="1" latinLnBrk="0" hangingPunct="1">
              <a:spcBef>
                <a:spcPct val="20000"/>
              </a:spcBef>
              <a:buClr>
                <a:srgbClr val="B01C2E"/>
              </a:buClr>
              <a:buSzPct val="60000"/>
              <a:buFont typeface="Wingdings 2" pitchFamily="18" charset="2"/>
              <a:buChar char=""/>
              <a:defRPr lang="en-US" sz="1800" kern="12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42900" indent="-171450" algn="just">
              <a:buClr>
                <a:srgbClr val="B01C2E"/>
              </a:buClr>
              <a:buSzPct val="60000"/>
              <a:buFont typeface="Wingdings" charset="2"/>
              <a:buChar char="Ø"/>
              <a:defRPr lang="en-US" sz="165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4350" indent="-171450" algn="just">
              <a:buClr>
                <a:srgbClr val="B01C2E"/>
              </a:buClr>
              <a:buSzPct val="60000"/>
              <a:buFont typeface="Courier New" charset="0"/>
              <a:buChar char="o"/>
              <a:defRPr lang="en-US" sz="165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685800" indent="-171450" algn="just">
              <a:buClr>
                <a:srgbClr val="B01C2E"/>
              </a:buClr>
              <a:buSzPct val="60000"/>
              <a:buFont typeface="Arial" charset="0"/>
              <a:buChar char="•"/>
              <a:defRPr lang="en-US" sz="150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857250" algn="just">
              <a:buClr>
                <a:srgbClr val="B01C2E"/>
              </a:buClr>
              <a:buSzPct val="60000"/>
              <a:buFont typeface="Calibri" pitchFamily="34" charset="0"/>
              <a:buChar char="–"/>
              <a:defRPr lang="en-US" sz="15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384048" y="41934"/>
            <a:ext cx="8458200" cy="365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marL="0" indent="0" algn="l">
              <a:tabLst>
                <a:tab pos="296466" algn="l"/>
              </a:tabLst>
              <a:defRPr sz="165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0"/>
          </p:nvPr>
        </p:nvSpPr>
        <p:spPr>
          <a:xfrm>
            <a:off x="8385048" y="6471106"/>
            <a:ext cx="457200" cy="365125"/>
          </a:xfrm>
        </p:spPr>
        <p:txBody>
          <a:bodyPr/>
          <a:lstStyle>
            <a:lvl1pPr algn="r">
              <a:defRPr/>
            </a:lvl1pPr>
          </a:lstStyle>
          <a:p>
            <a:fld id="{7B3E355C-57B9-BC4B-95D8-406A1F834537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Historical Returns</a:t>
            </a:r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384048" y="407061"/>
            <a:ext cx="8458200" cy="91169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F2807-28A9-7C41-DB1C-75E1324CE0FB}"/>
              </a:ext>
            </a:extLst>
          </p:cNvPr>
          <p:cNvSpPr txBox="1"/>
          <p:nvPr userDrawn="1"/>
        </p:nvSpPr>
        <p:spPr>
          <a:xfrm>
            <a:off x="580913" y="65944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C3439A-EE24-4C33-040B-E6254956D834}"/>
              </a:ext>
            </a:extLst>
          </p:cNvPr>
          <p:cNvSpPr txBox="1"/>
          <p:nvPr userDrawn="1"/>
        </p:nvSpPr>
        <p:spPr>
          <a:xfrm>
            <a:off x="268941" y="656216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8151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10"/>
          <p:cNvSpPr>
            <a:spLocks noGrp="1"/>
          </p:cNvSpPr>
          <p:nvPr>
            <p:ph sz="quarter" idx="16"/>
          </p:nvPr>
        </p:nvSpPr>
        <p:spPr>
          <a:xfrm>
            <a:off x="381000" y="1417320"/>
            <a:ext cx="4114800" cy="4572000"/>
          </a:xfrm>
          <a:prstGeom prst="rect">
            <a:avLst/>
          </a:prstGeom>
        </p:spPr>
        <p:txBody>
          <a:bodyPr/>
          <a:lstStyle>
            <a:lvl1pPr marL="171450" marR="0" indent="-17145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 2" pitchFamily="18" charset="2"/>
              <a:buChar char=""/>
              <a:tabLst/>
              <a:defRPr sz="1200">
                <a:latin typeface="Calibri" charset="0"/>
                <a:ea typeface="Calibri" charset="0"/>
                <a:cs typeface="Calibri" charset="0"/>
              </a:defRPr>
            </a:lvl1pPr>
            <a:lvl2pPr marL="342900" indent="-171450">
              <a:buClr>
                <a:schemeClr val="accent1"/>
              </a:buClr>
              <a:buSzPct val="60000"/>
              <a:buFont typeface="Wingdings" charset="2"/>
              <a:buChar char="Ø"/>
              <a:defRPr lang="en-US" sz="12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4350" indent="-171450">
              <a:buClr>
                <a:schemeClr val="accent1"/>
              </a:buClr>
              <a:buSzPct val="60000"/>
              <a:buFont typeface="Courier New" charset="0"/>
              <a:buChar char="o"/>
              <a:defRPr sz="1200">
                <a:latin typeface="Calibri" charset="0"/>
                <a:ea typeface="Calibri" charset="0"/>
                <a:cs typeface="Calibri" charset="0"/>
              </a:defRPr>
            </a:lvl3pPr>
            <a:lvl4pPr marL="685800" indent="-171450">
              <a:buClr>
                <a:schemeClr val="accent1"/>
              </a:buClr>
              <a:buSzPct val="60000"/>
              <a:buFont typeface="Arial" charset="0"/>
              <a:buChar char="•"/>
              <a:defRPr sz="1200">
                <a:latin typeface="Calibri" charset="0"/>
                <a:ea typeface="Calibri" charset="0"/>
                <a:cs typeface="Calibri" charset="0"/>
              </a:defRPr>
            </a:lvl4pPr>
            <a:lvl5pPr marL="857250">
              <a:buClr>
                <a:schemeClr val="accent1"/>
              </a:buClr>
              <a:buSzPct val="60000"/>
              <a:buFont typeface="Arial" pitchFamily="34" charset="0"/>
              <a:buChar char="–"/>
              <a:defRPr sz="12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10"/>
          <p:cNvSpPr>
            <a:spLocks noGrp="1"/>
          </p:cNvSpPr>
          <p:nvPr>
            <p:ph sz="quarter" idx="17"/>
          </p:nvPr>
        </p:nvSpPr>
        <p:spPr>
          <a:xfrm>
            <a:off x="4648200" y="1417320"/>
            <a:ext cx="4114800" cy="4572000"/>
          </a:xfrm>
          <a:prstGeom prst="rect">
            <a:avLst/>
          </a:prstGeom>
        </p:spPr>
        <p:txBody>
          <a:bodyPr/>
          <a:lstStyle>
            <a:lvl1pPr marL="171450" marR="0" indent="-17145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 2" pitchFamily="18" charset="2"/>
              <a:buChar char=""/>
              <a:tabLst/>
              <a:defRPr sz="1200">
                <a:latin typeface="Calibri" charset="0"/>
                <a:ea typeface="Calibri" charset="0"/>
                <a:cs typeface="Calibri" charset="0"/>
              </a:defRPr>
            </a:lvl1pPr>
            <a:lvl2pPr marL="342900" indent="-171450">
              <a:buClr>
                <a:schemeClr val="accent1"/>
              </a:buClr>
              <a:buSzPct val="60000"/>
              <a:buFont typeface="Wingdings" charset="2"/>
              <a:buChar char="Ø"/>
              <a:defRPr lang="en-US" sz="12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4350" indent="-171450">
              <a:buClr>
                <a:schemeClr val="accent1"/>
              </a:buClr>
              <a:buSzPct val="60000"/>
              <a:buFont typeface="Courier New" charset="0"/>
              <a:buChar char="o"/>
              <a:defRPr sz="1200">
                <a:latin typeface="Calibri" charset="0"/>
                <a:ea typeface="Calibri" charset="0"/>
                <a:cs typeface="Calibri" charset="0"/>
              </a:defRPr>
            </a:lvl3pPr>
            <a:lvl4pPr marL="685800" indent="-171450">
              <a:buClr>
                <a:schemeClr val="accent1"/>
              </a:buClr>
              <a:buSzPct val="60000"/>
              <a:buFont typeface="Arial" charset="0"/>
              <a:buChar char="•"/>
              <a:defRPr sz="1200">
                <a:latin typeface="Calibri" charset="0"/>
                <a:ea typeface="Calibri" charset="0"/>
                <a:cs typeface="Calibri" charset="0"/>
              </a:defRPr>
            </a:lvl4pPr>
            <a:lvl5pPr marL="857250">
              <a:buClr>
                <a:schemeClr val="accent1"/>
              </a:buClr>
              <a:buSzPct val="60000"/>
              <a:buFont typeface="Arial" pitchFamily="34" charset="0"/>
              <a:buChar char="–"/>
              <a:defRPr sz="12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463EAD6B-1B79-144E-A805-1CA6FF1F03FA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6" name="Footer Placeholder 12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2061030" y="537029"/>
            <a:ext cx="18473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3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8D05D2-C2EB-8624-5781-A9F52351E9B8}"/>
              </a:ext>
            </a:extLst>
          </p:cNvPr>
          <p:cNvSpPr txBox="1"/>
          <p:nvPr userDrawn="1"/>
        </p:nvSpPr>
        <p:spPr>
          <a:xfrm>
            <a:off x="559398" y="657292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972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p /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381000" y="1417320"/>
            <a:ext cx="4114800" cy="22860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Calibri Regular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4648200" y="1417320"/>
            <a:ext cx="4114800" cy="22860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Calibri Regular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381000" y="3886200"/>
            <a:ext cx="8382000" cy="22860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Calibri Regular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fld id="{DBDD9035-58B9-F243-8D2E-5AB7C4167337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1269776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Left / On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7"/>
          </p:nvPr>
        </p:nvSpPr>
        <p:spPr>
          <a:xfrm>
            <a:off x="4648200" y="1417320"/>
            <a:ext cx="4114800" cy="48006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Calibri Regular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8"/>
          </p:nvPr>
        </p:nvSpPr>
        <p:spPr>
          <a:xfrm>
            <a:off x="381000" y="1417320"/>
            <a:ext cx="4114800" cy="22860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Calibri Regular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12"/>
          <p:cNvSpPr>
            <a:spLocks noGrp="1"/>
          </p:cNvSpPr>
          <p:nvPr>
            <p:ph sz="quarter" idx="19"/>
          </p:nvPr>
        </p:nvSpPr>
        <p:spPr>
          <a:xfrm>
            <a:off x="381000" y="3931920"/>
            <a:ext cx="4114800" cy="22860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Calibri Regular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fld id="{6C93E8D5-2692-0D44-9EA4-C6015F0C54D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1818630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95527EB-3756-C241-BFD3-DBB1E111190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318816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de by Side w/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384048" y="805002"/>
            <a:ext cx="4040188" cy="380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4724400" y="814835"/>
            <a:ext cx="4040188" cy="380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379412" y="1195227"/>
            <a:ext cx="4041648" cy="4955707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SzPct val="75000"/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SzPct val="75000"/>
              <a:buFont typeface="Wingdings" panose="05000000000000000000" pitchFamily="2" charset="2"/>
              <a:buChar char="Ø"/>
              <a:def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Calibri Regular" charset="0"/>
              </a:defRPr>
            </a:lvl2pPr>
            <a:lvl3pPr marL="514350" indent="-171450">
              <a:buClr>
                <a:schemeClr val="accent1"/>
              </a:buClr>
              <a:buSzPct val="75000"/>
              <a:buFont typeface="Arial" pitchFamily="34" charset="0"/>
              <a:buChar char="•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1"/>
          </p:nvPr>
        </p:nvSpPr>
        <p:spPr>
          <a:xfrm>
            <a:off x="4724400" y="1195227"/>
            <a:ext cx="4041648" cy="4955707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Calibri Regular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856F0A94-AD2E-974D-AF6B-04AF335E854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384048" y="407061"/>
            <a:ext cx="8458200" cy="91169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384048" y="3"/>
            <a:ext cx="8458200" cy="3895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09033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w/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379413" y="1371600"/>
            <a:ext cx="4040188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4724400" y="1371600"/>
            <a:ext cx="4040188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379412" y="1807534"/>
            <a:ext cx="4041648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Calibri Regular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1"/>
          </p:nvPr>
        </p:nvSpPr>
        <p:spPr>
          <a:xfrm>
            <a:off x="4724400" y="1807534"/>
            <a:ext cx="4041648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Calibri Regular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856F0A94-AD2E-974D-AF6B-04AF335E854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1100646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Arrow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>
            <a:off x="4038600" y="3046413"/>
            <a:ext cx="990600" cy="1009650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350" b="0" i="0" dirty="0">
              <a:latin typeface="Calibri Regular" charset="0"/>
              <a:ea typeface="+mn-ea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379412" y="1371600"/>
            <a:ext cx="36576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5029200" y="1371600"/>
            <a:ext cx="36576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0"/>
          </p:nvPr>
        </p:nvSpPr>
        <p:spPr>
          <a:xfrm>
            <a:off x="379412" y="1807534"/>
            <a:ext cx="36576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900" b="0" i="0" kern="1200" dirty="0" smtClean="0">
                <a:solidFill>
                  <a:schemeClr val="tx1"/>
                </a:solidFill>
                <a:latin typeface="+mn-lt"/>
                <a:ea typeface="+mn-ea"/>
                <a:cs typeface="Calibri Regular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0"/>
          <p:cNvSpPr>
            <a:spLocks noGrp="1"/>
          </p:cNvSpPr>
          <p:nvPr>
            <p:ph sz="quarter" idx="21"/>
          </p:nvPr>
        </p:nvSpPr>
        <p:spPr>
          <a:xfrm>
            <a:off x="5029200" y="1828800"/>
            <a:ext cx="36576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900" b="0" i="0" kern="1200" dirty="0" smtClean="0">
                <a:solidFill>
                  <a:schemeClr val="tx1"/>
                </a:solidFill>
                <a:latin typeface="+mn-lt"/>
                <a:ea typeface="+mn-ea"/>
                <a:cs typeface="Calibri Regular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lide Number Placeholder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652385A1-7A9F-1D44-AA51-16856D64E5B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9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1575221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Double 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Arrow 8"/>
          <p:cNvSpPr/>
          <p:nvPr userDrawn="1"/>
        </p:nvSpPr>
        <p:spPr bwMode="auto">
          <a:xfrm>
            <a:off x="4019344" y="2692959"/>
            <a:ext cx="994787" cy="1022294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350" b="0" i="0" dirty="0">
              <a:latin typeface="Calibri Regular" charset="0"/>
              <a:ea typeface="+mn-ea"/>
              <a:cs typeface="Calibri Regular" charset="0"/>
            </a:endParaRPr>
          </a:p>
        </p:txBody>
      </p:sp>
      <p:sp>
        <p:nvSpPr>
          <p:cNvPr id="12" name="Right Arrow 11"/>
          <p:cNvSpPr/>
          <p:nvPr userDrawn="1"/>
        </p:nvSpPr>
        <p:spPr bwMode="auto">
          <a:xfrm rot="10800000">
            <a:off x="4070503" y="3778177"/>
            <a:ext cx="1014887" cy="102228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350" b="0" i="0" dirty="0">
              <a:latin typeface="Calibri Regular" charset="0"/>
              <a:ea typeface="+mn-ea"/>
              <a:cs typeface="Calibri Regular" charset="0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379412" y="1371600"/>
            <a:ext cx="36576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5029200" y="1371600"/>
            <a:ext cx="36576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379412" y="1807534"/>
            <a:ext cx="36576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9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1"/>
          </p:nvPr>
        </p:nvSpPr>
        <p:spPr>
          <a:xfrm>
            <a:off x="5029200" y="1807534"/>
            <a:ext cx="36576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9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lide Number Placeholder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0A6B8188-A85F-5349-B14D-08361E6A724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1336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op Arrow to Two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 rot="5400000">
            <a:off x="4244941" y="3276599"/>
            <a:ext cx="654118" cy="1022294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350" b="0" i="0" dirty="0">
              <a:latin typeface="Calibri Regular" charset="0"/>
              <a:ea typeface="+mn-ea"/>
              <a:cs typeface="Calibri Regular" charset="0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457200" y="4479952"/>
            <a:ext cx="38862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4800600" y="4479952"/>
            <a:ext cx="38862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457200" y="1807534"/>
            <a:ext cx="82296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457200" y="1417320"/>
            <a:ext cx="8229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457200" y="4114800"/>
            <a:ext cx="38862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0"/>
          </p:nvPr>
        </p:nvSpPr>
        <p:spPr>
          <a:xfrm>
            <a:off x="4800600" y="4114800"/>
            <a:ext cx="38862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7C6F7C23-5FF9-2A4B-BF08-C1294322DB5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7315991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p Arrow to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 rot="5400000">
            <a:off x="4244941" y="3276599"/>
            <a:ext cx="654118" cy="1022294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350" b="0" i="0" dirty="0">
              <a:latin typeface="Calibri Regular" charset="0"/>
              <a:ea typeface="+mn-ea"/>
              <a:cs typeface="Calibri Regular" charset="0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457200" y="1783080"/>
            <a:ext cx="38862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4800600" y="1783080"/>
            <a:ext cx="38862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457200" y="4505014"/>
            <a:ext cx="82296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457200" y="4114800"/>
            <a:ext cx="8229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457200" y="1417928"/>
            <a:ext cx="38862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0"/>
          </p:nvPr>
        </p:nvSpPr>
        <p:spPr>
          <a:xfrm>
            <a:off x="4800600" y="1417928"/>
            <a:ext cx="38862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06494A95-A7E5-E34F-8DB1-F10A4839B0B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7283566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Six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4643438" y="4627745"/>
            <a:ext cx="38862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376238" y="4627745"/>
            <a:ext cx="38862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376238" y="3015622"/>
            <a:ext cx="38862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9"/>
          </p:nvPr>
        </p:nvSpPr>
        <p:spPr>
          <a:xfrm>
            <a:off x="4643438" y="3015622"/>
            <a:ext cx="38862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8"/>
          </p:nvPr>
        </p:nvSpPr>
        <p:spPr>
          <a:xfrm>
            <a:off x="4643438" y="1403499"/>
            <a:ext cx="38862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376238" y="1403499"/>
            <a:ext cx="38862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376238" y="1676400"/>
            <a:ext cx="38862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376238" y="3302419"/>
            <a:ext cx="38862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2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376238" y="4914990"/>
            <a:ext cx="38862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4643438" y="1676400"/>
            <a:ext cx="38862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4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4643438" y="3302418"/>
            <a:ext cx="38862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4643438" y="4914990"/>
            <a:ext cx="38862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37"/>
          </p:nvPr>
        </p:nvSpPr>
        <p:spPr/>
        <p:txBody>
          <a:bodyPr/>
          <a:lstStyle>
            <a:lvl1pPr>
              <a:defRPr/>
            </a:lvl1pPr>
          </a:lstStyle>
          <a:p>
            <a:fld id="{A23329EE-AB34-E748-89A3-8E74FFF398F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2"/>
          <p:cNvSpPr>
            <a:spLocks noGrp="1"/>
          </p:cNvSpPr>
          <p:nvPr>
            <p:ph type="ftr" sz="quarter" idx="3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Historical Returns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7729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Five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451174" y="1402080"/>
            <a:ext cx="150876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825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2133600" y="1402080"/>
            <a:ext cx="150876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825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3847770" y="1402080"/>
            <a:ext cx="150876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825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37"/>
          </p:nvPr>
        </p:nvSpPr>
        <p:spPr>
          <a:xfrm>
            <a:off x="5556729" y="1402080"/>
            <a:ext cx="150876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825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38"/>
          </p:nvPr>
        </p:nvSpPr>
        <p:spPr>
          <a:xfrm>
            <a:off x="7310438" y="1402080"/>
            <a:ext cx="150876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825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9"/>
          </p:nvPr>
        </p:nvSpPr>
        <p:spPr>
          <a:xfrm>
            <a:off x="451174" y="1676400"/>
            <a:ext cx="15087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825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825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825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40"/>
          </p:nvPr>
        </p:nvSpPr>
        <p:spPr>
          <a:xfrm>
            <a:off x="2133600" y="1676400"/>
            <a:ext cx="15087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825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825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825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41"/>
          </p:nvPr>
        </p:nvSpPr>
        <p:spPr>
          <a:xfrm>
            <a:off x="3847770" y="1676400"/>
            <a:ext cx="15087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825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825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825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42"/>
          </p:nvPr>
        </p:nvSpPr>
        <p:spPr>
          <a:xfrm>
            <a:off x="5556729" y="1676400"/>
            <a:ext cx="15087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825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825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825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43"/>
          </p:nvPr>
        </p:nvSpPr>
        <p:spPr>
          <a:xfrm>
            <a:off x="7310438" y="1676400"/>
            <a:ext cx="15087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825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825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825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/>
            </a:lvl1pPr>
          </a:lstStyle>
          <a:p>
            <a:fld id="{1EB3DA79-8920-3645-A529-9AD16B41E65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9" name="Footer Placeholder 12"/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17780642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jor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457200" y="1417320"/>
            <a:ext cx="1682496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457200" y="3065544"/>
            <a:ext cx="1682496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457200" y="4713767"/>
            <a:ext cx="1682496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133600" y="1417320"/>
            <a:ext cx="6556248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133600" y="3065543"/>
            <a:ext cx="6556248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133600" y="4713767"/>
            <a:ext cx="6556248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055F7767-1EA1-1B4C-AF44-6A3FCE36527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1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4904604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22276" y="1397000"/>
            <a:ext cx="1738313" cy="1155700"/>
          </a:xfrm>
          <a:prstGeom prst="homePlate">
            <a:avLst>
              <a:gd name="adj" fmla="val 19565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2060576" y="1397000"/>
            <a:ext cx="1736725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5335590" y="1397000"/>
            <a:ext cx="1738312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3698876" y="1397000"/>
            <a:ext cx="1736725" cy="1155700"/>
          </a:xfrm>
          <a:prstGeom prst="chevron">
            <a:avLst>
              <a:gd name="adj" fmla="val 18687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6973891" y="1397000"/>
            <a:ext cx="1736725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7"/>
          <p:cNvSpPr>
            <a:spLocks noGrp="1"/>
          </p:cNvSpPr>
          <p:nvPr>
            <p:ph type="body" sz="quarter" idx="18"/>
          </p:nvPr>
        </p:nvSpPr>
        <p:spPr>
          <a:xfrm>
            <a:off x="422275" y="2954338"/>
            <a:ext cx="2147888" cy="1155700"/>
          </a:xfrm>
          <a:prstGeom prst="homePlate">
            <a:avLst>
              <a:gd name="adj" fmla="val 19557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2468564" y="2954338"/>
            <a:ext cx="2149475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9"/>
          <p:cNvSpPr>
            <a:spLocks noGrp="1"/>
          </p:cNvSpPr>
          <p:nvPr>
            <p:ph type="body" sz="quarter" idx="20"/>
          </p:nvPr>
        </p:nvSpPr>
        <p:spPr>
          <a:xfrm>
            <a:off x="6561140" y="2954338"/>
            <a:ext cx="2149475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4514852" y="2954338"/>
            <a:ext cx="2149475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1"/>
          <p:cNvSpPr>
            <a:spLocks noGrp="1"/>
          </p:cNvSpPr>
          <p:nvPr>
            <p:ph type="body" sz="quarter" idx="22"/>
          </p:nvPr>
        </p:nvSpPr>
        <p:spPr>
          <a:xfrm>
            <a:off x="431801" y="4497388"/>
            <a:ext cx="2816225" cy="1154112"/>
          </a:xfrm>
          <a:prstGeom prst="homePlate">
            <a:avLst>
              <a:gd name="adj" fmla="val 19565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/>
          <p:cNvSpPr>
            <a:spLocks noGrp="1"/>
          </p:cNvSpPr>
          <p:nvPr>
            <p:ph type="body" sz="quarter" idx="23"/>
          </p:nvPr>
        </p:nvSpPr>
        <p:spPr>
          <a:xfrm>
            <a:off x="3170239" y="4497388"/>
            <a:ext cx="2816225" cy="1154112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3"/>
          <p:cNvSpPr>
            <a:spLocks noGrp="1"/>
          </p:cNvSpPr>
          <p:nvPr>
            <p:ph type="body" sz="quarter" idx="25"/>
          </p:nvPr>
        </p:nvSpPr>
        <p:spPr>
          <a:xfrm>
            <a:off x="5908676" y="4497388"/>
            <a:ext cx="2816225" cy="1154112"/>
          </a:xfrm>
          <a:prstGeom prst="chevron">
            <a:avLst>
              <a:gd name="adj" fmla="val 1871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fld id="{48E524AC-D0C7-2340-84EA-A4DF70E8214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2"/>
          <p:cNvSpPr>
            <a:spLocks noGrp="1"/>
          </p:cNvSpPr>
          <p:nvPr>
            <p:ph type="ftr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562930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 Blocks - Major Points -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133600" y="1344304"/>
            <a:ext cx="66294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133600" y="2360778"/>
            <a:ext cx="66294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133600" y="3377252"/>
            <a:ext cx="66294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2133600" y="4393726"/>
            <a:ext cx="66294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2133600" y="5410200"/>
            <a:ext cx="66294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457200" y="1344304"/>
            <a:ext cx="1905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457200" y="2357366"/>
            <a:ext cx="1905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24"/>
          </p:nvPr>
        </p:nvSpPr>
        <p:spPr>
          <a:xfrm>
            <a:off x="457200" y="3370428"/>
            <a:ext cx="1905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26"/>
          </p:nvPr>
        </p:nvSpPr>
        <p:spPr>
          <a:xfrm>
            <a:off x="457200" y="4383490"/>
            <a:ext cx="1905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28"/>
          </p:nvPr>
        </p:nvSpPr>
        <p:spPr>
          <a:xfrm>
            <a:off x="457200" y="5396552"/>
            <a:ext cx="1905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19846C2F-D19C-FA45-A159-B087F18BCDE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9486285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Line 105"/>
          <p:cNvSpPr>
            <a:spLocks noChangeShapeType="1"/>
          </p:cNvSpPr>
          <p:nvPr/>
        </p:nvSpPr>
        <p:spPr bwMode="gray">
          <a:xfrm>
            <a:off x="4419600" y="3632202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sp>
        <p:nvSpPr>
          <p:cNvPr id="16" name="Line 115"/>
          <p:cNvSpPr>
            <a:spLocks noChangeShapeType="1"/>
          </p:cNvSpPr>
          <p:nvPr userDrawn="1"/>
        </p:nvSpPr>
        <p:spPr bwMode="gray">
          <a:xfrm>
            <a:off x="2286000" y="3632202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sp>
        <p:nvSpPr>
          <p:cNvPr id="17" name="Line 118"/>
          <p:cNvSpPr>
            <a:spLocks noChangeShapeType="1"/>
          </p:cNvSpPr>
          <p:nvPr/>
        </p:nvSpPr>
        <p:spPr bwMode="gray">
          <a:xfrm>
            <a:off x="6753225" y="3632202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grpSp>
        <p:nvGrpSpPr>
          <p:cNvPr id="18" name="Group 123"/>
          <p:cNvGrpSpPr>
            <a:grpSpLocks/>
          </p:cNvGrpSpPr>
          <p:nvPr userDrawn="1"/>
        </p:nvGrpSpPr>
        <p:grpSpPr bwMode="auto">
          <a:xfrm>
            <a:off x="458789" y="3478213"/>
            <a:ext cx="7769225" cy="182562"/>
            <a:chOff x="289" y="2191"/>
            <a:chExt cx="4894" cy="115"/>
          </a:xfrm>
        </p:grpSpPr>
        <p:grpSp>
          <p:nvGrpSpPr>
            <p:cNvPr id="19" name="Group 44"/>
            <p:cNvGrpSpPr>
              <a:grpSpLocks/>
            </p:cNvGrpSpPr>
            <p:nvPr/>
          </p:nvGrpSpPr>
          <p:grpSpPr bwMode="auto">
            <a:xfrm>
              <a:off x="289" y="2191"/>
              <a:ext cx="1470" cy="115"/>
              <a:chOff x="696" y="2508"/>
              <a:chExt cx="1470" cy="168"/>
            </a:xfrm>
          </p:grpSpPr>
          <p:sp>
            <p:nvSpPr>
              <p:cNvPr id="53" name="Line 45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4" name="Line 46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5" name="Line 47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6" name="Line 48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7" name="Line 49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8" name="Line 50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9" name="Line 51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0" name="Line 52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1" name="Line 53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2" name="Line 54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3" name="Line 55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4" name="Line 56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5" name="Line 57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20" name="Group 58"/>
            <p:cNvGrpSpPr>
              <a:grpSpLocks/>
            </p:cNvGrpSpPr>
            <p:nvPr/>
          </p:nvGrpSpPr>
          <p:grpSpPr bwMode="auto">
            <a:xfrm>
              <a:off x="1758" y="2191"/>
              <a:ext cx="1470" cy="115"/>
              <a:chOff x="696" y="2508"/>
              <a:chExt cx="1470" cy="168"/>
            </a:xfrm>
          </p:grpSpPr>
          <p:sp>
            <p:nvSpPr>
              <p:cNvPr id="40" name="Line 59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1" name="Line 60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2" name="Line 61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3" name="Line 62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4" name="Line 63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5" name="Line 64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6" name="Line 65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7" name="Line 66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8" name="Line 67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9" name="Line 68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0" name="Line 69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1" name="Line 70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2" name="Line 71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21" name="Group 72"/>
            <p:cNvGrpSpPr>
              <a:grpSpLocks/>
            </p:cNvGrpSpPr>
            <p:nvPr/>
          </p:nvGrpSpPr>
          <p:grpSpPr bwMode="auto">
            <a:xfrm>
              <a:off x="3227" y="2191"/>
              <a:ext cx="1470" cy="115"/>
              <a:chOff x="696" y="2508"/>
              <a:chExt cx="1470" cy="168"/>
            </a:xfrm>
          </p:grpSpPr>
          <p:sp>
            <p:nvSpPr>
              <p:cNvPr id="27" name="Line 73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28" name="Line 74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29" name="Line 75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0" name="Line 76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1" name="Line 77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2" name="Line 78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3" name="Line 79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4" name="Line 80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5" name="Line 81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6" name="Line 82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7" name="Line 83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8" name="Line 84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9" name="Line 85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sp>
          <p:nvSpPr>
            <p:cNvPr id="22" name="Line 90"/>
            <p:cNvSpPr>
              <a:spLocks noChangeShapeType="1"/>
            </p:cNvSpPr>
            <p:nvPr/>
          </p:nvSpPr>
          <p:spPr bwMode="gray">
            <a:xfrm>
              <a:off x="4698" y="2191"/>
              <a:ext cx="0" cy="11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23" name="Line 91"/>
            <p:cNvSpPr>
              <a:spLocks noChangeShapeType="1"/>
            </p:cNvSpPr>
            <p:nvPr/>
          </p:nvSpPr>
          <p:spPr bwMode="gray">
            <a:xfrm>
              <a:off x="4820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24" name="Line 92"/>
            <p:cNvSpPr>
              <a:spLocks noChangeShapeType="1"/>
            </p:cNvSpPr>
            <p:nvPr/>
          </p:nvSpPr>
          <p:spPr bwMode="gray">
            <a:xfrm>
              <a:off x="494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25" name="Line 93"/>
            <p:cNvSpPr>
              <a:spLocks noChangeShapeType="1"/>
            </p:cNvSpPr>
            <p:nvPr/>
          </p:nvSpPr>
          <p:spPr bwMode="gray">
            <a:xfrm>
              <a:off x="5065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26" name="Line 122"/>
            <p:cNvSpPr>
              <a:spLocks noChangeShapeType="1"/>
            </p:cNvSpPr>
            <p:nvPr/>
          </p:nvSpPr>
          <p:spPr bwMode="gray">
            <a:xfrm>
              <a:off x="518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</p:grpSp>
      <p:sp>
        <p:nvSpPr>
          <p:cNvPr id="66" name="Line 125"/>
          <p:cNvSpPr>
            <a:spLocks noChangeShapeType="1"/>
          </p:cNvSpPr>
          <p:nvPr userDrawn="1"/>
        </p:nvSpPr>
        <p:spPr bwMode="gray">
          <a:xfrm>
            <a:off x="3429000" y="3651252"/>
            <a:ext cx="0" cy="175736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sp>
        <p:nvSpPr>
          <p:cNvPr id="67" name="Line 4"/>
          <p:cNvSpPr>
            <a:spLocks noChangeShapeType="1"/>
          </p:cNvSpPr>
          <p:nvPr userDrawn="1"/>
        </p:nvSpPr>
        <p:spPr bwMode="gray">
          <a:xfrm>
            <a:off x="16764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sp>
        <p:nvSpPr>
          <p:cNvPr id="68" name="Line 108"/>
          <p:cNvSpPr>
            <a:spLocks noChangeShapeType="1"/>
          </p:cNvSpPr>
          <p:nvPr userDrawn="1"/>
        </p:nvSpPr>
        <p:spPr bwMode="gray">
          <a:xfrm>
            <a:off x="55626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sp>
        <p:nvSpPr>
          <p:cNvPr id="69" name="Line 111"/>
          <p:cNvSpPr>
            <a:spLocks noChangeShapeType="1"/>
          </p:cNvSpPr>
          <p:nvPr userDrawn="1"/>
        </p:nvSpPr>
        <p:spPr bwMode="gray">
          <a:xfrm>
            <a:off x="76962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sp>
        <p:nvSpPr>
          <p:cNvPr id="70" name="Line 139"/>
          <p:cNvSpPr>
            <a:spLocks noChangeShapeType="1"/>
          </p:cNvSpPr>
          <p:nvPr userDrawn="1"/>
        </p:nvSpPr>
        <p:spPr bwMode="gray">
          <a:xfrm>
            <a:off x="3281363" y="2074863"/>
            <a:ext cx="0" cy="14144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sp>
        <p:nvSpPr>
          <p:cNvPr id="71" name="AutoShape 3"/>
          <p:cNvSpPr>
            <a:spLocks noChangeArrowheads="1"/>
          </p:cNvSpPr>
          <p:nvPr userDrawn="1"/>
        </p:nvSpPr>
        <p:spPr bwMode="gray">
          <a:xfrm>
            <a:off x="452438" y="3413125"/>
            <a:ext cx="8239125" cy="311150"/>
          </a:xfrm>
          <a:prstGeom prst="rightArrow">
            <a:avLst>
              <a:gd name="adj1" fmla="val 52037"/>
              <a:gd name="adj2" fmla="val 96479"/>
            </a:avLst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68580" bIns="68580" anchor="ctr"/>
          <a:lstStyle>
            <a:lvl1pPr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nl-NL" altLang="en-US" sz="750" b="0" i="0" dirty="0">
              <a:solidFill>
                <a:srgbClr val="4D4D4D"/>
              </a:solidFill>
              <a:latin typeface="Calibri Regular" charset="0"/>
              <a:ea typeface="Calibri Regular" charset="0"/>
              <a:cs typeface="Calibri Regular" charset="0"/>
            </a:endParaRPr>
          </a:p>
        </p:txBody>
      </p:sp>
      <p:grpSp>
        <p:nvGrpSpPr>
          <p:cNvPr id="72" name="Group 123"/>
          <p:cNvGrpSpPr>
            <a:grpSpLocks/>
          </p:cNvGrpSpPr>
          <p:nvPr userDrawn="1"/>
        </p:nvGrpSpPr>
        <p:grpSpPr bwMode="auto">
          <a:xfrm>
            <a:off x="611189" y="3460752"/>
            <a:ext cx="7769225" cy="182563"/>
            <a:chOff x="289" y="2191"/>
            <a:chExt cx="4894" cy="115"/>
          </a:xfrm>
        </p:grpSpPr>
        <p:grpSp>
          <p:nvGrpSpPr>
            <p:cNvPr id="73" name="Group 44"/>
            <p:cNvGrpSpPr>
              <a:grpSpLocks/>
            </p:cNvGrpSpPr>
            <p:nvPr/>
          </p:nvGrpSpPr>
          <p:grpSpPr bwMode="auto">
            <a:xfrm>
              <a:off x="289" y="2191"/>
              <a:ext cx="1470" cy="115"/>
              <a:chOff x="696" y="2508"/>
              <a:chExt cx="1470" cy="168"/>
            </a:xfrm>
          </p:grpSpPr>
          <p:sp>
            <p:nvSpPr>
              <p:cNvPr id="107" name="Line 45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8" name="Line 46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9" name="Line 47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0" name="Line 48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1" name="Line 49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2" name="Line 50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3" name="Line 51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4" name="Line 52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5" name="Line 53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6" name="Line 54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7" name="Line 55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8" name="Line 56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9" name="Line 57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74" name="Group 58"/>
            <p:cNvGrpSpPr>
              <a:grpSpLocks/>
            </p:cNvGrpSpPr>
            <p:nvPr/>
          </p:nvGrpSpPr>
          <p:grpSpPr bwMode="auto">
            <a:xfrm>
              <a:off x="1758" y="2191"/>
              <a:ext cx="1470" cy="115"/>
              <a:chOff x="696" y="2508"/>
              <a:chExt cx="1470" cy="168"/>
            </a:xfrm>
          </p:grpSpPr>
          <p:sp>
            <p:nvSpPr>
              <p:cNvPr id="94" name="Line 59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5" name="Line 60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6" name="Line 61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7" name="Line 62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8" name="Line 63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9" name="Line 64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0" name="Line 65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1" name="Line 66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2" name="Line 67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3" name="Line 68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4" name="Line 69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5" name="Line 70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6" name="Line 71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75" name="Group 72"/>
            <p:cNvGrpSpPr>
              <a:grpSpLocks/>
            </p:cNvGrpSpPr>
            <p:nvPr/>
          </p:nvGrpSpPr>
          <p:grpSpPr bwMode="auto">
            <a:xfrm>
              <a:off x="3227" y="2191"/>
              <a:ext cx="1470" cy="115"/>
              <a:chOff x="696" y="2508"/>
              <a:chExt cx="1470" cy="168"/>
            </a:xfrm>
          </p:grpSpPr>
          <p:sp>
            <p:nvSpPr>
              <p:cNvPr id="81" name="Line 73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2" name="Line 74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3" name="Line 75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4" name="Line 76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5" name="Line 77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6" name="Line 78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7" name="Line 79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8" name="Line 80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9" name="Line 81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0" name="Line 82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1" name="Line 83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2" name="Line 84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3" name="Line 85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sp>
          <p:nvSpPr>
            <p:cNvPr id="76" name="Line 90"/>
            <p:cNvSpPr>
              <a:spLocks noChangeShapeType="1"/>
            </p:cNvSpPr>
            <p:nvPr/>
          </p:nvSpPr>
          <p:spPr bwMode="gray">
            <a:xfrm>
              <a:off x="4698" y="2191"/>
              <a:ext cx="0" cy="11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7" name="Line 91"/>
            <p:cNvSpPr>
              <a:spLocks noChangeShapeType="1"/>
            </p:cNvSpPr>
            <p:nvPr/>
          </p:nvSpPr>
          <p:spPr bwMode="gray">
            <a:xfrm>
              <a:off x="4820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8" name="Line 92"/>
            <p:cNvSpPr>
              <a:spLocks noChangeShapeType="1"/>
            </p:cNvSpPr>
            <p:nvPr/>
          </p:nvSpPr>
          <p:spPr bwMode="gray">
            <a:xfrm>
              <a:off x="494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9" name="Line 93"/>
            <p:cNvSpPr>
              <a:spLocks noChangeShapeType="1"/>
            </p:cNvSpPr>
            <p:nvPr/>
          </p:nvSpPr>
          <p:spPr bwMode="gray">
            <a:xfrm>
              <a:off x="5065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80" name="Line 122"/>
            <p:cNvSpPr>
              <a:spLocks noChangeShapeType="1"/>
            </p:cNvSpPr>
            <p:nvPr/>
          </p:nvSpPr>
          <p:spPr bwMode="gray">
            <a:xfrm>
              <a:off x="518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</p:grpSp>
      <p:sp>
        <p:nvSpPr>
          <p:cNvPr id="248" name="Text Placeholder 246"/>
          <p:cNvSpPr>
            <a:spLocks noGrp="1"/>
          </p:cNvSpPr>
          <p:nvPr>
            <p:ph type="body" sz="quarter" idx="11"/>
          </p:nvPr>
        </p:nvSpPr>
        <p:spPr>
          <a:xfrm>
            <a:off x="2535866" y="12954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3" name="Text Placeholder 142"/>
          <p:cNvSpPr>
            <a:spLocks noGrp="1"/>
          </p:cNvSpPr>
          <p:nvPr>
            <p:ph type="body" sz="quarter" idx="19"/>
          </p:nvPr>
        </p:nvSpPr>
        <p:spPr>
          <a:xfrm>
            <a:off x="1066800" y="3733800"/>
            <a:ext cx="4572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67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4" name="Text Placeholder 142"/>
          <p:cNvSpPr>
            <a:spLocks noGrp="1"/>
          </p:cNvSpPr>
          <p:nvPr>
            <p:ph type="body" sz="quarter" idx="20"/>
          </p:nvPr>
        </p:nvSpPr>
        <p:spPr>
          <a:xfrm>
            <a:off x="3581400" y="3733800"/>
            <a:ext cx="4572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67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6" name="Text Placeholder 142"/>
          <p:cNvSpPr>
            <a:spLocks noGrp="1"/>
          </p:cNvSpPr>
          <p:nvPr>
            <p:ph type="body" sz="quarter" idx="21"/>
          </p:nvPr>
        </p:nvSpPr>
        <p:spPr>
          <a:xfrm>
            <a:off x="5303520" y="3733800"/>
            <a:ext cx="4572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67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7" name="Text Placeholder 142"/>
          <p:cNvSpPr>
            <a:spLocks noGrp="1"/>
          </p:cNvSpPr>
          <p:nvPr>
            <p:ph type="body" sz="quarter" idx="22"/>
          </p:nvPr>
        </p:nvSpPr>
        <p:spPr>
          <a:xfrm>
            <a:off x="7223760" y="3733800"/>
            <a:ext cx="4572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67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2" name="Text Placeholder 246"/>
          <p:cNvSpPr>
            <a:spLocks noGrp="1"/>
          </p:cNvSpPr>
          <p:nvPr>
            <p:ph type="body" sz="quarter" idx="23"/>
          </p:nvPr>
        </p:nvSpPr>
        <p:spPr>
          <a:xfrm>
            <a:off x="914400" y="21336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8" name="Text Placeholder 246"/>
          <p:cNvSpPr>
            <a:spLocks noGrp="1"/>
          </p:cNvSpPr>
          <p:nvPr>
            <p:ph type="body" sz="quarter" idx="24"/>
          </p:nvPr>
        </p:nvSpPr>
        <p:spPr>
          <a:xfrm>
            <a:off x="6934200" y="21336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9" name="Text Placeholder 246"/>
          <p:cNvSpPr>
            <a:spLocks noGrp="1"/>
          </p:cNvSpPr>
          <p:nvPr>
            <p:ph type="body" sz="quarter" idx="25"/>
          </p:nvPr>
        </p:nvSpPr>
        <p:spPr>
          <a:xfrm>
            <a:off x="1524000" y="41148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0" name="Text Placeholder 246"/>
          <p:cNvSpPr>
            <a:spLocks noGrp="1"/>
          </p:cNvSpPr>
          <p:nvPr>
            <p:ph type="body" sz="quarter" idx="26"/>
          </p:nvPr>
        </p:nvSpPr>
        <p:spPr>
          <a:xfrm>
            <a:off x="4800600" y="21336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1" name="Text Placeholder 246"/>
          <p:cNvSpPr>
            <a:spLocks noGrp="1"/>
          </p:cNvSpPr>
          <p:nvPr>
            <p:ph type="body" sz="quarter" idx="27"/>
          </p:nvPr>
        </p:nvSpPr>
        <p:spPr>
          <a:xfrm>
            <a:off x="2667000" y="51816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2" name="Text Placeholder 246"/>
          <p:cNvSpPr>
            <a:spLocks noGrp="1"/>
          </p:cNvSpPr>
          <p:nvPr>
            <p:ph type="body" sz="quarter" idx="28"/>
          </p:nvPr>
        </p:nvSpPr>
        <p:spPr>
          <a:xfrm>
            <a:off x="5991225" y="41148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3" name="Text Placeholder 246"/>
          <p:cNvSpPr>
            <a:spLocks noGrp="1"/>
          </p:cNvSpPr>
          <p:nvPr>
            <p:ph type="body" sz="quarter" idx="29"/>
          </p:nvPr>
        </p:nvSpPr>
        <p:spPr>
          <a:xfrm>
            <a:off x="3657600" y="41148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0" name="Slide Number Placeholder 9"/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/>
            </a:lvl1pPr>
          </a:lstStyle>
          <a:p>
            <a:fld id="{132B4441-E44F-854A-A9C3-46F08E0FCFC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1" name="Footer Placeholder 133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17533699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/ 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/>
          <p:cNvSpPr>
            <a:spLocks noGrp="1"/>
          </p:cNvSpPr>
          <p:nvPr>
            <p:ph type="body" sz="quarter" idx="21"/>
          </p:nvPr>
        </p:nvSpPr>
        <p:spPr>
          <a:xfrm>
            <a:off x="914401" y="1295400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7"/>
          <p:cNvSpPr>
            <a:spLocks noGrp="1"/>
          </p:cNvSpPr>
          <p:nvPr>
            <p:ph type="body" sz="quarter" idx="22"/>
          </p:nvPr>
        </p:nvSpPr>
        <p:spPr>
          <a:xfrm>
            <a:off x="914401" y="1800013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7"/>
          <p:cNvSpPr>
            <a:spLocks noGrp="1"/>
          </p:cNvSpPr>
          <p:nvPr>
            <p:ph type="body" sz="quarter" idx="23"/>
          </p:nvPr>
        </p:nvSpPr>
        <p:spPr>
          <a:xfrm>
            <a:off x="914401" y="2304626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7"/>
          <p:cNvSpPr>
            <a:spLocks noGrp="1"/>
          </p:cNvSpPr>
          <p:nvPr>
            <p:ph type="body" sz="quarter" idx="24"/>
          </p:nvPr>
        </p:nvSpPr>
        <p:spPr>
          <a:xfrm>
            <a:off x="914401" y="2809239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7"/>
          <p:cNvSpPr>
            <a:spLocks noGrp="1"/>
          </p:cNvSpPr>
          <p:nvPr>
            <p:ph type="body" sz="quarter" idx="25"/>
          </p:nvPr>
        </p:nvSpPr>
        <p:spPr>
          <a:xfrm>
            <a:off x="914401" y="3313852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7"/>
          <p:cNvSpPr>
            <a:spLocks noGrp="1"/>
          </p:cNvSpPr>
          <p:nvPr>
            <p:ph type="body" sz="quarter" idx="26"/>
          </p:nvPr>
        </p:nvSpPr>
        <p:spPr>
          <a:xfrm>
            <a:off x="914401" y="3818465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7"/>
          <p:cNvSpPr>
            <a:spLocks noGrp="1"/>
          </p:cNvSpPr>
          <p:nvPr>
            <p:ph type="body" sz="quarter" idx="27"/>
          </p:nvPr>
        </p:nvSpPr>
        <p:spPr>
          <a:xfrm>
            <a:off x="914401" y="4323078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7"/>
          <p:cNvSpPr>
            <a:spLocks noGrp="1"/>
          </p:cNvSpPr>
          <p:nvPr>
            <p:ph type="body" sz="quarter" idx="28"/>
          </p:nvPr>
        </p:nvSpPr>
        <p:spPr>
          <a:xfrm>
            <a:off x="914401" y="4827691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457200" y="1295400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457200" y="1800013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457200" y="2304626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457200" y="2809239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457200" y="3313852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34"/>
          </p:nvPr>
        </p:nvSpPr>
        <p:spPr>
          <a:xfrm>
            <a:off x="457200" y="3818465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35"/>
          </p:nvPr>
        </p:nvSpPr>
        <p:spPr>
          <a:xfrm>
            <a:off x="457200" y="4323078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36"/>
          </p:nvPr>
        </p:nvSpPr>
        <p:spPr>
          <a:xfrm>
            <a:off x="457200" y="4827691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Text Placeholder 22"/>
          <p:cNvSpPr>
            <a:spLocks noGrp="1"/>
          </p:cNvSpPr>
          <p:nvPr>
            <p:ph type="body" sz="quarter" idx="37"/>
          </p:nvPr>
        </p:nvSpPr>
        <p:spPr>
          <a:xfrm>
            <a:off x="8229600" y="1295400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2"/>
          <p:cNvSpPr>
            <a:spLocks noGrp="1"/>
          </p:cNvSpPr>
          <p:nvPr>
            <p:ph type="body" sz="quarter" idx="38"/>
          </p:nvPr>
        </p:nvSpPr>
        <p:spPr>
          <a:xfrm>
            <a:off x="8229600" y="1800013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2"/>
          <p:cNvSpPr>
            <a:spLocks noGrp="1"/>
          </p:cNvSpPr>
          <p:nvPr>
            <p:ph type="body" sz="quarter" idx="39"/>
          </p:nvPr>
        </p:nvSpPr>
        <p:spPr>
          <a:xfrm>
            <a:off x="8229600" y="2304626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40"/>
          </p:nvPr>
        </p:nvSpPr>
        <p:spPr>
          <a:xfrm>
            <a:off x="8229600" y="2809239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2"/>
          <p:cNvSpPr>
            <a:spLocks noGrp="1"/>
          </p:cNvSpPr>
          <p:nvPr>
            <p:ph type="body" sz="quarter" idx="41"/>
          </p:nvPr>
        </p:nvSpPr>
        <p:spPr>
          <a:xfrm>
            <a:off x="8229600" y="3313852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2"/>
          <p:cNvSpPr>
            <a:spLocks noGrp="1"/>
          </p:cNvSpPr>
          <p:nvPr>
            <p:ph type="body" sz="quarter" idx="42"/>
          </p:nvPr>
        </p:nvSpPr>
        <p:spPr>
          <a:xfrm>
            <a:off x="8229600" y="3818465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2"/>
          <p:cNvSpPr>
            <a:spLocks noGrp="1"/>
          </p:cNvSpPr>
          <p:nvPr>
            <p:ph type="body" sz="quarter" idx="43"/>
          </p:nvPr>
        </p:nvSpPr>
        <p:spPr>
          <a:xfrm>
            <a:off x="8229600" y="4323078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2"/>
          <p:cNvSpPr>
            <a:spLocks noGrp="1"/>
          </p:cNvSpPr>
          <p:nvPr>
            <p:ph type="body" sz="quarter" idx="44"/>
          </p:nvPr>
        </p:nvSpPr>
        <p:spPr>
          <a:xfrm>
            <a:off x="8229600" y="4827691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7"/>
          <p:cNvSpPr>
            <a:spLocks noGrp="1"/>
          </p:cNvSpPr>
          <p:nvPr>
            <p:ph type="body" sz="quarter" idx="45"/>
          </p:nvPr>
        </p:nvSpPr>
        <p:spPr>
          <a:xfrm>
            <a:off x="911777" y="5332304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22"/>
          <p:cNvSpPr>
            <a:spLocks noGrp="1"/>
          </p:cNvSpPr>
          <p:nvPr>
            <p:ph type="body" sz="quarter" idx="46"/>
          </p:nvPr>
        </p:nvSpPr>
        <p:spPr>
          <a:xfrm>
            <a:off x="454575" y="5332304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2"/>
          <p:cNvSpPr>
            <a:spLocks noGrp="1"/>
          </p:cNvSpPr>
          <p:nvPr>
            <p:ph type="body" sz="quarter" idx="47"/>
          </p:nvPr>
        </p:nvSpPr>
        <p:spPr>
          <a:xfrm>
            <a:off x="8226975" y="5332304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7"/>
          <p:cNvSpPr>
            <a:spLocks noGrp="1"/>
          </p:cNvSpPr>
          <p:nvPr>
            <p:ph type="body" sz="quarter" idx="48"/>
          </p:nvPr>
        </p:nvSpPr>
        <p:spPr>
          <a:xfrm>
            <a:off x="911777" y="5836920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22"/>
          <p:cNvSpPr>
            <a:spLocks noGrp="1"/>
          </p:cNvSpPr>
          <p:nvPr>
            <p:ph type="body" sz="quarter" idx="49"/>
          </p:nvPr>
        </p:nvSpPr>
        <p:spPr>
          <a:xfrm>
            <a:off x="454575" y="5836920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22"/>
          <p:cNvSpPr>
            <a:spLocks noGrp="1"/>
          </p:cNvSpPr>
          <p:nvPr>
            <p:ph type="body" sz="quarter" idx="50"/>
          </p:nvPr>
        </p:nvSpPr>
        <p:spPr>
          <a:xfrm>
            <a:off x="8226975" y="5836920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Slide Number Placeholder 9"/>
          <p:cNvSpPr>
            <a:spLocks noGrp="1"/>
          </p:cNvSpPr>
          <p:nvPr>
            <p:ph type="sldNum" sz="quarter" idx="51"/>
          </p:nvPr>
        </p:nvSpPr>
        <p:spPr/>
        <p:txBody>
          <a:bodyPr/>
          <a:lstStyle>
            <a:lvl1pPr>
              <a:defRPr/>
            </a:lvl1pPr>
          </a:lstStyle>
          <a:p>
            <a:fld id="{4A9EBD57-3091-C548-9F5E-83F63CC3338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3" name="Footer Placeholder 12"/>
          <p:cNvSpPr>
            <a:spLocks noGrp="1"/>
          </p:cNvSpPr>
          <p:nvPr>
            <p:ph type="ftr" sz="quarter" idx="5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14580275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Major and Sub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457200" y="1335024"/>
            <a:ext cx="1371600" cy="2322576"/>
          </a:xfrm>
          <a:prstGeom prst="rect">
            <a:avLst/>
          </a:prstGeom>
          <a:solidFill>
            <a:srgbClr val="B01C2E"/>
          </a:solidFill>
        </p:spPr>
        <p:txBody>
          <a:bodyPr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5"/>
          <p:cNvSpPr>
            <a:spLocks noGrp="1"/>
          </p:cNvSpPr>
          <p:nvPr>
            <p:ph type="body" sz="quarter" idx="22"/>
          </p:nvPr>
        </p:nvSpPr>
        <p:spPr>
          <a:xfrm>
            <a:off x="457200" y="3744363"/>
            <a:ext cx="1371600" cy="2322576"/>
          </a:xfrm>
          <a:prstGeom prst="rect">
            <a:avLst/>
          </a:prstGeom>
          <a:solidFill>
            <a:srgbClr val="B01C2E"/>
          </a:solidFill>
        </p:spPr>
        <p:txBody>
          <a:bodyPr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1905000" y="1348565"/>
            <a:ext cx="914400" cy="7772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1905000" y="3763963"/>
            <a:ext cx="914400" cy="7772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25"/>
          </p:nvPr>
        </p:nvSpPr>
        <p:spPr>
          <a:xfrm>
            <a:off x="1905000" y="2199167"/>
            <a:ext cx="914400" cy="14630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5"/>
          <p:cNvSpPr>
            <a:spLocks noGrp="1"/>
          </p:cNvSpPr>
          <p:nvPr>
            <p:ph type="body" sz="quarter" idx="26"/>
          </p:nvPr>
        </p:nvSpPr>
        <p:spPr>
          <a:xfrm>
            <a:off x="1905000" y="4619625"/>
            <a:ext cx="914400" cy="14630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819400" y="1348565"/>
            <a:ext cx="5870448" cy="777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819400" y="3763963"/>
            <a:ext cx="5870448" cy="777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819400" y="2199167"/>
            <a:ext cx="5870448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2819400" y="4619625"/>
            <a:ext cx="5870448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1622A13A-1CFD-CA4E-A8DD-C641C07281E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3" name="Footer Placeholder 12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15948444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Vertica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4"/>
          <p:cNvSpPr>
            <a:spLocks/>
          </p:cNvSpPr>
          <p:nvPr userDrawn="1"/>
        </p:nvSpPr>
        <p:spPr bwMode="auto">
          <a:xfrm>
            <a:off x="4646613" y="1914525"/>
            <a:ext cx="3657600" cy="4184650"/>
          </a:xfrm>
          <a:custGeom>
            <a:avLst/>
            <a:gdLst>
              <a:gd name="T0" fmla="*/ 2147483647 w 2475"/>
              <a:gd name="T1" fmla="*/ 2147483647 h 2469"/>
              <a:gd name="T2" fmla="*/ 2147483647 w 2475"/>
              <a:gd name="T3" fmla="*/ 0 h 2469"/>
              <a:gd name="T4" fmla="*/ 2147483647 w 2475"/>
              <a:gd name="T5" fmla="*/ 2147483647 h 2469"/>
              <a:gd name="T6" fmla="*/ 0 w 2475"/>
              <a:gd name="T7" fmla="*/ 2147483647 h 2469"/>
              <a:gd name="T8" fmla="*/ 0 w 2475"/>
              <a:gd name="T9" fmla="*/ 0 h 2469"/>
              <a:gd name="T10" fmla="*/ 2147483647 w 2475"/>
              <a:gd name="T11" fmla="*/ 2147483647 h 2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75" h="2469">
                <a:moveTo>
                  <a:pt x="1235" y="147"/>
                </a:moveTo>
                <a:lnTo>
                  <a:pt x="2475" y="0"/>
                </a:lnTo>
                <a:lnTo>
                  <a:pt x="2475" y="2469"/>
                </a:lnTo>
                <a:lnTo>
                  <a:pt x="0" y="2469"/>
                </a:lnTo>
                <a:lnTo>
                  <a:pt x="0" y="0"/>
                </a:lnTo>
                <a:lnTo>
                  <a:pt x="1235" y="147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37160" tIns="274320" rIns="137160" bIns="137160"/>
          <a:lstStyle/>
          <a:p>
            <a:endParaRPr lang="en-US" sz="1350"/>
          </a:p>
        </p:txBody>
      </p:sp>
      <p:sp>
        <p:nvSpPr>
          <p:cNvPr id="8" name="Freeform 4"/>
          <p:cNvSpPr>
            <a:spLocks/>
          </p:cNvSpPr>
          <p:nvPr userDrawn="1"/>
        </p:nvSpPr>
        <p:spPr bwMode="auto">
          <a:xfrm>
            <a:off x="752475" y="1914525"/>
            <a:ext cx="3657600" cy="4184650"/>
          </a:xfrm>
          <a:custGeom>
            <a:avLst/>
            <a:gdLst>
              <a:gd name="T0" fmla="*/ 2147483647 w 2475"/>
              <a:gd name="T1" fmla="*/ 2147483647 h 2469"/>
              <a:gd name="T2" fmla="*/ 2147483647 w 2475"/>
              <a:gd name="T3" fmla="*/ 0 h 2469"/>
              <a:gd name="T4" fmla="*/ 2147483647 w 2475"/>
              <a:gd name="T5" fmla="*/ 2147483647 h 2469"/>
              <a:gd name="T6" fmla="*/ 0 w 2475"/>
              <a:gd name="T7" fmla="*/ 2147483647 h 2469"/>
              <a:gd name="T8" fmla="*/ 0 w 2475"/>
              <a:gd name="T9" fmla="*/ 0 h 2469"/>
              <a:gd name="T10" fmla="*/ 2147483647 w 2475"/>
              <a:gd name="T11" fmla="*/ 2147483647 h 2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75" h="2469">
                <a:moveTo>
                  <a:pt x="1235" y="147"/>
                </a:moveTo>
                <a:lnTo>
                  <a:pt x="2475" y="0"/>
                </a:lnTo>
                <a:lnTo>
                  <a:pt x="2475" y="2469"/>
                </a:lnTo>
                <a:lnTo>
                  <a:pt x="0" y="2469"/>
                </a:lnTo>
                <a:lnTo>
                  <a:pt x="0" y="0"/>
                </a:lnTo>
                <a:lnTo>
                  <a:pt x="1235" y="147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37160" tIns="274320" rIns="137160" bIns="137160"/>
          <a:lstStyle/>
          <a:p>
            <a:endParaRPr lang="en-US" sz="135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2262459" y="-89846"/>
            <a:ext cx="636898" cy="3657600"/>
          </a:xfrm>
          <a:prstGeom prst="homePlate">
            <a:avLst>
              <a:gd name="adj" fmla="val 35000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25"/>
          </p:nvPr>
        </p:nvSpPr>
        <p:spPr>
          <a:xfrm rot="5400000">
            <a:off x="6157271" y="-89846"/>
            <a:ext cx="636898" cy="3657600"/>
          </a:xfrm>
          <a:prstGeom prst="homePlate">
            <a:avLst>
              <a:gd name="adj" fmla="val 35000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752108" y="2282953"/>
            <a:ext cx="365760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4646920" y="2282953"/>
            <a:ext cx="365760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 sz="900"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9"/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/>
            </a:lvl1pPr>
          </a:lstStyle>
          <a:p>
            <a:fld id="{9B3A2EF8-18A0-3548-8284-3CDE95E84B9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10"/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7698112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Vertical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4"/>
          <p:cNvSpPr>
            <a:spLocks/>
          </p:cNvSpPr>
          <p:nvPr userDrawn="1"/>
        </p:nvSpPr>
        <p:spPr bwMode="auto">
          <a:xfrm>
            <a:off x="441326" y="1911352"/>
            <a:ext cx="1920875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05740" bIns="68580"/>
          <a:lstStyle/>
          <a:p>
            <a:endParaRPr lang="en-US" sz="1350"/>
          </a:p>
        </p:txBody>
      </p:sp>
      <p:sp>
        <p:nvSpPr>
          <p:cNvPr id="12" name="Freeform 4"/>
          <p:cNvSpPr>
            <a:spLocks/>
          </p:cNvSpPr>
          <p:nvPr userDrawn="1"/>
        </p:nvSpPr>
        <p:spPr bwMode="auto">
          <a:xfrm>
            <a:off x="2552701" y="1911352"/>
            <a:ext cx="1919288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05740" bIns="68580"/>
          <a:lstStyle/>
          <a:p>
            <a:endParaRPr lang="en-US" sz="1350"/>
          </a:p>
        </p:txBody>
      </p:sp>
      <p:sp>
        <p:nvSpPr>
          <p:cNvPr id="13" name="Freeform 4"/>
          <p:cNvSpPr>
            <a:spLocks/>
          </p:cNvSpPr>
          <p:nvPr userDrawn="1"/>
        </p:nvSpPr>
        <p:spPr bwMode="auto">
          <a:xfrm>
            <a:off x="4648201" y="1911352"/>
            <a:ext cx="1920875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05740" bIns="68580"/>
          <a:lstStyle/>
          <a:p>
            <a:endParaRPr lang="en-US" sz="1350"/>
          </a:p>
        </p:txBody>
      </p:sp>
      <p:sp>
        <p:nvSpPr>
          <p:cNvPr id="14" name="Freeform 4"/>
          <p:cNvSpPr>
            <a:spLocks/>
          </p:cNvSpPr>
          <p:nvPr userDrawn="1"/>
        </p:nvSpPr>
        <p:spPr bwMode="auto">
          <a:xfrm>
            <a:off x="6770689" y="1911352"/>
            <a:ext cx="1920875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05740" bIns="68580"/>
          <a:lstStyle/>
          <a:p>
            <a:endParaRPr lang="en-US" sz="135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1095755" y="794004"/>
            <a:ext cx="612648" cy="192024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27"/>
          </p:nvPr>
        </p:nvSpPr>
        <p:spPr>
          <a:xfrm rot="5400000">
            <a:off x="3206179" y="794004"/>
            <a:ext cx="612648" cy="192024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8"/>
          <p:cNvSpPr>
            <a:spLocks noGrp="1"/>
          </p:cNvSpPr>
          <p:nvPr>
            <p:ph type="body" sz="quarter" idx="28"/>
          </p:nvPr>
        </p:nvSpPr>
        <p:spPr>
          <a:xfrm rot="5400000">
            <a:off x="5301996" y="794004"/>
            <a:ext cx="612648" cy="192024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29"/>
          </p:nvPr>
        </p:nvSpPr>
        <p:spPr>
          <a:xfrm rot="5400000">
            <a:off x="7425119" y="794004"/>
            <a:ext cx="612648" cy="192024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441959" y="2155123"/>
            <a:ext cx="192024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552383" y="2155123"/>
            <a:ext cx="192024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4648200" y="2155123"/>
            <a:ext cx="192024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6771323" y="2155123"/>
            <a:ext cx="192024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6D75ED15-758A-614E-A17B-56CD5E692F6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5790322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338328" y="1450181"/>
            <a:ext cx="2596896" cy="457200"/>
          </a:xfrm>
          <a:prstGeom prst="homePlate">
            <a:avLst>
              <a:gd name="adj" fmla="val 33316"/>
            </a:avLst>
          </a:prstGeom>
          <a:solidFill>
            <a:srgbClr val="B01C2E"/>
          </a:solidFill>
          <a:ln w="6350">
            <a:solidFill>
              <a:srgbClr val="A9A9A9"/>
            </a:solidFill>
          </a:ln>
        </p:spPr>
        <p:txBody>
          <a:bodyPr lIns="137160" tIns="137160" rIns="274320" bIns="137160" anchor="ctr"/>
          <a:lstStyle>
            <a:lvl1pPr marL="0" indent="0" algn="l"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3273554" y="1447806"/>
            <a:ext cx="2651125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29"/>
          </p:nvPr>
        </p:nvSpPr>
        <p:spPr>
          <a:xfrm>
            <a:off x="6208779" y="1447806"/>
            <a:ext cx="2651125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3273552" y="2057400"/>
            <a:ext cx="2523744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6208776" y="2057400"/>
            <a:ext cx="2523744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338328" y="2057403"/>
            <a:ext cx="2523744" cy="230832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>
            <a:spAutoFit/>
          </a:bodyPr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8A4AF9FF-8501-8442-BA34-6C86C862CF8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8080091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rg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8"/>
          <p:cNvSpPr>
            <a:spLocks noGrp="1"/>
          </p:cNvSpPr>
          <p:nvPr>
            <p:ph type="body" sz="quarter" idx="29"/>
          </p:nvPr>
        </p:nvSpPr>
        <p:spPr>
          <a:xfrm>
            <a:off x="7129272" y="1493520"/>
            <a:ext cx="1481328" cy="47548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lIns="45720" anchor="t"/>
          <a:lstStyle>
            <a:lvl1pPr marL="123444" indent="-123444" algn="l">
              <a:lnSpc>
                <a:spcPts val="105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Char char="§"/>
              <a:defRPr sz="900" b="0">
                <a:solidFill>
                  <a:srgbClr val="000000"/>
                </a:solidFill>
              </a:defRPr>
            </a:lvl1pPr>
            <a:lvl2pPr marL="123444" indent="0" algn="l">
              <a:spcBef>
                <a:spcPts val="525"/>
              </a:spcBef>
              <a:buNone/>
              <a:defRPr sz="900" b="0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457200" y="1600200"/>
            <a:ext cx="16002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C0C0"/>
              </a:buClr>
              <a:buSzTx/>
              <a:buFont typeface="Wingdings 2" pitchFamily="18" charset="2"/>
              <a:buChar char="¡"/>
              <a:tabLst/>
              <a:defRPr sz="900" b="1" baseline="0">
                <a:solidFill>
                  <a:srgbClr val="FFFFFF"/>
                </a:solidFill>
              </a:defRPr>
            </a:lvl1pPr>
            <a:lvl2pPr marL="88106" indent="0">
              <a:buFontTx/>
              <a:buNone/>
              <a:defRPr sz="75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3"/>
          </p:nvPr>
        </p:nvSpPr>
        <p:spPr>
          <a:xfrm>
            <a:off x="457200" y="4876800"/>
            <a:ext cx="16002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¡"/>
              <a:tabLst/>
              <a:defRPr lang="en-US" sz="900" b="1" kern="120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88106" indent="0">
              <a:buFontTx/>
              <a:buNone/>
              <a:defRPr sz="75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457200" y="3238500"/>
            <a:ext cx="16002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¡"/>
              <a:tabLst/>
              <a:defRPr lang="en-US" sz="900" b="1" kern="120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88106" indent="0">
              <a:buFontTx/>
              <a:buNone/>
              <a:defRPr sz="75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2191512" y="1600200"/>
            <a:ext cx="4864608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23444" marR="0" indent="-12344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23444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452628" indent="-123444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576072" indent="-123444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 marL="685800" indent="-123444">
              <a:buClr>
                <a:srgbClr val="B01C2E"/>
              </a:buClr>
              <a:buFont typeface="Arial" pitchFamily="34" charset="0"/>
              <a:buChar char="–"/>
              <a:defRPr sz="9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191512" y="3238500"/>
            <a:ext cx="4864608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23444" marR="0" indent="-12344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23444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452628" indent="-123444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576072" indent="-123444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 marL="685800" indent="-123444">
              <a:buClr>
                <a:srgbClr val="B01C2E"/>
              </a:buClr>
              <a:buFont typeface="Arial" pitchFamily="34" charset="0"/>
              <a:buChar char="–"/>
              <a:defRPr sz="9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191512" y="4876800"/>
            <a:ext cx="4864608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23444" marR="0" indent="-12344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23444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452628" indent="-123444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576072" indent="-123444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 marL="685800" indent="-123444">
              <a:buClr>
                <a:srgbClr val="B01C2E"/>
              </a:buClr>
              <a:buFont typeface="Arial" pitchFamily="34" charset="0"/>
              <a:buChar char="–"/>
              <a:defRPr sz="9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/>
            </a:lvl1pPr>
          </a:lstStyle>
          <a:p>
            <a:fld id="{00398512-78EB-D84B-88E3-8EFD360D49E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3891897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Two palettes moving forw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3"/>
          <p:cNvSpPr>
            <a:spLocks noChangeArrowheads="1"/>
          </p:cNvSpPr>
          <p:nvPr userDrawn="1"/>
        </p:nvSpPr>
        <p:spPr bwMode="auto">
          <a:xfrm>
            <a:off x="684213" y="2635250"/>
            <a:ext cx="7777162" cy="1587500"/>
          </a:xfrm>
          <a:prstGeom prst="homePlate">
            <a:avLst>
              <a:gd name="adj" fmla="val 32592"/>
            </a:avLst>
          </a:prstGeom>
          <a:gradFill rotWithShape="1">
            <a:gsLst>
              <a:gs pos="0">
                <a:srgbClr val="9E9E9E"/>
              </a:gs>
              <a:gs pos="50000">
                <a:srgbClr val="C4C4C4"/>
              </a:gs>
              <a:gs pos="100000">
                <a:srgbClr val="E3E3E3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68580" bIns="6858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 sz="1350" b="0" i="0" dirty="0">
              <a:latin typeface="Calibri Regular" charset="0"/>
              <a:ea typeface="Calibri Regular" charset="0"/>
              <a:cs typeface="Calibri Regular" charset="0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051560" y="1417320"/>
            <a:ext cx="3291840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4572000" y="1417320"/>
            <a:ext cx="3291840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0"/>
          </p:nvPr>
        </p:nvSpPr>
        <p:spPr>
          <a:xfrm>
            <a:off x="1051560" y="1874520"/>
            <a:ext cx="329184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10"/>
          <p:cNvSpPr>
            <a:spLocks noGrp="1"/>
          </p:cNvSpPr>
          <p:nvPr>
            <p:ph sz="quarter" idx="24"/>
          </p:nvPr>
        </p:nvSpPr>
        <p:spPr>
          <a:xfrm>
            <a:off x="4572000" y="1874520"/>
            <a:ext cx="329184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fld id="{6CB47071-B393-DC4F-9921-408D035EE57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12155829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li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>
            <a:spLocks/>
          </p:cNvSpPr>
          <p:nvPr userDrawn="1"/>
        </p:nvSpPr>
        <p:spPr bwMode="auto">
          <a:xfrm>
            <a:off x="4384675" y="3341688"/>
            <a:ext cx="376238" cy="1403350"/>
          </a:xfrm>
          <a:custGeom>
            <a:avLst/>
            <a:gdLst>
              <a:gd name="T0" fmla="*/ 2147483647 w 176"/>
              <a:gd name="T1" fmla="*/ 0 h 608"/>
              <a:gd name="T2" fmla="*/ 0 w 176"/>
              <a:gd name="T3" fmla="*/ 2147483647 h 608"/>
              <a:gd name="T4" fmla="*/ 2147483647 w 176"/>
              <a:gd name="T5" fmla="*/ 2147483647 h 608"/>
              <a:gd name="T6" fmla="*/ 0 w 176"/>
              <a:gd name="T7" fmla="*/ 2147483647 h 608"/>
              <a:gd name="T8" fmla="*/ 2147483647 w 176"/>
              <a:gd name="T9" fmla="*/ 2147483647 h 608"/>
              <a:gd name="T10" fmla="*/ 2147483647 w 176"/>
              <a:gd name="T11" fmla="*/ 2147483647 h 608"/>
              <a:gd name="T12" fmla="*/ 0 w 176"/>
              <a:gd name="T13" fmla="*/ 2147483647 h 608"/>
              <a:gd name="T14" fmla="*/ 0 w 176"/>
              <a:gd name="T15" fmla="*/ 2147483647 h 608"/>
              <a:gd name="T16" fmla="*/ 2147483647 w 176"/>
              <a:gd name="T17" fmla="*/ 2147483647 h 608"/>
              <a:gd name="T18" fmla="*/ 2147483647 w 176"/>
              <a:gd name="T19" fmla="*/ 2147483647 h 608"/>
              <a:gd name="T20" fmla="*/ 2147483647 w 176"/>
              <a:gd name="T21" fmla="*/ 2147483647 h 608"/>
              <a:gd name="T22" fmla="*/ 2147483647 w 176"/>
              <a:gd name="T23" fmla="*/ 2147483647 h 608"/>
              <a:gd name="T24" fmla="*/ 2147483647 w 176"/>
              <a:gd name="T25" fmla="*/ 2147483647 h 608"/>
              <a:gd name="T26" fmla="*/ 2147483647 w 176"/>
              <a:gd name="T27" fmla="*/ 2147483647 h 608"/>
              <a:gd name="T28" fmla="*/ 2147483647 w 176"/>
              <a:gd name="T29" fmla="*/ 0 h 608"/>
              <a:gd name="T30" fmla="*/ 2147483647 w 176"/>
              <a:gd name="T31" fmla="*/ 0 h 608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176" h="608">
                <a:moveTo>
                  <a:pt x="72" y="0"/>
                </a:moveTo>
                <a:lnTo>
                  <a:pt x="0" y="232"/>
                </a:lnTo>
                <a:lnTo>
                  <a:pt x="48" y="232"/>
                </a:lnTo>
                <a:lnTo>
                  <a:pt x="0" y="376"/>
                </a:lnTo>
                <a:lnTo>
                  <a:pt x="72" y="376"/>
                </a:lnTo>
                <a:lnTo>
                  <a:pt x="32" y="504"/>
                </a:lnTo>
                <a:lnTo>
                  <a:pt x="0" y="504"/>
                </a:lnTo>
                <a:lnTo>
                  <a:pt x="0" y="608"/>
                </a:lnTo>
                <a:lnTo>
                  <a:pt x="96" y="496"/>
                </a:lnTo>
                <a:lnTo>
                  <a:pt x="48" y="504"/>
                </a:lnTo>
                <a:lnTo>
                  <a:pt x="144" y="336"/>
                </a:lnTo>
                <a:lnTo>
                  <a:pt x="72" y="336"/>
                </a:lnTo>
                <a:lnTo>
                  <a:pt x="144" y="192"/>
                </a:lnTo>
                <a:lnTo>
                  <a:pt x="88" y="192"/>
                </a:lnTo>
                <a:lnTo>
                  <a:pt x="176" y="0"/>
                </a:lnTo>
                <a:lnTo>
                  <a:pt x="72" y="0"/>
                </a:lnTo>
                <a:close/>
              </a:path>
            </a:pathLst>
          </a:custGeom>
          <a:solidFill>
            <a:srgbClr val="B01C2E"/>
          </a:solidFill>
          <a:ln w="6350" cap="flat" cmpd="sng">
            <a:solidFill>
              <a:srgbClr val="B01C2E"/>
            </a:solidFill>
            <a:prstDash val="solid"/>
            <a:round/>
            <a:headEnd/>
            <a:tailEnd/>
          </a:ln>
        </p:spPr>
        <p:txBody>
          <a:bodyPr lIns="54000" tIns="54000" rIns="54000" bIns="54000" anchor="ctr"/>
          <a:lstStyle/>
          <a:p>
            <a:endParaRPr lang="en-US" sz="135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835152" y="1417320"/>
            <a:ext cx="3035808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900" b="1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266627" y="1417320"/>
            <a:ext cx="3054096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835152" y="1874520"/>
            <a:ext cx="3291840" cy="4343400"/>
          </a:xfrm>
          <a:prstGeom prst="homePlate">
            <a:avLst>
              <a:gd name="adj" fmla="val 7684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4"/>
          </p:nvPr>
        </p:nvSpPr>
        <p:spPr>
          <a:xfrm flipH="1">
            <a:off x="5028883" y="1874520"/>
            <a:ext cx="3291840" cy="4343400"/>
          </a:xfrm>
          <a:prstGeom prst="homePlate">
            <a:avLst>
              <a:gd name="adj" fmla="val 7343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228600"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fld id="{6C637242-61C1-4C47-AFEF-079B86936FE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" name="Footer Placeholder 12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493018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10"/>
          <p:cNvSpPr>
            <a:spLocks noGrp="1"/>
          </p:cNvSpPr>
          <p:nvPr>
            <p:ph sz="quarter" idx="35"/>
          </p:nvPr>
        </p:nvSpPr>
        <p:spPr>
          <a:xfrm>
            <a:off x="6181725" y="1577977"/>
            <a:ext cx="2487168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0" rIns="91440"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10"/>
          <p:cNvSpPr>
            <a:spLocks noGrp="1"/>
          </p:cNvSpPr>
          <p:nvPr>
            <p:ph sz="quarter" idx="20"/>
          </p:nvPr>
        </p:nvSpPr>
        <p:spPr>
          <a:xfrm>
            <a:off x="484632" y="1577977"/>
            <a:ext cx="2487168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0"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0"/>
          </p:nvPr>
        </p:nvSpPr>
        <p:spPr>
          <a:xfrm>
            <a:off x="2667000" y="1828800"/>
            <a:ext cx="393192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3"/>
          <p:cNvSpPr>
            <a:spLocks noGrp="1"/>
          </p:cNvSpPr>
          <p:nvPr>
            <p:ph type="body" sz="quarter" idx="21"/>
          </p:nvPr>
        </p:nvSpPr>
        <p:spPr>
          <a:xfrm>
            <a:off x="2667000" y="2423160"/>
            <a:ext cx="393192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3"/>
          <p:cNvSpPr>
            <a:spLocks noGrp="1"/>
          </p:cNvSpPr>
          <p:nvPr>
            <p:ph type="body" sz="quarter" idx="22"/>
          </p:nvPr>
        </p:nvSpPr>
        <p:spPr>
          <a:xfrm>
            <a:off x="2667000" y="3017520"/>
            <a:ext cx="393192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3"/>
          <p:cNvSpPr>
            <a:spLocks noGrp="1"/>
          </p:cNvSpPr>
          <p:nvPr>
            <p:ph type="body" sz="quarter" idx="23"/>
          </p:nvPr>
        </p:nvSpPr>
        <p:spPr>
          <a:xfrm>
            <a:off x="2667000" y="3611880"/>
            <a:ext cx="393192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3"/>
          <p:cNvSpPr>
            <a:spLocks noGrp="1"/>
          </p:cNvSpPr>
          <p:nvPr>
            <p:ph type="body" sz="quarter" idx="24"/>
          </p:nvPr>
        </p:nvSpPr>
        <p:spPr>
          <a:xfrm>
            <a:off x="2667000" y="4206240"/>
            <a:ext cx="393192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3"/>
          <p:cNvSpPr>
            <a:spLocks noGrp="1"/>
          </p:cNvSpPr>
          <p:nvPr>
            <p:ph type="body" sz="quarter" idx="25"/>
          </p:nvPr>
        </p:nvSpPr>
        <p:spPr>
          <a:xfrm>
            <a:off x="2667000" y="4800600"/>
            <a:ext cx="393192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2514600" y="1981200"/>
            <a:ext cx="237744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2514600" y="2570074"/>
            <a:ext cx="237744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2514600" y="3158948"/>
            <a:ext cx="237744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2514600" y="3747822"/>
            <a:ext cx="237744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2514600" y="4336696"/>
            <a:ext cx="237744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34"/>
          </p:nvPr>
        </p:nvSpPr>
        <p:spPr>
          <a:xfrm>
            <a:off x="2514600" y="4925568"/>
            <a:ext cx="237744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6F716D94-026E-1240-A247-91A0127FD88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25359659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Horizontal chevr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396240" y="1600200"/>
            <a:ext cx="18288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2621280" y="1600200"/>
            <a:ext cx="61264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396240" y="2748280"/>
            <a:ext cx="18288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31"/>
          </p:nvPr>
        </p:nvSpPr>
        <p:spPr>
          <a:xfrm>
            <a:off x="2621280" y="2748280"/>
            <a:ext cx="61264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396240" y="3896360"/>
            <a:ext cx="18288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3"/>
          </p:nvPr>
        </p:nvSpPr>
        <p:spPr>
          <a:xfrm>
            <a:off x="2621280" y="3896360"/>
            <a:ext cx="61264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402266" y="5044440"/>
            <a:ext cx="18288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35"/>
          </p:nvPr>
        </p:nvSpPr>
        <p:spPr>
          <a:xfrm>
            <a:off x="2627306" y="5044440"/>
            <a:ext cx="61264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DDD5FA0E-3EAB-CB47-B428-C2E5915BFD6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9663975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Vertical chevr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3"/>
          <p:cNvSpPr>
            <a:spLocks noGrp="1"/>
          </p:cNvSpPr>
          <p:nvPr>
            <p:ph type="body" sz="quarter" idx="17"/>
          </p:nvPr>
        </p:nvSpPr>
        <p:spPr>
          <a:xfrm rot="5400000">
            <a:off x="731520" y="1097281"/>
            <a:ext cx="1271016" cy="1819656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2362200" y="1371600"/>
            <a:ext cx="62179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2362200" y="2474977"/>
            <a:ext cx="62179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31"/>
          </p:nvPr>
        </p:nvSpPr>
        <p:spPr>
          <a:xfrm>
            <a:off x="2362200" y="3578353"/>
            <a:ext cx="62179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2362200" y="4681728"/>
            <a:ext cx="62179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13"/>
          <p:cNvSpPr>
            <a:spLocks noGrp="1"/>
          </p:cNvSpPr>
          <p:nvPr>
            <p:ph type="body" sz="quarter" idx="33"/>
          </p:nvPr>
        </p:nvSpPr>
        <p:spPr>
          <a:xfrm rot="5400000">
            <a:off x="731520" y="2200657"/>
            <a:ext cx="1271016" cy="1819656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3"/>
          <p:cNvSpPr>
            <a:spLocks noGrp="1"/>
          </p:cNvSpPr>
          <p:nvPr>
            <p:ph type="body" sz="quarter" idx="34"/>
          </p:nvPr>
        </p:nvSpPr>
        <p:spPr>
          <a:xfrm rot="5400000">
            <a:off x="731520" y="3304033"/>
            <a:ext cx="1271016" cy="1819656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3"/>
          <p:cNvSpPr>
            <a:spLocks noGrp="1"/>
          </p:cNvSpPr>
          <p:nvPr>
            <p:ph type="body" sz="quarter" idx="35"/>
          </p:nvPr>
        </p:nvSpPr>
        <p:spPr>
          <a:xfrm rot="5400000">
            <a:off x="731520" y="4407408"/>
            <a:ext cx="1271016" cy="1819656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4835DA82-056E-9542-8819-BE1B86DFF07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14374993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tr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8"/>
          <p:cNvSpPr>
            <a:spLocks noChangeArrowheads="1"/>
          </p:cNvSpPr>
          <p:nvPr userDrawn="1"/>
        </p:nvSpPr>
        <p:spPr bwMode="auto">
          <a:xfrm rot="5400000">
            <a:off x="5297488" y="3346450"/>
            <a:ext cx="4406900" cy="1371600"/>
          </a:xfrm>
          <a:prstGeom prst="homePlate">
            <a:avLst>
              <a:gd name="adj" fmla="val 19772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 b="0" i="0" dirty="0">
              <a:latin typeface="Calibri Regular" charset="0"/>
              <a:ea typeface="+mn-ea"/>
            </a:endParaRPr>
          </a:p>
        </p:txBody>
      </p:sp>
      <p:sp>
        <p:nvSpPr>
          <p:cNvPr id="12" name="AutoShape 4"/>
          <p:cNvSpPr>
            <a:spLocks noChangeArrowheads="1"/>
          </p:cNvSpPr>
          <p:nvPr userDrawn="1"/>
        </p:nvSpPr>
        <p:spPr bwMode="auto">
          <a:xfrm rot="5400000">
            <a:off x="-760413" y="3351213"/>
            <a:ext cx="4416425" cy="13716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 b="0" i="0" dirty="0">
              <a:latin typeface="Calibri Regular" charset="0"/>
              <a:ea typeface="+mn-ea"/>
            </a:endParaRPr>
          </a:p>
        </p:txBody>
      </p:sp>
      <p:sp>
        <p:nvSpPr>
          <p:cNvPr id="13" name="AutoShape 5"/>
          <p:cNvSpPr>
            <a:spLocks noChangeArrowheads="1"/>
          </p:cNvSpPr>
          <p:nvPr userDrawn="1"/>
        </p:nvSpPr>
        <p:spPr bwMode="auto">
          <a:xfrm rot="5400000">
            <a:off x="754063" y="3351213"/>
            <a:ext cx="4416425" cy="13716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 b="0" i="0" dirty="0">
              <a:latin typeface="Calibri Regular" charset="0"/>
              <a:ea typeface="+mn-ea"/>
            </a:endParaRPr>
          </a:p>
        </p:txBody>
      </p:sp>
      <p:sp>
        <p:nvSpPr>
          <p:cNvPr id="14" name="AutoShape 6"/>
          <p:cNvSpPr>
            <a:spLocks noChangeArrowheads="1"/>
          </p:cNvSpPr>
          <p:nvPr userDrawn="1"/>
        </p:nvSpPr>
        <p:spPr bwMode="auto">
          <a:xfrm rot="5400000">
            <a:off x="2266951" y="3351213"/>
            <a:ext cx="4416425" cy="1371600"/>
          </a:xfrm>
          <a:prstGeom prst="homePlate">
            <a:avLst>
              <a:gd name="adj" fmla="val 19772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 b="0" i="0" dirty="0">
              <a:latin typeface="Calibri Regular" charset="0"/>
              <a:ea typeface="+mn-ea"/>
            </a:endParaRPr>
          </a:p>
        </p:txBody>
      </p:sp>
      <p:sp>
        <p:nvSpPr>
          <p:cNvPr id="15" name="AutoShape 7"/>
          <p:cNvSpPr>
            <a:spLocks noChangeArrowheads="1"/>
          </p:cNvSpPr>
          <p:nvPr userDrawn="1"/>
        </p:nvSpPr>
        <p:spPr bwMode="auto">
          <a:xfrm rot="5400000">
            <a:off x="3781426" y="3351213"/>
            <a:ext cx="4416425" cy="13716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 b="0" i="0" dirty="0">
              <a:latin typeface="Calibri Regular" charset="0"/>
              <a:ea typeface="+mn-ea"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/>
          </p:nvPr>
        </p:nvSpPr>
        <p:spPr>
          <a:xfrm>
            <a:off x="762000" y="1417320"/>
            <a:ext cx="13716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11"/>
          </p:nvPr>
        </p:nvSpPr>
        <p:spPr>
          <a:xfrm>
            <a:off x="2276475" y="1417320"/>
            <a:ext cx="13716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3789363" y="1417320"/>
            <a:ext cx="13716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5303838" y="1417320"/>
            <a:ext cx="13716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6815138" y="1417320"/>
            <a:ext cx="13716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609600" y="2133601"/>
            <a:ext cx="7891272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609600" y="3390901"/>
            <a:ext cx="7891272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  <a:lvl4pPr>
              <a:defRPr lang="en-US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609600" y="4648200"/>
            <a:ext cx="7891272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  <a:lvl4pPr>
              <a:defRPr lang="en-US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fld id="{4755A724-3117-D848-90FF-6F79FEC2065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114824369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Chevrons resulting Fr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3273552" y="1444752"/>
            <a:ext cx="2596896" cy="3968496"/>
          </a:xfrm>
          <a:prstGeom prst="rect">
            <a:avLst/>
          </a:prstGeom>
        </p:spPr>
        <p:txBody>
          <a:bodyPr wrap="square" lIns="640080" rIns="640080" anchor="ctr" anchorCtr="1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9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5370576" y="152400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31"/>
          </p:nvPr>
        </p:nvSpPr>
        <p:spPr>
          <a:xfrm flipH="1">
            <a:off x="609600" y="152400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5370576" y="255016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3"/>
          </p:nvPr>
        </p:nvSpPr>
        <p:spPr>
          <a:xfrm flipH="1">
            <a:off x="609600" y="255016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5370576" y="357632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35"/>
          </p:nvPr>
        </p:nvSpPr>
        <p:spPr>
          <a:xfrm flipH="1">
            <a:off x="609600" y="357632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6"/>
          </p:nvPr>
        </p:nvSpPr>
        <p:spPr>
          <a:xfrm>
            <a:off x="5370576" y="460248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4" name="Text Placeholder 19"/>
          <p:cNvSpPr>
            <a:spLocks noGrp="1"/>
          </p:cNvSpPr>
          <p:nvPr>
            <p:ph type="body" sz="quarter" idx="37"/>
          </p:nvPr>
        </p:nvSpPr>
        <p:spPr>
          <a:xfrm flipH="1">
            <a:off x="609600" y="460248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lide Number Placeholder 9"/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>
              <a:defRPr/>
            </a:lvl1pPr>
          </a:lstStyle>
          <a:p>
            <a:fld id="{BA6B416F-5AE6-D74C-AE38-5D34E63DFA9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5" name="Footer Placeholder 12"/>
          <p:cNvSpPr>
            <a:spLocks noGrp="1"/>
          </p:cNvSpPr>
          <p:nvPr>
            <p:ph type="ftr" sz="quarter" idx="3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4547121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Chevrons leading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6248400" y="1420504"/>
            <a:ext cx="2587752" cy="480060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175022" indent="-175022" algn="l"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900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900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 marL="836676">
              <a:buClr>
                <a:srgbClr val="B01C1A"/>
              </a:buClr>
              <a:buFont typeface="Arial" pitchFamily="34" charset="0"/>
              <a:buChar char="–"/>
              <a:defRPr sz="9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502920" y="1554480"/>
            <a:ext cx="553212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502920" y="2748280"/>
            <a:ext cx="553212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502920" y="3942080"/>
            <a:ext cx="553212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23"/>
          </p:nvPr>
        </p:nvSpPr>
        <p:spPr>
          <a:xfrm>
            <a:off x="502920" y="5135880"/>
            <a:ext cx="553212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/>
            </a:lvl1pPr>
          </a:lstStyle>
          <a:p>
            <a:fld id="{12EFD6B5-614C-464C-AC16-8E45A0815BB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139730103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s and threads with ar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304800" y="2362200"/>
            <a:ext cx="6117336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750" b="1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3"/>
          </p:nvPr>
        </p:nvSpPr>
        <p:spPr>
          <a:xfrm>
            <a:off x="304800" y="3491484"/>
            <a:ext cx="6096000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750" b="1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304800" y="4620768"/>
            <a:ext cx="6096000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750" b="1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21"/>
          </p:nvPr>
        </p:nvSpPr>
        <p:spPr>
          <a:xfrm>
            <a:off x="6411433" y="1417320"/>
            <a:ext cx="2103120" cy="429768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7"/>
          </p:nvPr>
        </p:nvSpPr>
        <p:spPr>
          <a:xfrm>
            <a:off x="4391025" y="2136788"/>
            <a:ext cx="1481328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175022" indent="-175022" algn="l"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750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750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750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2774061" y="2136788"/>
            <a:ext cx="1481328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175022" indent="-175022" algn="l"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750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750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750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29"/>
          </p:nvPr>
        </p:nvSpPr>
        <p:spPr>
          <a:xfrm>
            <a:off x="1157097" y="2136788"/>
            <a:ext cx="1481328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175022" indent="-175022" algn="l"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750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750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750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5"/>
          <p:cNvSpPr>
            <a:spLocks noGrp="1"/>
          </p:cNvSpPr>
          <p:nvPr>
            <p:ph type="body" sz="quarter" idx="30"/>
          </p:nvPr>
        </p:nvSpPr>
        <p:spPr>
          <a:xfrm>
            <a:off x="1157097" y="1738919"/>
            <a:ext cx="1481328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7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5"/>
          <p:cNvSpPr>
            <a:spLocks noGrp="1"/>
          </p:cNvSpPr>
          <p:nvPr>
            <p:ph type="body" sz="quarter" idx="31"/>
          </p:nvPr>
        </p:nvSpPr>
        <p:spPr>
          <a:xfrm>
            <a:off x="2774061" y="1738919"/>
            <a:ext cx="1481328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7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5"/>
          <p:cNvSpPr>
            <a:spLocks noGrp="1"/>
          </p:cNvSpPr>
          <p:nvPr>
            <p:ph type="body" sz="quarter" idx="32"/>
          </p:nvPr>
        </p:nvSpPr>
        <p:spPr>
          <a:xfrm>
            <a:off x="4391025" y="1738919"/>
            <a:ext cx="1481328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7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0"/>
          <p:cNvSpPr>
            <a:spLocks noGrp="1"/>
          </p:cNvSpPr>
          <p:nvPr>
            <p:ph sz="quarter" idx="20"/>
          </p:nvPr>
        </p:nvSpPr>
        <p:spPr>
          <a:xfrm>
            <a:off x="6411433" y="1861185"/>
            <a:ext cx="210312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0"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08AE5534-AA48-F74E-87DE-645A72BA9DD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2" name="Footer Placeholder 12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82145357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Ph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1"/>
          <p:cNvSpPr>
            <a:spLocks/>
          </p:cNvSpPr>
          <p:nvPr userDrawn="1"/>
        </p:nvSpPr>
        <p:spPr bwMode="auto">
          <a:xfrm>
            <a:off x="3068639" y="1981202"/>
            <a:ext cx="2536825" cy="339725"/>
          </a:xfrm>
          <a:custGeom>
            <a:avLst/>
            <a:gdLst>
              <a:gd name="T0" fmla="*/ 0 w 2536891"/>
              <a:gd name="T1" fmla="*/ 0 h 488372"/>
              <a:gd name="T2" fmla="*/ 1942613 w 2536891"/>
              <a:gd name="T3" fmla="*/ 0 h 488372"/>
              <a:gd name="T4" fmla="*/ 2455867 w 2536891"/>
              <a:gd name="T5" fmla="*/ 200 h 488372"/>
              <a:gd name="T6" fmla="*/ 2536627 w 2536891"/>
              <a:gd name="T7" fmla="*/ 114356 h 488372"/>
              <a:gd name="T8" fmla="*/ 131751 w 2536891"/>
              <a:gd name="T9" fmla="*/ 114356 h 488372"/>
              <a:gd name="T10" fmla="*/ 81090 w 2536891"/>
              <a:gd name="T11" fmla="*/ 113442 h 488372"/>
              <a:gd name="T12" fmla="*/ 0 w 2536891"/>
              <a:gd name="T13" fmla="*/ 0 h 4883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536891" h="488372">
                <a:moveTo>
                  <a:pt x="0" y="0"/>
                </a:moveTo>
                <a:lnTo>
                  <a:pt x="1942817" y="0"/>
                </a:lnTo>
                <a:lnTo>
                  <a:pt x="2456123" y="856"/>
                </a:lnTo>
                <a:lnTo>
                  <a:pt x="2536891" y="488372"/>
                </a:lnTo>
                <a:lnTo>
                  <a:pt x="131763" y="488372"/>
                </a:lnTo>
                <a:lnTo>
                  <a:pt x="81098" y="484467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7" name="Freeform 13"/>
          <p:cNvSpPr>
            <a:spLocks/>
          </p:cNvSpPr>
          <p:nvPr userDrawn="1"/>
        </p:nvSpPr>
        <p:spPr bwMode="auto">
          <a:xfrm>
            <a:off x="457201" y="1982790"/>
            <a:ext cx="2530475" cy="339725"/>
          </a:xfrm>
          <a:custGeom>
            <a:avLst/>
            <a:gdLst>
              <a:gd name="T0" fmla="*/ 0 w 2529680"/>
              <a:gd name="T1" fmla="*/ 0 h 488372"/>
              <a:gd name="T2" fmla="*/ 1945261 w 2529680"/>
              <a:gd name="T3" fmla="*/ 0 h 488372"/>
              <a:gd name="T4" fmla="*/ 2463980 w 2529680"/>
              <a:gd name="T5" fmla="*/ 200 h 488372"/>
              <a:gd name="T6" fmla="*/ 2532861 w 2529680"/>
              <a:gd name="T7" fmla="*/ 113442 h 488372"/>
              <a:gd name="T8" fmla="*/ 0 w 2529680"/>
              <a:gd name="T9" fmla="*/ 114356 h 488372"/>
              <a:gd name="T10" fmla="*/ 0 w 2529680"/>
              <a:gd name="T11" fmla="*/ 0 h 488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529680" h="488372">
                <a:moveTo>
                  <a:pt x="0" y="0"/>
                </a:moveTo>
                <a:lnTo>
                  <a:pt x="1942817" y="0"/>
                </a:lnTo>
                <a:lnTo>
                  <a:pt x="2460885" y="856"/>
                </a:lnTo>
                <a:lnTo>
                  <a:pt x="2529680" y="484467"/>
                </a:lnTo>
                <a:lnTo>
                  <a:pt x="0" y="488372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1" name="Freeform 14"/>
          <p:cNvSpPr>
            <a:spLocks/>
          </p:cNvSpPr>
          <p:nvPr userDrawn="1"/>
        </p:nvSpPr>
        <p:spPr bwMode="auto">
          <a:xfrm>
            <a:off x="5684839" y="1981202"/>
            <a:ext cx="2871787" cy="339725"/>
          </a:xfrm>
          <a:custGeom>
            <a:avLst/>
            <a:gdLst>
              <a:gd name="T0" fmla="*/ 0 w 2996886"/>
              <a:gd name="T1" fmla="*/ 0 h 488372"/>
              <a:gd name="T2" fmla="*/ 1638173 w 2996886"/>
              <a:gd name="T3" fmla="*/ 0 h 488372"/>
              <a:gd name="T4" fmla="*/ 2526959 w 2996886"/>
              <a:gd name="T5" fmla="*/ 200 h 488372"/>
              <a:gd name="T6" fmla="*/ 2525539 w 2996886"/>
              <a:gd name="T7" fmla="*/ 114356 h 488372"/>
              <a:gd name="T8" fmla="*/ 60236 w 2996886"/>
              <a:gd name="T9" fmla="*/ 114356 h 488372"/>
              <a:gd name="T10" fmla="*/ 0 w 2996886"/>
              <a:gd name="T11" fmla="*/ 0 h 488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996886" h="488372">
                <a:moveTo>
                  <a:pt x="0" y="0"/>
                </a:moveTo>
                <a:lnTo>
                  <a:pt x="1942817" y="0"/>
                </a:lnTo>
                <a:lnTo>
                  <a:pt x="2996886" y="855"/>
                </a:lnTo>
                <a:cubicBezTo>
                  <a:pt x="2996325" y="163361"/>
                  <a:pt x="2995763" y="325866"/>
                  <a:pt x="2995202" y="488372"/>
                </a:cubicBezTo>
                <a:lnTo>
                  <a:pt x="71438" y="488372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16"/>
          </p:nvPr>
        </p:nvSpPr>
        <p:spPr bwMode="gray">
          <a:xfrm>
            <a:off x="5680886" y="1983087"/>
            <a:ext cx="2875741" cy="1903112"/>
          </a:xfrm>
          <a:custGeom>
            <a:avLst/>
            <a:gdLst>
              <a:gd name="connsiteX0" fmla="*/ 0 w 2674468"/>
              <a:gd name="connsiteY0" fmla="*/ 0 h 1724992"/>
              <a:gd name="connsiteX1" fmla="*/ 2472747 w 2674468"/>
              <a:gd name="connsiteY1" fmla="*/ 0 h 1724992"/>
              <a:gd name="connsiteX2" fmla="*/ 2674468 w 2674468"/>
              <a:gd name="connsiteY2" fmla="*/ 862496 h 1724992"/>
              <a:gd name="connsiteX3" fmla="*/ 2472747 w 2674468"/>
              <a:gd name="connsiteY3" fmla="*/ 1724992 h 1724992"/>
              <a:gd name="connsiteX4" fmla="*/ 0 w 2674468"/>
              <a:gd name="connsiteY4" fmla="*/ 1724992 h 1724992"/>
              <a:gd name="connsiteX5" fmla="*/ 201721 w 2674468"/>
              <a:gd name="connsiteY5" fmla="*/ 862496 h 1724992"/>
              <a:gd name="connsiteX6" fmla="*/ 0 w 2674468"/>
              <a:gd name="connsiteY6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201721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2747" h="1724992">
                <a:moveTo>
                  <a:pt x="0" y="0"/>
                </a:moveTo>
                <a:lnTo>
                  <a:pt x="2472747" y="0"/>
                </a:lnTo>
                <a:lnTo>
                  <a:pt x="2472747" y="1724992"/>
                </a:lnTo>
                <a:lnTo>
                  <a:pt x="0" y="1724992"/>
                </a:lnTo>
                <a:lnTo>
                  <a:pt x="169327" y="862496"/>
                </a:lnTo>
                <a:lnTo>
                  <a:pt x="0" y="0"/>
                </a:lnTo>
                <a:close/>
              </a:path>
            </a:pathLst>
          </a:custGeom>
          <a:noFill/>
          <a:ln w="6350">
            <a:solidFill>
              <a:srgbClr val="A9A9A9"/>
            </a:solidFill>
            <a:miter lim="800000"/>
            <a:headEnd/>
            <a:tailEnd/>
          </a:ln>
        </p:spPr>
        <p:txBody>
          <a:bodyPr lIns="411480" tIns="457200" rIns="137160" bIns="13716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90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90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1969" indent="-127397">
              <a:buClr>
                <a:srgbClr val="B01C2E"/>
              </a:buClr>
              <a:defRPr sz="90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3068559" y="1983087"/>
            <a:ext cx="2674468" cy="1903112"/>
          </a:xfrm>
          <a:prstGeom prst="chevron">
            <a:avLst>
              <a:gd name="adj" fmla="val 10431"/>
            </a:avLst>
          </a:prstGeom>
          <a:ln w="6350">
            <a:solidFill>
              <a:srgbClr val="A9A9A9"/>
            </a:solidFill>
          </a:ln>
        </p:spPr>
        <p:txBody>
          <a:bodyPr lIns="137160" tIns="457200" rIns="137160" bIns="13716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90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1969" indent="-127397">
              <a:buClr>
                <a:srgbClr val="B01C2E"/>
              </a:buClr>
              <a:defRPr sz="90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457200" y="4038600"/>
            <a:ext cx="8077200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0"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457200" y="5937504"/>
            <a:ext cx="3950208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130302" algn="l">
              <a:buClr>
                <a:schemeClr val="accent1"/>
              </a:buClr>
              <a:buFont typeface="Wingdings" pitchFamily="2" charset="2"/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4585778" y="5937504"/>
            <a:ext cx="3950208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130302" algn="l">
              <a:buClr>
                <a:schemeClr val="accent1"/>
              </a:buClr>
              <a:buFont typeface="Wingdings" pitchFamily="2" charset="2"/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457200" y="1417320"/>
            <a:ext cx="5193792" cy="457200"/>
          </a:xfrm>
          <a:prstGeom prst="homePlate">
            <a:avLst>
              <a:gd name="adj" fmla="val 33316"/>
            </a:avLst>
          </a:prstGeom>
          <a:solidFill>
            <a:srgbClr val="B01C2E"/>
          </a:solidFill>
          <a:ln w="6350">
            <a:solidFill>
              <a:srgbClr val="A9A9A9"/>
            </a:solidFill>
          </a:ln>
        </p:spPr>
        <p:txBody>
          <a:bodyPr lIns="137160" tIns="137160" rIns="274320" bIns="13716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5656263" y="1417326"/>
            <a:ext cx="3035808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 marL="257175" marR="0" indent="-257175" algn="ctr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457200" y="1983087"/>
            <a:ext cx="2674468" cy="1903112"/>
          </a:xfrm>
          <a:prstGeom prst="homePlate">
            <a:avLst>
              <a:gd name="adj" fmla="val 11448"/>
            </a:avLst>
          </a:prstGeom>
          <a:ln w="6350">
            <a:solidFill>
              <a:srgbClr val="A9A9A9"/>
            </a:solidFill>
          </a:ln>
        </p:spPr>
        <p:txBody>
          <a:bodyPr lIns="137160" tIns="457200" rIns="137160" bIns="13716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90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1969" indent="-127397">
              <a:buClr>
                <a:srgbClr val="B01C2E"/>
              </a:buClr>
              <a:defRPr sz="90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9"/>
          <p:cNvSpPr>
            <a:spLocks noGrp="1"/>
          </p:cNvSpPr>
          <p:nvPr>
            <p:ph type="body" sz="quarter" idx="13"/>
          </p:nvPr>
        </p:nvSpPr>
        <p:spPr>
          <a:xfrm>
            <a:off x="457200" y="1981200"/>
            <a:ext cx="2473180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9"/>
          <p:cNvSpPr>
            <a:spLocks noGrp="1"/>
          </p:cNvSpPr>
          <p:nvPr>
            <p:ph type="body" sz="quarter" idx="15"/>
          </p:nvPr>
        </p:nvSpPr>
        <p:spPr>
          <a:xfrm>
            <a:off x="3144323" y="1988239"/>
            <a:ext cx="2387536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Content Placeholder 10"/>
          <p:cNvSpPr>
            <a:spLocks noGrp="1"/>
          </p:cNvSpPr>
          <p:nvPr>
            <p:ph sz="quarter" idx="18"/>
          </p:nvPr>
        </p:nvSpPr>
        <p:spPr>
          <a:xfrm>
            <a:off x="457200" y="4343400"/>
            <a:ext cx="8077200" cy="14813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30302" indent="-130302">
              <a:lnSpc>
                <a:spcPct val="95000"/>
              </a:lnSpc>
              <a:spcBef>
                <a:spcPts val="540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260604" indent="-130302">
              <a:lnSpc>
                <a:spcPct val="95000"/>
              </a:lnSpc>
              <a:spcBef>
                <a:spcPts val="225"/>
              </a:spcBef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390906" indent="-130302">
              <a:lnSpc>
                <a:spcPct val="95000"/>
              </a:lnSpc>
              <a:spcBef>
                <a:spcPts val="225"/>
              </a:spcBef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514350" indent="-130302">
              <a:lnSpc>
                <a:spcPct val="95000"/>
              </a:lnSpc>
              <a:spcBef>
                <a:spcPts val="225"/>
              </a:spcBef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685800" indent="-130302">
              <a:lnSpc>
                <a:spcPct val="95000"/>
              </a:lnSpc>
              <a:spcBef>
                <a:spcPts val="225"/>
              </a:spcBef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Text Placeholder 29"/>
          <p:cNvSpPr>
            <a:spLocks noGrp="1"/>
          </p:cNvSpPr>
          <p:nvPr>
            <p:ph type="body" sz="quarter" idx="34"/>
          </p:nvPr>
        </p:nvSpPr>
        <p:spPr>
          <a:xfrm>
            <a:off x="5762431" y="1987175"/>
            <a:ext cx="2794197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E70D8206-912D-3041-8A60-C5747B4B98E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124741333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Workstreams and outcom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entagon 32"/>
          <p:cNvSpPr/>
          <p:nvPr userDrawn="1"/>
        </p:nvSpPr>
        <p:spPr bwMode="auto">
          <a:xfrm>
            <a:off x="5507039" y="1755775"/>
            <a:ext cx="679450" cy="4343400"/>
          </a:xfrm>
          <a:prstGeom prst="homePlate">
            <a:avLst>
              <a:gd name="adj" fmla="val 98835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indent="-88106" eaLnBrk="0" hangingPunct="0">
              <a:lnSpc>
                <a:spcPct val="95000"/>
              </a:lnSpc>
              <a:defRPr/>
            </a:pPr>
            <a:endParaRPr lang="en-US" sz="1350" b="0" i="0" dirty="0">
              <a:latin typeface="Calibri Regular" charset="0"/>
              <a:ea typeface="+mn-ea"/>
            </a:endParaRPr>
          </a:p>
        </p:txBody>
      </p:sp>
      <p:sp>
        <p:nvSpPr>
          <p:cNvPr id="6" name="Text Placeholder 2"/>
          <p:cNvSpPr>
            <a:spLocks noGrp="1"/>
          </p:cNvSpPr>
          <p:nvPr>
            <p:ph type="body" idx="38"/>
          </p:nvPr>
        </p:nvSpPr>
        <p:spPr>
          <a:xfrm>
            <a:off x="2993735" y="1290639"/>
            <a:ext cx="2377440" cy="4808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39"/>
          </p:nvPr>
        </p:nvSpPr>
        <p:spPr>
          <a:xfrm>
            <a:off x="477838" y="1290639"/>
            <a:ext cx="2377440" cy="4808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5"/>
          </p:nvPr>
        </p:nvSpPr>
        <p:spPr>
          <a:xfrm>
            <a:off x="2993735" y="1290638"/>
            <a:ext cx="2377440" cy="38039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825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2"/>
          </p:nvPr>
        </p:nvSpPr>
        <p:spPr>
          <a:xfrm>
            <a:off x="6300383" y="1290638"/>
            <a:ext cx="237744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825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30"/>
          </p:nvPr>
        </p:nvSpPr>
        <p:spPr>
          <a:xfrm>
            <a:off x="477838" y="1290638"/>
            <a:ext cx="2377440" cy="380392"/>
          </a:xfrm>
          <a:prstGeom prst="rect">
            <a:avLst/>
          </a:prstGeom>
          <a:solidFill>
            <a:srgbClr val="4D4D4D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825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40"/>
          </p:nvPr>
        </p:nvSpPr>
        <p:spPr>
          <a:xfrm>
            <a:off x="569278" y="1731264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0" rIns="45720" bIns="0" anchor="ctr" anchorCtr="0"/>
          <a:lstStyle>
            <a:lvl1pPr marL="0" indent="-89154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41"/>
          </p:nvPr>
        </p:nvSpPr>
        <p:spPr>
          <a:xfrm>
            <a:off x="569278" y="2357120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42"/>
          </p:nvPr>
        </p:nvSpPr>
        <p:spPr>
          <a:xfrm>
            <a:off x="569278" y="2982976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43"/>
          </p:nvPr>
        </p:nvSpPr>
        <p:spPr>
          <a:xfrm>
            <a:off x="569278" y="3608832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44"/>
          </p:nvPr>
        </p:nvSpPr>
        <p:spPr>
          <a:xfrm>
            <a:off x="569278" y="4234688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45"/>
          </p:nvPr>
        </p:nvSpPr>
        <p:spPr>
          <a:xfrm>
            <a:off x="569278" y="5486400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46"/>
          </p:nvPr>
        </p:nvSpPr>
        <p:spPr>
          <a:xfrm>
            <a:off x="569278" y="4860544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47"/>
          </p:nvPr>
        </p:nvSpPr>
        <p:spPr>
          <a:xfrm>
            <a:off x="3085175" y="1743456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48"/>
          </p:nvPr>
        </p:nvSpPr>
        <p:spPr>
          <a:xfrm>
            <a:off x="3085175" y="2369312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49"/>
          </p:nvPr>
        </p:nvSpPr>
        <p:spPr>
          <a:xfrm>
            <a:off x="3085175" y="2995168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50"/>
          </p:nvPr>
        </p:nvSpPr>
        <p:spPr>
          <a:xfrm>
            <a:off x="3085175" y="3621024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9"/>
          <p:cNvSpPr>
            <a:spLocks noGrp="1"/>
          </p:cNvSpPr>
          <p:nvPr>
            <p:ph type="body" sz="quarter" idx="51"/>
          </p:nvPr>
        </p:nvSpPr>
        <p:spPr>
          <a:xfrm>
            <a:off x="3085175" y="4246880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52"/>
          </p:nvPr>
        </p:nvSpPr>
        <p:spPr>
          <a:xfrm>
            <a:off x="3085175" y="5498592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53"/>
          </p:nvPr>
        </p:nvSpPr>
        <p:spPr>
          <a:xfrm>
            <a:off x="3085175" y="4872736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9"/>
          <p:cNvSpPr>
            <a:spLocks noGrp="1"/>
          </p:cNvSpPr>
          <p:nvPr>
            <p:ph type="body" sz="quarter" idx="54"/>
          </p:nvPr>
        </p:nvSpPr>
        <p:spPr>
          <a:xfrm>
            <a:off x="6300383" y="1743456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55"/>
          </p:nvPr>
        </p:nvSpPr>
        <p:spPr>
          <a:xfrm>
            <a:off x="6300383" y="2369312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9"/>
          <p:cNvSpPr>
            <a:spLocks noGrp="1"/>
          </p:cNvSpPr>
          <p:nvPr>
            <p:ph type="body" sz="quarter" idx="56"/>
          </p:nvPr>
        </p:nvSpPr>
        <p:spPr>
          <a:xfrm>
            <a:off x="6300383" y="2995168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57"/>
          </p:nvPr>
        </p:nvSpPr>
        <p:spPr>
          <a:xfrm>
            <a:off x="6300383" y="3621024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9"/>
          <p:cNvSpPr>
            <a:spLocks noGrp="1"/>
          </p:cNvSpPr>
          <p:nvPr>
            <p:ph type="body" sz="quarter" idx="58"/>
          </p:nvPr>
        </p:nvSpPr>
        <p:spPr>
          <a:xfrm>
            <a:off x="6300383" y="4246880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59"/>
          </p:nvPr>
        </p:nvSpPr>
        <p:spPr>
          <a:xfrm>
            <a:off x="6300383" y="5498592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9"/>
          <p:cNvSpPr>
            <a:spLocks noGrp="1"/>
          </p:cNvSpPr>
          <p:nvPr>
            <p:ph type="body" sz="quarter" idx="60"/>
          </p:nvPr>
        </p:nvSpPr>
        <p:spPr>
          <a:xfrm>
            <a:off x="6300383" y="4872736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Slide Number Placeholder 9"/>
          <p:cNvSpPr>
            <a:spLocks noGrp="1"/>
          </p:cNvSpPr>
          <p:nvPr>
            <p:ph type="sldNum" sz="quarter" idx="61"/>
          </p:nvPr>
        </p:nvSpPr>
        <p:spPr/>
        <p:txBody>
          <a:bodyPr/>
          <a:lstStyle>
            <a:lvl1pPr>
              <a:defRPr/>
            </a:lvl1pPr>
          </a:lstStyle>
          <a:p>
            <a:fld id="{250D9D91-D592-1043-AF8D-0FC015913F1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5" name="Footer Placeholder 33"/>
          <p:cNvSpPr>
            <a:spLocks noGrp="1"/>
          </p:cNvSpPr>
          <p:nvPr>
            <p:ph type="ftr" sz="quarter" idx="6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98792688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Elements Leading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entagon 14"/>
          <p:cNvSpPr/>
          <p:nvPr userDrawn="1"/>
        </p:nvSpPr>
        <p:spPr bwMode="auto">
          <a:xfrm>
            <a:off x="5349876" y="1497015"/>
            <a:ext cx="679450" cy="4352925"/>
          </a:xfrm>
          <a:prstGeom prst="homePlate">
            <a:avLst>
              <a:gd name="adj" fmla="val 98835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350" b="0" i="0" dirty="0">
              <a:latin typeface="Calibri Regular" charset="0"/>
              <a:ea typeface="+mn-ea"/>
            </a:endParaRP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7082028" y="330708"/>
            <a:ext cx="640080" cy="2569464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6117336" y="1981200"/>
            <a:ext cx="2569464" cy="411480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175022" indent="-175022" algn="l">
              <a:spcBef>
                <a:spcPts val="150"/>
              </a:spcBef>
              <a:buClr>
                <a:srgbClr val="B01C2E"/>
              </a:buClr>
              <a:buFont typeface="Wingdings" pitchFamily="2" charset="2"/>
              <a:buChar char="§"/>
              <a:defRPr sz="900" b="1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900" b="1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 b="1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900" b="1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381003" y="1497017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22"/>
          </p:nvPr>
        </p:nvSpPr>
        <p:spPr>
          <a:xfrm>
            <a:off x="381003" y="2985439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23"/>
          </p:nvPr>
        </p:nvSpPr>
        <p:spPr>
          <a:xfrm>
            <a:off x="381003" y="4473859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24"/>
          </p:nvPr>
        </p:nvSpPr>
        <p:spPr>
          <a:xfrm>
            <a:off x="2057403" y="1497017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5"/>
          </p:nvPr>
        </p:nvSpPr>
        <p:spPr>
          <a:xfrm>
            <a:off x="2057403" y="2985439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half" idx="26"/>
          </p:nvPr>
        </p:nvSpPr>
        <p:spPr>
          <a:xfrm>
            <a:off x="2057403" y="4473859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ontent Placeholder 3"/>
          <p:cNvSpPr>
            <a:spLocks noGrp="1"/>
          </p:cNvSpPr>
          <p:nvPr>
            <p:ph sz="half" idx="27"/>
          </p:nvPr>
        </p:nvSpPr>
        <p:spPr>
          <a:xfrm>
            <a:off x="3733803" y="1497017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ontent Placeholder 3"/>
          <p:cNvSpPr>
            <a:spLocks noGrp="1"/>
          </p:cNvSpPr>
          <p:nvPr>
            <p:ph sz="half" idx="28"/>
          </p:nvPr>
        </p:nvSpPr>
        <p:spPr>
          <a:xfrm>
            <a:off x="3733803" y="2985439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9"/>
          </p:nvPr>
        </p:nvSpPr>
        <p:spPr>
          <a:xfrm>
            <a:off x="3733803" y="4473859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9"/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/>
            </a:lvl1pPr>
          </a:lstStyle>
          <a:p>
            <a:fld id="{09CF501B-85A3-0748-9525-578425C4928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177429246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lated Text Blocks - Sequ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Elbow Connector 24"/>
          <p:cNvCxnSpPr>
            <a:cxnSpLocks noChangeShapeType="1"/>
          </p:cNvCxnSpPr>
          <p:nvPr userDrawn="1"/>
        </p:nvCxnSpPr>
        <p:spPr bwMode="auto">
          <a:xfrm rot="16200000" flipH="1">
            <a:off x="909638" y="2395538"/>
            <a:ext cx="768350" cy="638175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Elbow Connector 28"/>
          <p:cNvCxnSpPr>
            <a:cxnSpLocks noChangeShapeType="1"/>
          </p:cNvCxnSpPr>
          <p:nvPr userDrawn="1"/>
        </p:nvCxnSpPr>
        <p:spPr bwMode="auto">
          <a:xfrm rot="16200000" flipH="1">
            <a:off x="2066926" y="3590927"/>
            <a:ext cx="752475" cy="625475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Elbow Connector 39"/>
          <p:cNvCxnSpPr>
            <a:cxnSpLocks noChangeShapeType="1"/>
          </p:cNvCxnSpPr>
          <p:nvPr userDrawn="1"/>
        </p:nvCxnSpPr>
        <p:spPr bwMode="auto">
          <a:xfrm rot="16200000" flipH="1">
            <a:off x="3234532" y="4814095"/>
            <a:ext cx="698500" cy="595313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Content Placeholder 3"/>
          <p:cNvSpPr>
            <a:spLocks noGrp="1"/>
          </p:cNvSpPr>
          <p:nvPr>
            <p:ph sz="half" idx="17"/>
          </p:nvPr>
        </p:nvSpPr>
        <p:spPr>
          <a:xfrm>
            <a:off x="3881706" y="4986243"/>
            <a:ext cx="4809859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32160" marR="0" indent="-13216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900"/>
            </a:lvl1pPr>
            <a:lvl2pPr marL="257175" indent="-125016">
              <a:buClr>
                <a:srgbClr val="B01C2E"/>
              </a:buClr>
              <a:buSzPct val="125000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14"/>
          </p:nvPr>
        </p:nvSpPr>
        <p:spPr>
          <a:xfrm>
            <a:off x="479117" y="1441358"/>
            <a:ext cx="4809859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32160" marR="0" indent="-13216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900"/>
            </a:lvl1pPr>
            <a:lvl2pPr marL="257175" indent="-125016">
              <a:buClr>
                <a:srgbClr val="B01C2E"/>
              </a:buClr>
              <a:buSzPct val="125000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5"/>
          </p:nvPr>
        </p:nvSpPr>
        <p:spPr>
          <a:xfrm>
            <a:off x="1612733" y="2622986"/>
            <a:ext cx="4809859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32160" marR="0" indent="-13216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900"/>
            </a:lvl1pPr>
            <a:lvl2pPr marL="257175" indent="-125016">
              <a:buClr>
                <a:srgbClr val="B01C2E"/>
              </a:buClr>
              <a:buSzPct val="125000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6"/>
          </p:nvPr>
        </p:nvSpPr>
        <p:spPr>
          <a:xfrm>
            <a:off x="2755736" y="3804614"/>
            <a:ext cx="4809859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32160" marR="0" indent="-13216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900"/>
            </a:lvl1pPr>
            <a:lvl2pPr marL="257175" indent="-125016">
              <a:buClr>
                <a:srgbClr val="B01C2E"/>
              </a:buClr>
              <a:buSzPct val="125000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0C10D6D8-3B97-854D-B9A2-DD1E2B17F6F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3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208428930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uide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lelogram 6"/>
          <p:cNvSpPr/>
          <p:nvPr userDrawn="1"/>
        </p:nvSpPr>
        <p:spPr bwMode="auto">
          <a:xfrm>
            <a:off x="712789" y="1782765"/>
            <a:ext cx="7969250" cy="528637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350" b="0" i="0" dirty="0">
              <a:latin typeface="Calibri Regular" charset="0"/>
              <a:ea typeface="+mn-ea"/>
            </a:endParaRPr>
          </a:p>
        </p:txBody>
      </p:sp>
      <p:sp>
        <p:nvSpPr>
          <p:cNvPr id="8" name="Parallelogram 7"/>
          <p:cNvSpPr/>
          <p:nvPr userDrawn="1"/>
        </p:nvSpPr>
        <p:spPr bwMode="auto">
          <a:xfrm>
            <a:off x="712789" y="5300665"/>
            <a:ext cx="7969250" cy="530225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350" b="0" i="0" dirty="0">
              <a:latin typeface="Calibri Regular" charset="0"/>
              <a:ea typeface="+mn-ea"/>
            </a:endParaRPr>
          </a:p>
        </p:txBody>
      </p:sp>
      <p:sp>
        <p:nvSpPr>
          <p:cNvPr id="14" name="Parallelogram 13"/>
          <p:cNvSpPr/>
          <p:nvPr userDrawn="1"/>
        </p:nvSpPr>
        <p:spPr bwMode="auto">
          <a:xfrm>
            <a:off x="712789" y="4129090"/>
            <a:ext cx="7969250" cy="528637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350" b="0" i="0" dirty="0">
              <a:latin typeface="Calibri Regular" charset="0"/>
              <a:ea typeface="+mn-ea"/>
            </a:endParaRPr>
          </a:p>
        </p:txBody>
      </p:sp>
      <p:sp>
        <p:nvSpPr>
          <p:cNvPr id="15" name="Parallelogram 14"/>
          <p:cNvSpPr/>
          <p:nvPr userDrawn="1"/>
        </p:nvSpPr>
        <p:spPr bwMode="auto">
          <a:xfrm>
            <a:off x="712789" y="2955925"/>
            <a:ext cx="7969250" cy="528638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350" b="0" i="0" dirty="0">
              <a:latin typeface="Calibri Regular" charset="0"/>
              <a:ea typeface="+mn-ea"/>
            </a:endParaRPr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708691" y="1501649"/>
            <a:ext cx="7450574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32160" indent="-132160" algn="ctr">
              <a:buNone/>
              <a:defRPr sz="900" b="1">
                <a:solidFill>
                  <a:schemeClr val="bg1"/>
                </a:solidFill>
              </a:defRPr>
            </a:lvl1pPr>
            <a:lvl2pPr marL="257175" indent="-125016">
              <a:buSzPct val="125000"/>
              <a:defRPr sz="1050"/>
            </a:lvl2pPr>
            <a:lvl3pPr marL="389335" indent="-132160">
              <a:defRPr sz="105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3"/>
          </p:nvPr>
        </p:nvSpPr>
        <p:spPr>
          <a:xfrm>
            <a:off x="708691" y="5019704"/>
            <a:ext cx="7450574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32160" marR="0" indent="-132160" algn="ctr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chemeClr val="bg1"/>
                </a:solidFill>
              </a:defRPr>
            </a:lvl1pPr>
            <a:lvl2pPr marL="257175" indent="-125016">
              <a:buSzPct val="125000"/>
              <a:defRPr sz="1050"/>
            </a:lvl2pPr>
            <a:lvl3pPr marL="389335" indent="-132160">
              <a:defRPr sz="105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/>
          </p:nvPr>
        </p:nvSpPr>
        <p:spPr>
          <a:xfrm>
            <a:off x="708691" y="3847017"/>
            <a:ext cx="7450574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32160" indent="-132160" algn="ctr">
              <a:buNone/>
              <a:defRPr sz="900" b="1">
                <a:solidFill>
                  <a:schemeClr val="bg1"/>
                </a:solidFill>
              </a:defRPr>
            </a:lvl1pPr>
            <a:lvl2pPr marL="257175" indent="-125016">
              <a:buSzPct val="125000"/>
              <a:defRPr sz="1050"/>
            </a:lvl2pPr>
            <a:lvl3pPr marL="389335" indent="-132160">
              <a:defRPr sz="105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5"/>
          </p:nvPr>
        </p:nvSpPr>
        <p:spPr>
          <a:xfrm>
            <a:off x="708691" y="2674336"/>
            <a:ext cx="7450574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32160" indent="-132160" algn="ctr">
              <a:buNone/>
              <a:defRPr sz="900" b="1">
                <a:solidFill>
                  <a:schemeClr val="bg1"/>
                </a:solidFill>
              </a:defRPr>
            </a:lvl1pPr>
            <a:lvl2pPr marL="257175" indent="-125016">
              <a:buSzPct val="125000"/>
              <a:defRPr sz="1050"/>
            </a:lvl2pPr>
            <a:lvl3pPr marL="389335" indent="-132160">
              <a:defRPr sz="105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97E92AD8-7AD1-8240-8596-9839AB315E2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164729525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s and threads with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8"/>
          <p:cNvCxnSpPr>
            <a:cxnSpLocks noChangeShapeType="1"/>
          </p:cNvCxnSpPr>
          <p:nvPr userDrawn="1"/>
        </p:nvCxnSpPr>
        <p:spPr bwMode="auto">
          <a:xfrm>
            <a:off x="477838" y="3294065"/>
            <a:ext cx="7988300" cy="1587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Connector 9"/>
          <p:cNvCxnSpPr>
            <a:cxnSpLocks noChangeShapeType="1"/>
          </p:cNvCxnSpPr>
          <p:nvPr userDrawn="1"/>
        </p:nvCxnSpPr>
        <p:spPr bwMode="auto">
          <a:xfrm>
            <a:off x="477838" y="4670425"/>
            <a:ext cx="7988300" cy="1588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0"/>
          <p:cNvCxnSpPr>
            <a:cxnSpLocks noChangeShapeType="1"/>
          </p:cNvCxnSpPr>
          <p:nvPr userDrawn="1"/>
        </p:nvCxnSpPr>
        <p:spPr bwMode="auto">
          <a:xfrm>
            <a:off x="477838" y="6046790"/>
            <a:ext cx="7988300" cy="1587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1582996" y="1290644"/>
            <a:ext cx="1870718" cy="600507"/>
          </a:xfrm>
          <a:prstGeom prst="homePlate">
            <a:avLst>
              <a:gd name="adj" fmla="val 31973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6896505" y="1290644"/>
            <a:ext cx="1903870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0"/>
          </p:nvPr>
        </p:nvSpPr>
        <p:spPr>
          <a:xfrm>
            <a:off x="5114285" y="1290644"/>
            <a:ext cx="1903870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1"/>
          </p:nvPr>
        </p:nvSpPr>
        <p:spPr>
          <a:xfrm>
            <a:off x="3332064" y="1290644"/>
            <a:ext cx="1903870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457200" y="2068960"/>
            <a:ext cx="100584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457200" y="3436667"/>
            <a:ext cx="100584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457200" y="4802487"/>
            <a:ext cx="100584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1582996" y="2068960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1582996" y="3441508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1582996" y="4807328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3332064" y="2066925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3332064" y="3439473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3332064" y="4805293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5114284" y="2066925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5114284" y="3439473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5114284" y="4805293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6896505" y="2066925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44"/>
          </p:nvPr>
        </p:nvSpPr>
        <p:spPr>
          <a:xfrm>
            <a:off x="6896505" y="3439473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6896505" y="4805293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Slide Number Placeholder 9"/>
          <p:cNvSpPr>
            <a:spLocks noGrp="1"/>
          </p:cNvSpPr>
          <p:nvPr>
            <p:ph type="sldNum" sz="quarter" idx="46"/>
          </p:nvPr>
        </p:nvSpPr>
        <p:spPr/>
        <p:txBody>
          <a:bodyPr/>
          <a:lstStyle>
            <a:lvl1pPr>
              <a:defRPr/>
            </a:lvl1pPr>
          </a:lstStyle>
          <a:p>
            <a:fld id="{BC9105C1-E9DE-DA45-BFF7-4F496C07EBD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6" name="Footer Placeholder 37"/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169132411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entagon 11"/>
          <p:cNvSpPr>
            <a:spLocks noChangeArrowheads="1"/>
          </p:cNvSpPr>
          <p:nvPr userDrawn="1"/>
        </p:nvSpPr>
        <p:spPr bwMode="auto">
          <a:xfrm>
            <a:off x="2151064" y="1277938"/>
            <a:ext cx="6618287" cy="582612"/>
          </a:xfrm>
          <a:prstGeom prst="homePlate">
            <a:avLst>
              <a:gd name="adj" fmla="val 39286"/>
            </a:avLst>
          </a:prstGeom>
          <a:solidFill>
            <a:schemeClr val="accent1"/>
          </a:solidFill>
          <a:ln w="12700">
            <a:solidFill>
              <a:srgbClr val="A9A9A9"/>
            </a:solidFill>
            <a:miter lim="800000"/>
            <a:headEnd/>
            <a:tailEnd/>
          </a:ln>
        </p:spPr>
        <p:txBody>
          <a:bodyPr lIns="102870" tIns="102870" rIns="171450" bIns="10287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350" b="0" i="0" dirty="0">
              <a:solidFill>
                <a:schemeClr val="bg1"/>
              </a:solidFill>
              <a:latin typeface="Calibri Regular" charset="0"/>
              <a:ea typeface="Calibri Regular" charset="0"/>
              <a:cs typeface="Calibri Regular" charset="0"/>
            </a:endParaRPr>
          </a:p>
        </p:txBody>
      </p:sp>
      <p:cxnSp>
        <p:nvCxnSpPr>
          <p:cNvPr id="23" name="Straight Connector 9"/>
          <p:cNvCxnSpPr>
            <a:cxnSpLocks noChangeShapeType="1"/>
          </p:cNvCxnSpPr>
          <p:nvPr userDrawn="1"/>
        </p:nvCxnSpPr>
        <p:spPr bwMode="auto">
          <a:xfrm>
            <a:off x="2160589" y="1568450"/>
            <a:ext cx="6608762" cy="0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0"/>
          <p:cNvCxnSpPr>
            <a:cxnSpLocks noChangeShapeType="1"/>
          </p:cNvCxnSpPr>
          <p:nvPr userDrawn="1"/>
        </p:nvCxnSpPr>
        <p:spPr bwMode="auto">
          <a:xfrm rot="16200000" flipH="1">
            <a:off x="-167481" y="3604420"/>
            <a:ext cx="4665662" cy="12700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5" name="Group 115"/>
          <p:cNvGrpSpPr>
            <a:grpSpLocks/>
          </p:cNvGrpSpPr>
          <p:nvPr userDrawn="1"/>
        </p:nvGrpSpPr>
        <p:grpSpPr bwMode="auto">
          <a:xfrm>
            <a:off x="2584450" y="1576388"/>
            <a:ext cx="5530850" cy="4367212"/>
            <a:chOff x="2585007" y="1576462"/>
            <a:chExt cx="5530617" cy="4041195"/>
          </a:xfrm>
        </p:grpSpPr>
        <p:cxnSp>
          <p:nvCxnSpPr>
            <p:cNvPr id="42" name="Straight Connector 12"/>
            <p:cNvCxnSpPr>
              <a:cxnSpLocks noChangeShapeType="1"/>
            </p:cNvCxnSpPr>
            <p:nvPr userDrawn="1"/>
          </p:nvCxnSpPr>
          <p:spPr bwMode="auto">
            <a:xfrm rot="5400000">
              <a:off x="564416" y="3597053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" name="Straight Connector 13"/>
            <p:cNvCxnSpPr>
              <a:cxnSpLocks noChangeShapeType="1"/>
            </p:cNvCxnSpPr>
            <p:nvPr userDrawn="1"/>
          </p:nvCxnSpPr>
          <p:spPr bwMode="auto">
            <a:xfrm rot="5400000">
              <a:off x="1415280" y="3597055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" name="Straight Connector 14"/>
            <p:cNvCxnSpPr>
              <a:cxnSpLocks noChangeShapeType="1"/>
            </p:cNvCxnSpPr>
            <p:nvPr userDrawn="1"/>
          </p:nvCxnSpPr>
          <p:spPr bwMode="auto">
            <a:xfrm rot="5400000">
              <a:off x="989848" y="3597056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" name="Straight Connector 15"/>
            <p:cNvCxnSpPr>
              <a:cxnSpLocks noChangeShapeType="1"/>
            </p:cNvCxnSpPr>
            <p:nvPr userDrawn="1"/>
          </p:nvCxnSpPr>
          <p:spPr bwMode="auto">
            <a:xfrm rot="5400000">
              <a:off x="2266144" y="3597056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" name="Straight Connector 16"/>
            <p:cNvCxnSpPr>
              <a:cxnSpLocks noChangeShapeType="1"/>
            </p:cNvCxnSpPr>
            <p:nvPr userDrawn="1"/>
          </p:nvCxnSpPr>
          <p:spPr bwMode="auto">
            <a:xfrm rot="5400000">
              <a:off x="1840712" y="3597058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" name="Straight Connector 17"/>
            <p:cNvCxnSpPr>
              <a:cxnSpLocks noChangeShapeType="1"/>
            </p:cNvCxnSpPr>
            <p:nvPr userDrawn="1"/>
          </p:nvCxnSpPr>
          <p:spPr bwMode="auto">
            <a:xfrm rot="5400000">
              <a:off x="3117008" y="3597058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" name="Straight Connector 18"/>
            <p:cNvCxnSpPr>
              <a:cxnSpLocks noChangeShapeType="1"/>
            </p:cNvCxnSpPr>
            <p:nvPr userDrawn="1"/>
          </p:nvCxnSpPr>
          <p:spPr bwMode="auto">
            <a:xfrm rot="5400000">
              <a:off x="2691576" y="3597059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" name="Straight Connector 19"/>
            <p:cNvCxnSpPr>
              <a:cxnSpLocks noChangeShapeType="1"/>
            </p:cNvCxnSpPr>
            <p:nvPr userDrawn="1"/>
          </p:nvCxnSpPr>
          <p:spPr bwMode="auto">
            <a:xfrm rot="5400000">
              <a:off x="3967872" y="3597059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4" name="Straight Connector 20"/>
            <p:cNvCxnSpPr>
              <a:cxnSpLocks noChangeShapeType="1"/>
            </p:cNvCxnSpPr>
            <p:nvPr userDrawn="1"/>
          </p:nvCxnSpPr>
          <p:spPr bwMode="auto">
            <a:xfrm rot="5400000">
              <a:off x="3542440" y="3597061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" name="Straight Connector 21"/>
            <p:cNvCxnSpPr>
              <a:cxnSpLocks noChangeShapeType="1"/>
            </p:cNvCxnSpPr>
            <p:nvPr userDrawn="1"/>
          </p:nvCxnSpPr>
          <p:spPr bwMode="auto">
            <a:xfrm rot="5400000">
              <a:off x="4818736" y="3597061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6" name="Straight Connector 22"/>
            <p:cNvCxnSpPr>
              <a:cxnSpLocks noChangeShapeType="1"/>
            </p:cNvCxnSpPr>
            <p:nvPr userDrawn="1"/>
          </p:nvCxnSpPr>
          <p:spPr bwMode="auto">
            <a:xfrm rot="5400000">
              <a:off x="4393304" y="3597062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" name="Straight Connector 23"/>
            <p:cNvCxnSpPr>
              <a:cxnSpLocks noChangeShapeType="1"/>
            </p:cNvCxnSpPr>
            <p:nvPr userDrawn="1"/>
          </p:nvCxnSpPr>
          <p:spPr bwMode="auto">
            <a:xfrm rot="5400000">
              <a:off x="5669600" y="3597062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" name="Straight Connector 24"/>
            <p:cNvCxnSpPr>
              <a:cxnSpLocks noChangeShapeType="1"/>
            </p:cNvCxnSpPr>
            <p:nvPr userDrawn="1"/>
          </p:nvCxnSpPr>
          <p:spPr bwMode="auto">
            <a:xfrm rot="5400000">
              <a:off x="5244168" y="3597064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" name="Straight Connector 25"/>
            <p:cNvCxnSpPr>
              <a:cxnSpLocks noChangeShapeType="1"/>
            </p:cNvCxnSpPr>
            <p:nvPr userDrawn="1"/>
          </p:nvCxnSpPr>
          <p:spPr bwMode="auto">
            <a:xfrm rot="5400000">
              <a:off x="6095032" y="3597065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60" name="Rectangle 30"/>
          <p:cNvSpPr>
            <a:spLocks noChangeArrowheads="1"/>
          </p:cNvSpPr>
          <p:nvPr userDrawn="1"/>
        </p:nvSpPr>
        <p:spPr bwMode="auto">
          <a:xfrm>
            <a:off x="468313" y="1860550"/>
            <a:ext cx="8069262" cy="4083050"/>
          </a:xfrm>
          <a:prstGeom prst="rect">
            <a:avLst/>
          </a:prstGeom>
          <a:noFill/>
          <a:ln w="12700">
            <a:solidFill>
              <a:srgbClr val="A9A9A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02870" tIns="102870" rIns="171450" bIns="10287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350" b="0" i="0" dirty="0">
              <a:solidFill>
                <a:schemeClr val="bg1"/>
              </a:solidFill>
              <a:latin typeface="Calibri Regular" charset="0"/>
              <a:ea typeface="Calibri Regular" charset="0"/>
              <a:cs typeface="Calibri Regular" charset="0"/>
            </a:endParaRPr>
          </a:p>
        </p:txBody>
      </p:sp>
      <p:sp>
        <p:nvSpPr>
          <p:cNvPr id="61" name="Rectangle 31"/>
          <p:cNvSpPr>
            <a:spLocks noChangeArrowheads="1"/>
          </p:cNvSpPr>
          <p:nvPr userDrawn="1"/>
        </p:nvSpPr>
        <p:spPr bwMode="auto">
          <a:xfrm>
            <a:off x="468314" y="1277938"/>
            <a:ext cx="1692275" cy="582612"/>
          </a:xfrm>
          <a:prstGeom prst="rect">
            <a:avLst/>
          </a:prstGeom>
          <a:solidFill>
            <a:srgbClr val="4D4D4D"/>
          </a:solidFill>
          <a:ln w="12700">
            <a:solidFill>
              <a:srgbClr val="A9A9A9"/>
            </a:solidFill>
            <a:miter lim="800000"/>
            <a:headEnd/>
            <a:tailEnd/>
          </a:ln>
        </p:spPr>
        <p:txBody>
          <a:bodyPr lIns="102870" tIns="102870" rIns="171450" bIns="10287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350" b="0" i="0" dirty="0">
              <a:solidFill>
                <a:schemeClr val="bg1"/>
              </a:solidFill>
              <a:latin typeface="Calibri Regular" charset="0"/>
              <a:ea typeface="Calibri Regular" charset="0"/>
              <a:cs typeface="Calibri Regular" charset="0"/>
            </a:endParaRPr>
          </a:p>
        </p:txBody>
      </p:sp>
      <p:cxnSp>
        <p:nvCxnSpPr>
          <p:cNvPr id="62" name="Straight Connector 28"/>
          <p:cNvCxnSpPr>
            <a:cxnSpLocks noChangeShapeType="1"/>
          </p:cNvCxnSpPr>
          <p:nvPr userDrawn="1"/>
        </p:nvCxnSpPr>
        <p:spPr bwMode="auto">
          <a:xfrm>
            <a:off x="473075" y="1277938"/>
            <a:ext cx="1676400" cy="582612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2159965" y="1282931"/>
            <a:ext cx="6372290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2"/>
          <p:cNvSpPr>
            <a:spLocks noGrp="1"/>
          </p:cNvSpPr>
          <p:nvPr>
            <p:ph type="body" sz="quarter" idx="31"/>
          </p:nvPr>
        </p:nvSpPr>
        <p:spPr>
          <a:xfrm>
            <a:off x="3016122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3441598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2165170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590645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4718026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5143501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3867073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4292550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6419929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6845406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5568978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5994454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7270882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44"/>
          </p:nvPr>
        </p:nvSpPr>
        <p:spPr>
          <a:xfrm>
            <a:off x="7696357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8121834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46"/>
          </p:nvPr>
        </p:nvSpPr>
        <p:spPr>
          <a:xfrm>
            <a:off x="548056" y="1548247"/>
            <a:ext cx="645582" cy="280554"/>
          </a:xfrm>
          <a:prstGeom prst="rect">
            <a:avLst/>
          </a:prstGeom>
          <a:ln w="6350">
            <a:noFill/>
          </a:ln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/>
          <p:cNvSpPr>
            <a:spLocks noGrp="1"/>
          </p:cNvSpPr>
          <p:nvPr>
            <p:ph type="body" sz="quarter" idx="47"/>
          </p:nvPr>
        </p:nvSpPr>
        <p:spPr>
          <a:xfrm>
            <a:off x="1401427" y="1278089"/>
            <a:ext cx="645582" cy="561107"/>
          </a:xfrm>
          <a:prstGeom prst="rect">
            <a:avLst/>
          </a:prstGeom>
          <a:ln w="6350">
            <a:noFill/>
          </a:ln>
        </p:spPr>
        <p:txBody>
          <a:bodyPr lIns="0" tIns="0" rIns="0" bIns="0" anchor="ctr"/>
          <a:lstStyle>
            <a:lvl1pPr marL="0" marR="0" indent="0" algn="r" defTabSz="6858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7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533400" y="1905000"/>
            <a:ext cx="1554480" cy="3977640"/>
          </a:xfrm>
          <a:prstGeom prst="rect">
            <a:avLst/>
          </a:prstGeom>
          <a:noFill/>
          <a:ln>
            <a:noFill/>
          </a:ln>
        </p:spPr>
        <p:txBody>
          <a:bodyPr wrap="square" lIns="91440" anchor="t" anchorCtr="0">
            <a:noAutofit/>
          </a:bodyPr>
          <a:lstStyle>
            <a:lvl1pPr marL="130302" indent="-130302" algn="l">
              <a:spcBef>
                <a:spcPts val="150"/>
              </a:spcBef>
              <a:buClr>
                <a:srgbClr val="B01C2E"/>
              </a:buClr>
              <a:buFont typeface="Wingdings" pitchFamily="2" charset="2"/>
              <a:buChar char="§"/>
              <a:defRPr sz="900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900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900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3" name="Slide Number Placeholder 9"/>
          <p:cNvSpPr>
            <a:spLocks noGrp="1"/>
          </p:cNvSpPr>
          <p:nvPr>
            <p:ph type="sldNum" sz="quarter" idx="48"/>
          </p:nvPr>
        </p:nvSpPr>
        <p:spPr/>
        <p:txBody>
          <a:bodyPr/>
          <a:lstStyle>
            <a:lvl1pPr>
              <a:defRPr/>
            </a:lvl1pPr>
          </a:lstStyle>
          <a:p>
            <a:fld id="{A2AEA599-6C77-BA4A-9F89-7B2425581CA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4" name="Footer Placeholder 47"/>
          <p:cNvSpPr>
            <a:spLocks noGrp="1"/>
          </p:cNvSpPr>
          <p:nvPr>
            <p:ph type="ftr" sz="quarter" idx="49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184087143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nt chart or Timelin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1"/>
          <p:cNvSpPr>
            <a:spLocks noChangeArrowheads="1"/>
          </p:cNvSpPr>
          <p:nvPr userDrawn="1"/>
        </p:nvSpPr>
        <p:spPr bwMode="auto">
          <a:xfrm>
            <a:off x="1555750" y="1828802"/>
            <a:ext cx="7131050" cy="379413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endParaRPr lang="en-US" altLang="en-US" sz="1350" b="0" i="0" dirty="0">
              <a:latin typeface="Calibri Regular" charset="0"/>
              <a:ea typeface="Calibri Regular" charset="0"/>
              <a:cs typeface="Calibri Regular" charset="0"/>
            </a:endParaRPr>
          </a:p>
        </p:txBody>
      </p:sp>
      <p:sp>
        <p:nvSpPr>
          <p:cNvPr id="71" name="Rectangle 13"/>
          <p:cNvSpPr>
            <a:spLocks noChangeArrowheads="1"/>
          </p:cNvSpPr>
          <p:nvPr userDrawn="1"/>
        </p:nvSpPr>
        <p:spPr bwMode="auto">
          <a:xfrm>
            <a:off x="447675" y="2189163"/>
            <a:ext cx="1098550" cy="3287712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endParaRPr lang="en-US" altLang="en-US" sz="1350" b="0" i="0" dirty="0">
              <a:latin typeface="Calibri Regular" charset="0"/>
              <a:ea typeface="Calibri Regular" charset="0"/>
              <a:cs typeface="Calibri Regular" charset="0"/>
            </a:endParaRPr>
          </a:p>
        </p:txBody>
      </p:sp>
      <p:grpSp>
        <p:nvGrpSpPr>
          <p:cNvPr id="72" name="Group 84"/>
          <p:cNvGrpSpPr>
            <a:grpSpLocks/>
          </p:cNvGrpSpPr>
          <p:nvPr userDrawn="1"/>
        </p:nvGrpSpPr>
        <p:grpSpPr bwMode="auto">
          <a:xfrm>
            <a:off x="442914" y="1819275"/>
            <a:ext cx="8234362" cy="3657600"/>
            <a:chOff x="443344" y="1819866"/>
            <a:chExt cx="8234523" cy="3657600"/>
          </a:xfrm>
        </p:grpSpPr>
        <p:grpSp>
          <p:nvGrpSpPr>
            <p:cNvPr id="73" name="Group 83"/>
            <p:cNvGrpSpPr>
              <a:grpSpLocks/>
            </p:cNvGrpSpPr>
            <p:nvPr userDrawn="1"/>
          </p:nvGrpSpPr>
          <p:grpSpPr bwMode="auto">
            <a:xfrm>
              <a:off x="443344" y="2565862"/>
              <a:ext cx="8229600" cy="2556366"/>
              <a:chOff x="443344" y="2565862"/>
              <a:chExt cx="8229600" cy="2556366"/>
            </a:xfrm>
          </p:grpSpPr>
          <p:cxnSp>
            <p:nvCxnSpPr>
              <p:cNvPr id="87" name="Straight Connector 27"/>
              <p:cNvCxnSpPr>
                <a:cxnSpLocks noChangeShapeType="1"/>
              </p:cNvCxnSpPr>
              <p:nvPr userDrawn="1"/>
            </p:nvCxnSpPr>
            <p:spPr bwMode="auto">
              <a:xfrm>
                <a:off x="443344" y="512064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8" name="Straight Connector 28"/>
              <p:cNvCxnSpPr>
                <a:cxnSpLocks noChangeShapeType="1"/>
              </p:cNvCxnSpPr>
              <p:nvPr userDrawn="1"/>
            </p:nvCxnSpPr>
            <p:spPr bwMode="auto">
              <a:xfrm>
                <a:off x="443344" y="475488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9" name="Straight Connector 29"/>
              <p:cNvCxnSpPr>
                <a:cxnSpLocks noChangeShapeType="1"/>
              </p:cNvCxnSpPr>
              <p:nvPr userDrawn="1"/>
            </p:nvCxnSpPr>
            <p:spPr bwMode="auto">
              <a:xfrm>
                <a:off x="443344" y="438912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0" name="Straight Connector 30"/>
              <p:cNvCxnSpPr>
                <a:cxnSpLocks noChangeShapeType="1"/>
              </p:cNvCxnSpPr>
              <p:nvPr userDrawn="1"/>
            </p:nvCxnSpPr>
            <p:spPr bwMode="auto">
              <a:xfrm>
                <a:off x="443344" y="402890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1" name="Straight Connector 31"/>
              <p:cNvCxnSpPr>
                <a:cxnSpLocks noChangeShapeType="1"/>
              </p:cNvCxnSpPr>
              <p:nvPr userDrawn="1"/>
            </p:nvCxnSpPr>
            <p:spPr bwMode="auto">
              <a:xfrm>
                <a:off x="443344" y="366314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2" name="Straight Connector 32"/>
              <p:cNvCxnSpPr>
                <a:cxnSpLocks noChangeShapeType="1"/>
              </p:cNvCxnSpPr>
              <p:nvPr userDrawn="1"/>
            </p:nvCxnSpPr>
            <p:spPr bwMode="auto">
              <a:xfrm>
                <a:off x="443344" y="3302924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3" name="Straight Connector 33"/>
              <p:cNvCxnSpPr>
                <a:cxnSpLocks noChangeShapeType="1"/>
              </p:cNvCxnSpPr>
              <p:nvPr userDrawn="1"/>
            </p:nvCxnSpPr>
            <p:spPr bwMode="auto">
              <a:xfrm>
                <a:off x="443344" y="292608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4" name="Straight Connector 34"/>
              <p:cNvCxnSpPr>
                <a:cxnSpLocks noChangeShapeType="1"/>
              </p:cNvCxnSpPr>
              <p:nvPr userDrawn="1"/>
            </p:nvCxnSpPr>
            <p:spPr bwMode="auto">
              <a:xfrm>
                <a:off x="443344" y="256586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74" name="Group 82"/>
            <p:cNvGrpSpPr>
              <a:grpSpLocks/>
            </p:cNvGrpSpPr>
            <p:nvPr userDrawn="1"/>
          </p:nvGrpSpPr>
          <p:grpSpPr bwMode="auto">
            <a:xfrm>
              <a:off x="2202964" y="1819866"/>
              <a:ext cx="6474903" cy="3657600"/>
              <a:chOff x="2202964" y="1819866"/>
              <a:chExt cx="6474903" cy="3657600"/>
            </a:xfrm>
          </p:grpSpPr>
          <p:cxnSp>
            <p:nvCxnSpPr>
              <p:cNvPr id="75" name="Straight Connector 16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374958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6" name="Straight Connector 17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1022290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7" name="Straight Connector 18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1669622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9" name="Straight Connector 19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2316954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0" name="Straight Connector 20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2964286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1" name="Straight Connector 21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3611618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" name="Straight Connector 22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4258950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3" name="Straight Connector 23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4906282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4" name="Straight Connector 24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5553614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5" name="Straight Connector 25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6200946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6" name="Straight Connector 26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6848273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95" name="TextBox 36"/>
          <p:cNvSpPr txBox="1">
            <a:spLocks noChangeArrowheads="1"/>
          </p:cNvSpPr>
          <p:nvPr userDrawn="1"/>
        </p:nvSpPr>
        <p:spPr bwMode="auto">
          <a:xfrm>
            <a:off x="512764" y="1566865"/>
            <a:ext cx="884237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lnSpc>
                <a:spcPts val="1050"/>
              </a:lnSpc>
              <a:spcBef>
                <a:spcPts val="1125"/>
              </a:spcBef>
              <a:buClr>
                <a:schemeClr val="accent1"/>
              </a:buClr>
              <a:buFont typeface="Wingdings 2" pitchFamily="18" charset="2"/>
              <a:buNone/>
              <a:defRPr/>
            </a:pPr>
            <a:r>
              <a:rPr lang="en-US" sz="600" b="0" i="0" dirty="0">
                <a:solidFill>
                  <a:srgbClr val="000000"/>
                </a:solidFill>
                <a:latin typeface="Calibri Regular" charset="0"/>
                <a:ea typeface="+mn-ea"/>
              </a:rPr>
              <a:t>WEEK NUMBER</a:t>
            </a:r>
          </a:p>
        </p:txBody>
      </p:sp>
      <p:sp>
        <p:nvSpPr>
          <p:cNvPr id="96" name="TextBox 37"/>
          <p:cNvSpPr txBox="1">
            <a:spLocks noChangeArrowheads="1"/>
          </p:cNvSpPr>
          <p:nvPr userDrawn="1"/>
        </p:nvSpPr>
        <p:spPr bwMode="auto">
          <a:xfrm>
            <a:off x="512764" y="1939925"/>
            <a:ext cx="884237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lnSpc>
                <a:spcPts val="1050"/>
              </a:lnSpc>
              <a:spcBef>
                <a:spcPts val="1125"/>
              </a:spcBef>
              <a:buClr>
                <a:schemeClr val="accent1"/>
              </a:buClr>
              <a:buFont typeface="Wingdings 2" pitchFamily="18" charset="2"/>
              <a:buNone/>
              <a:defRPr/>
            </a:pPr>
            <a:r>
              <a:rPr lang="en-US" sz="600" b="0" i="0" dirty="0">
                <a:solidFill>
                  <a:srgbClr val="000000"/>
                </a:solidFill>
                <a:latin typeface="Calibri Regular" charset="0"/>
                <a:ea typeface="+mn-ea"/>
              </a:rPr>
              <a:t>STARTS ON</a:t>
            </a:r>
          </a:p>
        </p:txBody>
      </p:sp>
      <p:cxnSp>
        <p:nvCxnSpPr>
          <p:cNvPr id="97" name="Straight Connector 39"/>
          <p:cNvCxnSpPr>
            <a:cxnSpLocks noChangeShapeType="1"/>
          </p:cNvCxnSpPr>
          <p:nvPr userDrawn="1"/>
        </p:nvCxnSpPr>
        <p:spPr bwMode="auto">
          <a:xfrm>
            <a:off x="442913" y="2200275"/>
            <a:ext cx="8229600" cy="1588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8" name="Straight Connector 40"/>
          <p:cNvCxnSpPr>
            <a:cxnSpLocks noChangeShapeType="1"/>
          </p:cNvCxnSpPr>
          <p:nvPr userDrawn="1"/>
        </p:nvCxnSpPr>
        <p:spPr bwMode="auto">
          <a:xfrm>
            <a:off x="442913" y="5486400"/>
            <a:ext cx="8229600" cy="1588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9" name="Freeform 40"/>
          <p:cNvSpPr>
            <a:spLocks/>
          </p:cNvSpPr>
          <p:nvPr userDrawn="1"/>
        </p:nvSpPr>
        <p:spPr bwMode="auto">
          <a:xfrm>
            <a:off x="1555751" y="1468440"/>
            <a:ext cx="7102475" cy="4027487"/>
          </a:xfrm>
          <a:custGeom>
            <a:avLst/>
            <a:gdLst>
              <a:gd name="T0" fmla="*/ 0 w 7101191"/>
              <a:gd name="T1" fmla="*/ 4028195 h 4027251"/>
              <a:gd name="T2" fmla="*/ 0 w 7101191"/>
              <a:gd name="T3" fmla="*/ 0 h 4027251"/>
              <a:gd name="T4" fmla="*/ 7106328 w 7101191"/>
              <a:gd name="T5" fmla="*/ 0 h 402725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101191" h="4027251">
                <a:moveTo>
                  <a:pt x="0" y="4027251"/>
                </a:moveTo>
                <a:lnTo>
                  <a:pt x="0" y="0"/>
                </a:lnTo>
                <a:lnTo>
                  <a:pt x="7101191" y="0"/>
                </a:lnTo>
              </a:path>
            </a:pathLst>
          </a:cu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cxnSp>
        <p:nvCxnSpPr>
          <p:cNvPr id="100" name="Straight Connector 42"/>
          <p:cNvCxnSpPr>
            <a:cxnSpLocks noChangeShapeType="1"/>
          </p:cNvCxnSpPr>
          <p:nvPr userDrawn="1"/>
        </p:nvCxnSpPr>
        <p:spPr bwMode="auto">
          <a:xfrm>
            <a:off x="1546226" y="1828800"/>
            <a:ext cx="649288" cy="228600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1546225" y="1835813"/>
            <a:ext cx="64591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203314" y="1835813"/>
            <a:ext cx="646889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2850206" y="1835813"/>
            <a:ext cx="651754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3497094" y="1835813"/>
            <a:ext cx="642026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4139118" y="1835813"/>
            <a:ext cx="649224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4795736" y="1835813"/>
            <a:ext cx="649224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5437760" y="1835813"/>
            <a:ext cx="649224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6084651" y="1835813"/>
            <a:ext cx="651754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6731540" y="1835813"/>
            <a:ext cx="646890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7383292" y="1835813"/>
            <a:ext cx="649224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8025320" y="1835813"/>
            <a:ext cx="653169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469240" y="223026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12"/>
          <p:cNvSpPr>
            <a:spLocks noGrp="1"/>
          </p:cNvSpPr>
          <p:nvPr>
            <p:ph type="body" sz="quarter" idx="46"/>
          </p:nvPr>
        </p:nvSpPr>
        <p:spPr>
          <a:xfrm>
            <a:off x="469240" y="259557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12"/>
          <p:cNvSpPr>
            <a:spLocks noGrp="1"/>
          </p:cNvSpPr>
          <p:nvPr>
            <p:ph type="body" sz="quarter" idx="47"/>
          </p:nvPr>
        </p:nvSpPr>
        <p:spPr>
          <a:xfrm>
            <a:off x="469240" y="296088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2"/>
          <p:cNvSpPr>
            <a:spLocks noGrp="1"/>
          </p:cNvSpPr>
          <p:nvPr>
            <p:ph type="body" sz="quarter" idx="48"/>
          </p:nvPr>
        </p:nvSpPr>
        <p:spPr>
          <a:xfrm>
            <a:off x="469240" y="332619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2"/>
          <p:cNvSpPr>
            <a:spLocks noGrp="1"/>
          </p:cNvSpPr>
          <p:nvPr>
            <p:ph type="body" sz="quarter" idx="49"/>
          </p:nvPr>
        </p:nvSpPr>
        <p:spPr>
          <a:xfrm>
            <a:off x="469240" y="369150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12"/>
          <p:cNvSpPr>
            <a:spLocks noGrp="1"/>
          </p:cNvSpPr>
          <p:nvPr>
            <p:ph type="body" sz="quarter" idx="50"/>
          </p:nvPr>
        </p:nvSpPr>
        <p:spPr>
          <a:xfrm>
            <a:off x="469240" y="405681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2"/>
          <p:cNvSpPr>
            <a:spLocks noGrp="1"/>
          </p:cNvSpPr>
          <p:nvPr>
            <p:ph type="body" sz="quarter" idx="51"/>
          </p:nvPr>
        </p:nvSpPr>
        <p:spPr>
          <a:xfrm>
            <a:off x="469240" y="5152742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12"/>
          <p:cNvSpPr>
            <a:spLocks noGrp="1"/>
          </p:cNvSpPr>
          <p:nvPr>
            <p:ph type="body" sz="quarter" idx="52"/>
          </p:nvPr>
        </p:nvSpPr>
        <p:spPr>
          <a:xfrm>
            <a:off x="469240" y="442212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12"/>
          <p:cNvSpPr>
            <a:spLocks noGrp="1"/>
          </p:cNvSpPr>
          <p:nvPr>
            <p:ph type="body" sz="quarter" idx="53"/>
          </p:nvPr>
        </p:nvSpPr>
        <p:spPr>
          <a:xfrm>
            <a:off x="469240" y="478743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Text Placeholder 12"/>
          <p:cNvSpPr>
            <a:spLocks noGrp="1"/>
          </p:cNvSpPr>
          <p:nvPr>
            <p:ph type="body" sz="quarter" idx="54"/>
          </p:nvPr>
        </p:nvSpPr>
        <p:spPr>
          <a:xfrm>
            <a:off x="1562267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94301C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Text Placeholder 12"/>
          <p:cNvSpPr>
            <a:spLocks noGrp="1"/>
          </p:cNvSpPr>
          <p:nvPr>
            <p:ph type="body" sz="quarter" idx="55"/>
          </p:nvPr>
        </p:nvSpPr>
        <p:spPr>
          <a:xfrm>
            <a:off x="2203313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2"/>
          <p:cNvSpPr>
            <a:spLocks noGrp="1"/>
          </p:cNvSpPr>
          <p:nvPr>
            <p:ph type="body" sz="quarter" idx="56"/>
          </p:nvPr>
        </p:nvSpPr>
        <p:spPr>
          <a:xfrm>
            <a:off x="2850203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2"/>
          <p:cNvSpPr>
            <a:spLocks noGrp="1"/>
          </p:cNvSpPr>
          <p:nvPr>
            <p:ph type="body" sz="quarter" idx="57"/>
          </p:nvPr>
        </p:nvSpPr>
        <p:spPr>
          <a:xfrm>
            <a:off x="3497093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2"/>
          <p:cNvSpPr>
            <a:spLocks noGrp="1"/>
          </p:cNvSpPr>
          <p:nvPr>
            <p:ph type="body" sz="quarter" idx="58"/>
          </p:nvPr>
        </p:nvSpPr>
        <p:spPr>
          <a:xfrm>
            <a:off x="4139118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12"/>
          <p:cNvSpPr>
            <a:spLocks noGrp="1"/>
          </p:cNvSpPr>
          <p:nvPr>
            <p:ph type="body" sz="quarter" idx="59"/>
          </p:nvPr>
        </p:nvSpPr>
        <p:spPr>
          <a:xfrm>
            <a:off x="4795736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Text Placeholder 12"/>
          <p:cNvSpPr>
            <a:spLocks noGrp="1"/>
          </p:cNvSpPr>
          <p:nvPr>
            <p:ph type="body" sz="quarter" idx="60"/>
          </p:nvPr>
        </p:nvSpPr>
        <p:spPr>
          <a:xfrm>
            <a:off x="5437760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Text Placeholder 12"/>
          <p:cNvSpPr>
            <a:spLocks noGrp="1"/>
          </p:cNvSpPr>
          <p:nvPr>
            <p:ph type="body" sz="quarter" idx="61"/>
          </p:nvPr>
        </p:nvSpPr>
        <p:spPr>
          <a:xfrm>
            <a:off x="6084650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Text Placeholder 12"/>
          <p:cNvSpPr>
            <a:spLocks noGrp="1"/>
          </p:cNvSpPr>
          <p:nvPr>
            <p:ph type="body" sz="quarter" idx="62"/>
          </p:nvPr>
        </p:nvSpPr>
        <p:spPr>
          <a:xfrm>
            <a:off x="6731540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2"/>
          <p:cNvSpPr>
            <a:spLocks noGrp="1"/>
          </p:cNvSpPr>
          <p:nvPr>
            <p:ph type="body" sz="quarter" idx="63"/>
          </p:nvPr>
        </p:nvSpPr>
        <p:spPr>
          <a:xfrm>
            <a:off x="7383292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12"/>
          <p:cNvSpPr>
            <a:spLocks noGrp="1"/>
          </p:cNvSpPr>
          <p:nvPr>
            <p:ph type="body" sz="quarter" idx="64"/>
          </p:nvPr>
        </p:nvSpPr>
        <p:spPr>
          <a:xfrm>
            <a:off x="8025318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9" name="Text Placeholder 178"/>
          <p:cNvSpPr>
            <a:spLocks noGrp="1"/>
          </p:cNvSpPr>
          <p:nvPr>
            <p:ph type="body" sz="quarter" idx="65"/>
          </p:nvPr>
        </p:nvSpPr>
        <p:spPr>
          <a:xfrm>
            <a:off x="1546225" y="2321700"/>
            <a:ext cx="9144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0" name="Text Placeholder 178"/>
          <p:cNvSpPr>
            <a:spLocks noGrp="1"/>
          </p:cNvSpPr>
          <p:nvPr>
            <p:ph type="body" sz="quarter" idx="66"/>
          </p:nvPr>
        </p:nvSpPr>
        <p:spPr>
          <a:xfrm>
            <a:off x="1546225" y="2687010"/>
            <a:ext cx="18288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1" name="Text Placeholder 178"/>
          <p:cNvSpPr>
            <a:spLocks noGrp="1"/>
          </p:cNvSpPr>
          <p:nvPr>
            <p:ph type="body" sz="quarter" idx="67"/>
          </p:nvPr>
        </p:nvSpPr>
        <p:spPr>
          <a:xfrm>
            <a:off x="1546225" y="3052320"/>
            <a:ext cx="27432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2" name="Text Placeholder 178"/>
          <p:cNvSpPr>
            <a:spLocks noGrp="1"/>
          </p:cNvSpPr>
          <p:nvPr>
            <p:ph type="body" sz="quarter" idx="68"/>
          </p:nvPr>
        </p:nvSpPr>
        <p:spPr>
          <a:xfrm>
            <a:off x="1546225" y="3417630"/>
            <a:ext cx="36576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3" name="Text Placeholder 178"/>
          <p:cNvSpPr>
            <a:spLocks noGrp="1"/>
          </p:cNvSpPr>
          <p:nvPr>
            <p:ph type="body" sz="quarter" idx="69"/>
          </p:nvPr>
        </p:nvSpPr>
        <p:spPr>
          <a:xfrm>
            <a:off x="1546225" y="3782940"/>
            <a:ext cx="45720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4" name="Text Placeholder 178"/>
          <p:cNvSpPr>
            <a:spLocks noGrp="1"/>
          </p:cNvSpPr>
          <p:nvPr>
            <p:ph type="body" sz="quarter" idx="70"/>
          </p:nvPr>
        </p:nvSpPr>
        <p:spPr>
          <a:xfrm>
            <a:off x="1546225" y="4148250"/>
            <a:ext cx="9144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5" name="Text Placeholder 178"/>
          <p:cNvSpPr>
            <a:spLocks noGrp="1"/>
          </p:cNvSpPr>
          <p:nvPr>
            <p:ph type="body" sz="quarter" idx="71"/>
          </p:nvPr>
        </p:nvSpPr>
        <p:spPr>
          <a:xfrm>
            <a:off x="1546225" y="4513560"/>
            <a:ext cx="18288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6" name="Text Placeholder 178"/>
          <p:cNvSpPr>
            <a:spLocks noGrp="1"/>
          </p:cNvSpPr>
          <p:nvPr>
            <p:ph type="body" sz="quarter" idx="72"/>
          </p:nvPr>
        </p:nvSpPr>
        <p:spPr>
          <a:xfrm>
            <a:off x="1546225" y="4878870"/>
            <a:ext cx="27432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7" name="Text Placeholder 178"/>
          <p:cNvSpPr>
            <a:spLocks noGrp="1"/>
          </p:cNvSpPr>
          <p:nvPr>
            <p:ph type="body" sz="quarter" idx="73"/>
          </p:nvPr>
        </p:nvSpPr>
        <p:spPr>
          <a:xfrm>
            <a:off x="1546225" y="5244182"/>
            <a:ext cx="36576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178"/>
          <p:cNvSpPr>
            <a:spLocks noGrp="1"/>
          </p:cNvSpPr>
          <p:nvPr>
            <p:ph type="body" sz="quarter" idx="74"/>
          </p:nvPr>
        </p:nvSpPr>
        <p:spPr>
          <a:xfrm>
            <a:off x="3436620" y="5562600"/>
            <a:ext cx="137160" cy="137160"/>
          </a:xfrm>
          <a:prstGeom prst="flowChartExtra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0" name="Text Placeholder 12"/>
          <p:cNvSpPr>
            <a:spLocks noGrp="1"/>
          </p:cNvSpPr>
          <p:nvPr>
            <p:ph type="body" sz="quarter" idx="76"/>
          </p:nvPr>
        </p:nvSpPr>
        <p:spPr>
          <a:xfrm>
            <a:off x="3048000" y="5817472"/>
            <a:ext cx="914400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1" name="Text Placeholder 178"/>
          <p:cNvSpPr>
            <a:spLocks noGrp="1"/>
          </p:cNvSpPr>
          <p:nvPr>
            <p:ph type="body" sz="quarter" idx="77"/>
          </p:nvPr>
        </p:nvSpPr>
        <p:spPr>
          <a:xfrm>
            <a:off x="5355067" y="5562600"/>
            <a:ext cx="137160" cy="137160"/>
          </a:xfrm>
          <a:prstGeom prst="flowChartExtra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Text Placeholder 12"/>
          <p:cNvSpPr>
            <a:spLocks noGrp="1"/>
          </p:cNvSpPr>
          <p:nvPr>
            <p:ph type="body" sz="quarter" idx="78"/>
          </p:nvPr>
        </p:nvSpPr>
        <p:spPr>
          <a:xfrm>
            <a:off x="4966447" y="5817472"/>
            <a:ext cx="914400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1" name="Slide Number Placeholder 9"/>
          <p:cNvSpPr>
            <a:spLocks noGrp="1"/>
          </p:cNvSpPr>
          <p:nvPr>
            <p:ph type="sldNum" sz="quarter" idx="79"/>
          </p:nvPr>
        </p:nvSpPr>
        <p:spPr/>
        <p:txBody>
          <a:bodyPr/>
          <a:lstStyle>
            <a:lvl1pPr>
              <a:defRPr/>
            </a:lvl1pPr>
          </a:lstStyle>
          <a:p>
            <a:fld id="{D003C6ED-C4A5-154D-A951-DFA096D6467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2" name="Footer Placeholder 79"/>
          <p:cNvSpPr>
            <a:spLocks noGrp="1"/>
          </p:cNvSpPr>
          <p:nvPr>
            <p:ph type="ftr" sz="quarter" idx="8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118704488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7"/>
          <p:cNvCxnSpPr>
            <a:cxnSpLocks noChangeShapeType="1"/>
          </p:cNvCxnSpPr>
          <p:nvPr userDrawn="1"/>
        </p:nvCxnSpPr>
        <p:spPr bwMode="auto">
          <a:xfrm>
            <a:off x="1779589" y="5981700"/>
            <a:ext cx="5495925" cy="1588"/>
          </a:xfrm>
          <a:prstGeom prst="line">
            <a:avLst/>
          </a:prstGeom>
          <a:noFill/>
          <a:ln w="9525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792288" y="5453937"/>
            <a:ext cx="5486400" cy="474325"/>
          </a:xfrm>
          <a:prstGeom prst="rect">
            <a:avLst/>
          </a:prstGeom>
        </p:spPr>
        <p:txBody>
          <a:bodyPr/>
          <a:lstStyle>
            <a:lvl1pPr algn="l">
              <a:defRPr sz="9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66756"/>
            <a:ext cx="5486400" cy="41926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6042020"/>
            <a:ext cx="5486400" cy="311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50" i="1">
                <a:solidFill>
                  <a:srgbClr val="4D4D4D"/>
                </a:solidFill>
                <a:latin typeface="Times New Roman" pitchFamily="18" charset="0"/>
                <a:cs typeface="Times New Roman" pitchFamily="18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769503" y="0"/>
            <a:ext cx="7604994" cy="896112"/>
          </a:xfrm>
          <a:prstGeom prst="rect">
            <a:avLst/>
          </a:prstGeom>
        </p:spPr>
        <p:txBody>
          <a:bodyPr anchor="b"/>
          <a:lstStyle>
            <a:lvl1pPr>
              <a:buNone/>
              <a:defRPr sz="165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14CE4E3-D3DE-AB41-A281-30813EB5473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128754343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452441" y="14478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452441" y="26670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452441" y="51054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7003443" y="14478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7003443" y="26670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6"/>
          </p:nvPr>
        </p:nvSpPr>
        <p:spPr>
          <a:xfrm>
            <a:off x="7003443" y="38862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7"/>
          </p:nvPr>
        </p:nvSpPr>
        <p:spPr>
          <a:xfrm>
            <a:off x="7003443" y="51054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8"/>
          </p:nvPr>
        </p:nvSpPr>
        <p:spPr>
          <a:xfrm>
            <a:off x="452441" y="38862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fld id="{1B28FF10-2575-714D-9D0B-AB6D45C94EA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2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22399475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159380" y="1419225"/>
            <a:ext cx="2532185" cy="48006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825"/>
            </a:lvl1pPr>
            <a:lvl2pPr marL="342900" indent="-171450">
              <a:buClr>
                <a:srgbClr val="B01C2E"/>
              </a:buClr>
              <a:buSzPct val="125000"/>
              <a:buFont typeface="Arial" pitchFamily="34" charset="0"/>
              <a:buChar char="•"/>
              <a:defRPr sz="825"/>
            </a:lvl2pPr>
            <a:lvl3pPr marL="514350">
              <a:buClr>
                <a:srgbClr val="B01C2E"/>
              </a:buClr>
              <a:buFont typeface="Arial" pitchFamily="34" charset="0"/>
              <a:buChar char="–"/>
              <a:defRPr sz="825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825"/>
            </a:lvl4pPr>
            <a:lvl5pPr marL="857250">
              <a:buClr>
                <a:srgbClr val="B01C2E"/>
              </a:buClr>
              <a:buFont typeface="Arial" pitchFamily="34" charset="0"/>
              <a:buChar char="–"/>
              <a:defRPr sz="825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B598768-D1F4-594C-B51E-99B1ED06033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33183256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575052" y="1419225"/>
            <a:ext cx="5111750" cy="4706938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rgbClr val="B01C2E"/>
              </a:buClr>
              <a:buSzPct val="125000"/>
              <a:buFont typeface="Arial" pitchFamily="34" charset="0"/>
              <a:buChar char="•"/>
              <a:defRPr sz="900"/>
            </a:lvl2pPr>
            <a:lvl3pPr marL="51435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19226"/>
            <a:ext cx="2918298" cy="470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i="1">
                <a:solidFill>
                  <a:srgbClr val="666666"/>
                </a:solidFill>
                <a:latin typeface="Times New Roman" pitchFamily="18" charset="0"/>
                <a:cs typeface="Times New Roman" pitchFamily="18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19B113F-1BA8-CA4E-A6B3-92D1D8C0C88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164392284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1" y="1419225"/>
            <a:ext cx="5111750" cy="4706938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rgbClr val="B01C2E"/>
              </a:buClr>
              <a:buSzPct val="125000"/>
              <a:buFont typeface="Arial" pitchFamily="34" charset="0"/>
              <a:buChar char="•"/>
              <a:defRPr sz="900"/>
            </a:lvl2pPr>
            <a:lvl3pPr marL="51435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5773265" y="1419226"/>
            <a:ext cx="2918298" cy="470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i="1">
                <a:solidFill>
                  <a:srgbClr val="666666"/>
                </a:solidFill>
                <a:latin typeface="Times New Roman" pitchFamily="18" charset="0"/>
                <a:cs typeface="Times New Roman" pitchFamily="18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24011BE-5C53-0E48-93A9-5E9857491FB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37021907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torney 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22"/>
          <p:cNvSpPr>
            <a:spLocks noChangeShapeType="1"/>
          </p:cNvSpPr>
          <p:nvPr/>
        </p:nvSpPr>
        <p:spPr bwMode="auto">
          <a:xfrm>
            <a:off x="2076450" y="2667000"/>
            <a:ext cx="66294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13" name="TextBox 13"/>
          <p:cNvSpPr txBox="1">
            <a:spLocks noChangeArrowheads="1"/>
          </p:cNvSpPr>
          <p:nvPr userDrawn="1"/>
        </p:nvSpPr>
        <p:spPr bwMode="auto">
          <a:xfrm>
            <a:off x="2066925" y="1108077"/>
            <a:ext cx="32004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sz="750" b="0" i="0" dirty="0">
                <a:solidFill>
                  <a:srgbClr val="B01C2E"/>
                </a:solidFill>
                <a:latin typeface="Calibri Regular" charset="0"/>
                <a:ea typeface="+mn-ea"/>
              </a:rPr>
              <a:t>Specialization</a:t>
            </a:r>
          </a:p>
        </p:txBody>
      </p:sp>
      <p:sp>
        <p:nvSpPr>
          <p:cNvPr id="14" name="TextBox 14"/>
          <p:cNvSpPr txBox="1">
            <a:spLocks noChangeArrowheads="1"/>
          </p:cNvSpPr>
          <p:nvPr userDrawn="1"/>
        </p:nvSpPr>
        <p:spPr bwMode="auto">
          <a:xfrm>
            <a:off x="5505450" y="1108077"/>
            <a:ext cx="32004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sz="750" b="0" i="0" dirty="0">
                <a:solidFill>
                  <a:srgbClr val="B01C2E"/>
                </a:solidFill>
                <a:latin typeface="Calibri Regular" charset="0"/>
                <a:ea typeface="+mn-ea"/>
              </a:rPr>
              <a:t>Education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2067306" y="2743200"/>
            <a:ext cx="6638544" cy="3429000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ts val="9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 "/>
              <a:defRPr sz="750" b="0" baseline="0">
                <a:latin typeface="+mn-lt"/>
              </a:defRPr>
            </a:lvl1pPr>
            <a:lvl2pPr marL="0" indent="0">
              <a:lnSpc>
                <a:spcPts val="900"/>
              </a:lnSpc>
              <a:spcBef>
                <a:spcPts val="0"/>
              </a:spcBef>
              <a:spcAft>
                <a:spcPts val="900"/>
              </a:spcAft>
              <a:buFont typeface="Arial" pitchFamily="34" charset="0"/>
              <a:buChar char=" "/>
              <a:defRPr sz="750" b="0" i="0" baseline="0">
                <a:solidFill>
                  <a:srgbClr val="666666"/>
                </a:solidFill>
                <a:latin typeface="Calibri Regular" charset="0"/>
              </a:defRPr>
            </a:lvl2pPr>
            <a:lvl3pPr marL="171450" indent="-171450">
              <a:buClr>
                <a:srgbClr val="B01C2E"/>
              </a:buClr>
              <a:buFont typeface="Wingdings 2" pitchFamily="18" charset="2"/>
              <a:buChar char="¡"/>
              <a:defRPr sz="750" b="0" i="0" baseline="0">
                <a:latin typeface="Calibri Regular" charset="0"/>
              </a:defRPr>
            </a:lvl3pPr>
            <a:lvl4pPr marL="342900" indent="-171450">
              <a:buClr>
                <a:srgbClr val="B01C2E"/>
              </a:buClr>
              <a:buFont typeface="Arial" pitchFamily="34" charset="0"/>
              <a:buChar char="–"/>
              <a:defRPr sz="750" b="0" i="0" baseline="0">
                <a:latin typeface="Calibri Regular" charset="0"/>
              </a:defRPr>
            </a:lvl4pPr>
            <a:lvl5pPr marL="514350" indent="-171450">
              <a:buClr>
                <a:srgbClr val="B01C2E"/>
              </a:buClr>
              <a:buFont typeface="Arial" pitchFamily="34" charset="0"/>
              <a:buChar char="–"/>
              <a:defRPr sz="750" b="0" i="0" baseline="0">
                <a:latin typeface="Calibri Regular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 baseline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55612" y="1108074"/>
            <a:ext cx="1170432" cy="1563624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55615" y="2722996"/>
            <a:ext cx="1525587" cy="553604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750"/>
              </a:lnSpc>
              <a:buNone/>
              <a:defRPr sz="750" b="0" baseline="0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5505450" y="2144554"/>
            <a:ext cx="3200400" cy="246888"/>
          </a:xfrm>
          <a:prstGeom prst="rect">
            <a:avLst/>
          </a:prstGeom>
          <a:ln w="6350">
            <a:noFill/>
          </a:ln>
        </p:spPr>
        <p:txBody>
          <a:bodyPr lIns="27432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None/>
              <a:defRPr sz="750" b="1" baseline="0">
                <a:solidFill>
                  <a:srgbClr val="B01C2E"/>
                </a:solidFill>
              </a:defRPr>
            </a:lvl1pPr>
            <a:lvl2pPr marL="89154" indent="-89154">
              <a:buClr>
                <a:srgbClr val="B01C2E"/>
              </a:buClr>
              <a:buFont typeface="Wingdings 2" pitchFamily="18" charset="2"/>
              <a:buNone/>
              <a:defRPr sz="750" b="1" baseline="0">
                <a:solidFill>
                  <a:srgbClr val="B01C2E"/>
                </a:solidFill>
              </a:defRPr>
            </a:lvl2pPr>
            <a:lvl3pPr marL="0" indent="-89154" algn="l" defTabSz="6858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180"/>
              </a:spcAft>
              <a:buClr>
                <a:srgbClr val="B01C2E"/>
              </a:buClr>
              <a:buFont typeface="Wingdings 2" pitchFamily="18" charset="2"/>
              <a:buNone/>
              <a:defRPr lang="en-US" sz="750" b="1" kern="1200" baseline="0" dirty="0" smtClean="0">
                <a:solidFill>
                  <a:srgbClr val="B01C2E"/>
                </a:solidFill>
                <a:latin typeface="+mn-lt"/>
                <a:ea typeface="+mn-ea"/>
                <a:cs typeface="+mn-cs"/>
              </a:defRPr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2067306" y="2144554"/>
            <a:ext cx="3200400" cy="246888"/>
          </a:xfrm>
          <a:prstGeom prst="rect">
            <a:avLst/>
          </a:prstGeom>
          <a:ln w="6350">
            <a:noFill/>
          </a:ln>
        </p:spPr>
        <p:txBody>
          <a:bodyPr lIns="27432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None/>
              <a:defRPr sz="750" b="1" baseline="0">
                <a:solidFill>
                  <a:srgbClr val="B01C2E"/>
                </a:solidFill>
              </a:defRPr>
            </a:lvl1pPr>
            <a:lvl2pPr marL="89154" indent="-89154">
              <a:buClr>
                <a:srgbClr val="B01C2E"/>
              </a:buClr>
              <a:buFont typeface="Wingdings 2" pitchFamily="18" charset="2"/>
              <a:buNone/>
              <a:defRPr sz="750" b="1" baseline="0">
                <a:solidFill>
                  <a:srgbClr val="B01C2E"/>
                </a:solidFill>
              </a:defRPr>
            </a:lvl2pPr>
            <a:lvl3pPr marL="0" indent="-89154" algn="l" defTabSz="6858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180"/>
              </a:spcAft>
              <a:buClr>
                <a:srgbClr val="B01C2E"/>
              </a:buClr>
              <a:buFont typeface="Wingdings 2" pitchFamily="18" charset="2"/>
              <a:buNone/>
              <a:defRPr lang="en-US" sz="750" b="1" kern="1200" baseline="0" dirty="0" smtClean="0">
                <a:solidFill>
                  <a:srgbClr val="B01C2E"/>
                </a:solidFill>
                <a:latin typeface="+mn-lt"/>
                <a:ea typeface="+mn-ea"/>
                <a:cs typeface="+mn-cs"/>
              </a:defRPr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6"/>
          <p:cNvSpPr>
            <a:spLocks noGrp="1"/>
          </p:cNvSpPr>
          <p:nvPr>
            <p:ph type="body" sz="quarter" idx="41"/>
          </p:nvPr>
        </p:nvSpPr>
        <p:spPr>
          <a:xfrm>
            <a:off x="2067306" y="2308860"/>
            <a:ext cx="3200400" cy="347472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180"/>
              </a:spcAft>
              <a:buNone/>
              <a:defRPr sz="750" b="0" baseline="0">
                <a:latin typeface="+mn-lt"/>
              </a:defRPr>
            </a:lvl1pPr>
            <a:lvl2pPr>
              <a:defRPr sz="900" baseline="0">
                <a:latin typeface="Arial" pitchFamily="34" charset="0"/>
              </a:defRPr>
            </a:lvl2pPr>
            <a:lvl3pPr>
              <a:defRPr sz="900" baseline="0">
                <a:latin typeface="Arial" pitchFamily="34" charset="0"/>
              </a:defRPr>
            </a:lvl3pPr>
            <a:lvl4pPr>
              <a:defRPr sz="900" baseline="0">
                <a:latin typeface="Arial" pitchFamily="34" charset="0"/>
              </a:defRPr>
            </a:lvl4pPr>
            <a:lvl5pPr>
              <a:defRPr sz="9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6"/>
          <p:cNvSpPr>
            <a:spLocks noGrp="1"/>
          </p:cNvSpPr>
          <p:nvPr>
            <p:ph type="body" sz="quarter" idx="42"/>
          </p:nvPr>
        </p:nvSpPr>
        <p:spPr>
          <a:xfrm>
            <a:off x="5505450" y="2308860"/>
            <a:ext cx="3200400" cy="347472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180"/>
              </a:spcAft>
              <a:buNone/>
              <a:defRPr sz="750" b="0" baseline="0">
                <a:latin typeface="+mn-lt"/>
              </a:defRPr>
            </a:lvl1pPr>
            <a:lvl2pPr>
              <a:defRPr sz="900" baseline="0">
                <a:latin typeface="Arial" pitchFamily="34" charset="0"/>
              </a:defRPr>
            </a:lvl2pPr>
            <a:lvl3pPr>
              <a:defRPr sz="900" baseline="0">
                <a:latin typeface="Arial" pitchFamily="34" charset="0"/>
              </a:defRPr>
            </a:lvl3pPr>
            <a:lvl4pPr>
              <a:defRPr sz="900" baseline="0">
                <a:latin typeface="Arial" pitchFamily="34" charset="0"/>
              </a:defRPr>
            </a:lvl4pPr>
            <a:lvl5pPr>
              <a:defRPr sz="9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2067306" y="1295400"/>
            <a:ext cx="32004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7432" tIns="45720" rIns="45720" bIns="45720" anchor="t">
            <a:noAutofit/>
          </a:bodyPr>
          <a:lstStyle>
            <a:lvl1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Wingdings 2" pitchFamily="18" charset="2"/>
              <a:buChar char=""/>
              <a:defRPr sz="750" baseline="0">
                <a:solidFill>
                  <a:schemeClr val="tx1"/>
                </a:solidFill>
              </a:defRPr>
            </a:lvl1pPr>
            <a:lvl2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rgbClr val="B01C2E"/>
              </a:buClr>
              <a:buFont typeface="NSimSun" pitchFamily="49" charset="-122"/>
              <a:buChar char=" "/>
              <a:defRPr sz="750" baseline="0"/>
            </a:lvl2pPr>
            <a:lvl3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rgbClr val="B01C2E"/>
              </a:buClr>
              <a:buFont typeface="Wingdings 2" pitchFamily="18" charset="2"/>
              <a:buChar char="¡"/>
              <a:defRPr sz="75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9"/>
          <p:cNvSpPr>
            <a:spLocks noGrp="1"/>
          </p:cNvSpPr>
          <p:nvPr>
            <p:ph type="body" sz="quarter" idx="43"/>
          </p:nvPr>
        </p:nvSpPr>
        <p:spPr>
          <a:xfrm>
            <a:off x="5505450" y="1295400"/>
            <a:ext cx="32004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7432" tIns="45720" rIns="45720" bIns="45720" anchor="t">
            <a:noAutofit/>
          </a:bodyPr>
          <a:lstStyle>
            <a:lvl1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Wingdings 2" pitchFamily="18" charset="2"/>
              <a:buChar char=""/>
              <a:defRPr sz="750" baseline="0">
                <a:solidFill>
                  <a:schemeClr val="tx1"/>
                </a:solidFill>
              </a:defRPr>
            </a:lvl1pPr>
            <a:lvl2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rgbClr val="B01C2E"/>
              </a:buClr>
              <a:buFont typeface="Arial" pitchFamily="34" charset="0"/>
              <a:buChar char=" "/>
              <a:defRPr sz="750" baseline="0"/>
            </a:lvl2pPr>
            <a:lvl3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rgbClr val="B01C2E"/>
              </a:buClr>
              <a:buFont typeface="Wingdings 2" pitchFamily="18" charset="2"/>
              <a:buChar char="¡"/>
              <a:defRPr sz="75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/>
            </a:lvl1pPr>
          </a:lstStyle>
          <a:p>
            <a:fld id="{3D17329F-BDC0-3444-A6CB-5CFB4AFF00F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139269111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eam with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576987" y="2982769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 baseline="0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576985" y="1589235"/>
            <a:ext cx="1069975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467882" y="1246188"/>
            <a:ext cx="8188325" cy="2286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900" b="1" cap="all" baseline="0">
                <a:solidFill>
                  <a:srgbClr val="C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2197969" y="2982769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spcBef>
                <a:spcPts val="0"/>
              </a:spcBef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2197967" y="1589235"/>
            <a:ext cx="1069975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2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7"/>
          </p:nvPr>
        </p:nvSpPr>
        <p:spPr>
          <a:xfrm>
            <a:off x="3850124" y="2982769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8"/>
          </p:nvPr>
        </p:nvSpPr>
        <p:spPr>
          <a:xfrm>
            <a:off x="3850124" y="1589235"/>
            <a:ext cx="1069975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5491888" y="2982769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Picture Placeholder 9"/>
          <p:cNvSpPr>
            <a:spLocks noGrp="1"/>
          </p:cNvSpPr>
          <p:nvPr>
            <p:ph type="pic" sz="quarter" idx="21"/>
          </p:nvPr>
        </p:nvSpPr>
        <p:spPr>
          <a:xfrm>
            <a:off x="5491886" y="1589235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7144042" y="2982769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23"/>
          </p:nvPr>
        </p:nvSpPr>
        <p:spPr>
          <a:xfrm>
            <a:off x="7144042" y="1589235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4"/>
          </p:nvPr>
        </p:nvSpPr>
        <p:spPr>
          <a:xfrm>
            <a:off x="576987" y="5320723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Picture Placeholder 9"/>
          <p:cNvSpPr>
            <a:spLocks noGrp="1"/>
          </p:cNvSpPr>
          <p:nvPr>
            <p:ph type="pic" sz="quarter" idx="25"/>
          </p:nvPr>
        </p:nvSpPr>
        <p:spPr>
          <a:xfrm>
            <a:off x="576985" y="3927188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26"/>
          </p:nvPr>
        </p:nvSpPr>
        <p:spPr>
          <a:xfrm>
            <a:off x="2197969" y="5320723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spcBef>
                <a:spcPts val="0"/>
              </a:spcBef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9"/>
          <p:cNvSpPr>
            <a:spLocks noGrp="1"/>
          </p:cNvSpPr>
          <p:nvPr>
            <p:ph type="pic" sz="quarter" idx="27"/>
          </p:nvPr>
        </p:nvSpPr>
        <p:spPr>
          <a:xfrm>
            <a:off x="2197967" y="3927188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0" name="Text Placeholder 7"/>
          <p:cNvSpPr>
            <a:spLocks noGrp="1"/>
          </p:cNvSpPr>
          <p:nvPr>
            <p:ph type="body" sz="quarter" idx="28"/>
          </p:nvPr>
        </p:nvSpPr>
        <p:spPr>
          <a:xfrm>
            <a:off x="3850124" y="5320723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9"/>
          <p:cNvSpPr>
            <a:spLocks noGrp="1"/>
          </p:cNvSpPr>
          <p:nvPr>
            <p:ph type="pic" sz="quarter" idx="29"/>
          </p:nvPr>
        </p:nvSpPr>
        <p:spPr>
          <a:xfrm>
            <a:off x="3850124" y="3927188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30"/>
          </p:nvPr>
        </p:nvSpPr>
        <p:spPr>
          <a:xfrm>
            <a:off x="5491888" y="5320723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Picture Placeholder 9"/>
          <p:cNvSpPr>
            <a:spLocks noGrp="1"/>
          </p:cNvSpPr>
          <p:nvPr>
            <p:ph type="pic" sz="quarter" idx="31"/>
          </p:nvPr>
        </p:nvSpPr>
        <p:spPr>
          <a:xfrm>
            <a:off x="5491886" y="3927188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32"/>
          </p:nvPr>
        </p:nvSpPr>
        <p:spPr>
          <a:xfrm>
            <a:off x="7144042" y="5320723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Picture Placeholder 9"/>
          <p:cNvSpPr>
            <a:spLocks noGrp="1"/>
          </p:cNvSpPr>
          <p:nvPr>
            <p:ph type="pic" sz="quarter" idx="33"/>
          </p:nvPr>
        </p:nvSpPr>
        <p:spPr>
          <a:xfrm>
            <a:off x="7144042" y="3962402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7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516D5A61-1BB2-3C40-A809-0A00CE29D5F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8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207291820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eam -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441325" y="1439863"/>
            <a:ext cx="83502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88" b="0" i="0" dirty="0">
                <a:solidFill>
                  <a:srgbClr val="C00000"/>
                </a:solidFill>
                <a:latin typeface="Calibri Regular" charset="0"/>
                <a:ea typeface="+mn-ea"/>
                <a:cs typeface="+mn-cs"/>
              </a:rPr>
              <a:t>PARTNERS</a:t>
            </a:r>
          </a:p>
        </p:txBody>
      </p:sp>
      <p:sp>
        <p:nvSpPr>
          <p:cNvPr id="11" name="Line 22"/>
          <p:cNvSpPr>
            <a:spLocks noChangeShapeType="1"/>
          </p:cNvSpPr>
          <p:nvPr/>
        </p:nvSpPr>
        <p:spPr bwMode="auto">
          <a:xfrm>
            <a:off x="438151" y="1897063"/>
            <a:ext cx="835342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12" name="Text Box 23"/>
          <p:cNvSpPr txBox="1">
            <a:spLocks noChangeArrowheads="1"/>
          </p:cNvSpPr>
          <p:nvPr/>
        </p:nvSpPr>
        <p:spPr bwMode="auto">
          <a:xfrm>
            <a:off x="441325" y="3268663"/>
            <a:ext cx="83502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88" b="0" i="0" dirty="0">
                <a:solidFill>
                  <a:srgbClr val="C00000"/>
                </a:solidFill>
                <a:latin typeface="Calibri Regular" charset="0"/>
                <a:ea typeface="+mn-ea"/>
                <a:cs typeface="+mn-cs"/>
              </a:rPr>
              <a:t>ASSOCIATES</a:t>
            </a:r>
          </a:p>
        </p:txBody>
      </p:sp>
      <p:sp>
        <p:nvSpPr>
          <p:cNvPr id="13" name="Line 24"/>
          <p:cNvSpPr>
            <a:spLocks noChangeShapeType="1"/>
          </p:cNvSpPr>
          <p:nvPr/>
        </p:nvSpPr>
        <p:spPr bwMode="auto">
          <a:xfrm>
            <a:off x="438151" y="3725863"/>
            <a:ext cx="835342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0"/>
          </p:nvPr>
        </p:nvSpPr>
        <p:spPr>
          <a:xfrm>
            <a:off x="2608581" y="2019300"/>
            <a:ext cx="18288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11"/>
          </p:nvPr>
        </p:nvSpPr>
        <p:spPr>
          <a:xfrm>
            <a:off x="4779011" y="2019300"/>
            <a:ext cx="18288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2"/>
          </p:nvPr>
        </p:nvSpPr>
        <p:spPr>
          <a:xfrm>
            <a:off x="6949440" y="2019300"/>
            <a:ext cx="18288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1481328" y="3886200"/>
            <a:ext cx="29718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 baseline="0">
                <a:latin typeface="+mn-lt"/>
              </a:defRPr>
            </a:lvl1pPr>
            <a:lvl2pPr>
              <a:defRPr sz="900" baseline="0">
                <a:latin typeface="Arial" pitchFamily="34" charset="0"/>
              </a:defRPr>
            </a:lvl2pPr>
            <a:lvl3pPr>
              <a:defRPr sz="900" baseline="0">
                <a:latin typeface="Arial" pitchFamily="34" charset="0"/>
              </a:defRPr>
            </a:lvl3pPr>
            <a:lvl4pPr>
              <a:defRPr sz="900" baseline="0">
                <a:latin typeface="Arial" pitchFamily="34" charset="0"/>
              </a:defRPr>
            </a:lvl4pPr>
            <a:lvl5pPr>
              <a:defRPr sz="9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8"/>
          </p:nvPr>
        </p:nvSpPr>
        <p:spPr>
          <a:xfrm>
            <a:off x="4724400" y="3886200"/>
            <a:ext cx="29718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 baseline="0">
                <a:latin typeface="+mn-lt"/>
              </a:defRPr>
            </a:lvl1pPr>
            <a:lvl2pPr>
              <a:defRPr sz="900" baseline="0">
                <a:latin typeface="Arial" pitchFamily="34" charset="0"/>
              </a:defRPr>
            </a:lvl2pPr>
            <a:lvl3pPr>
              <a:defRPr sz="900" baseline="0">
                <a:latin typeface="Arial" pitchFamily="34" charset="0"/>
              </a:defRPr>
            </a:lvl3pPr>
            <a:lvl4pPr>
              <a:defRPr sz="900" baseline="0">
                <a:latin typeface="Arial" pitchFamily="34" charset="0"/>
              </a:defRPr>
            </a:lvl4pPr>
            <a:lvl5pPr>
              <a:defRPr sz="9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1481328" y="4800600"/>
            <a:ext cx="6217920" cy="54864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 baseline="0">
                <a:latin typeface="+mn-lt"/>
              </a:defRPr>
            </a:lvl1pPr>
            <a:lvl2pPr>
              <a:defRPr sz="900" baseline="0">
                <a:latin typeface="Arial" pitchFamily="34" charset="0"/>
              </a:defRPr>
            </a:lvl2pPr>
            <a:lvl3pPr>
              <a:defRPr sz="900" baseline="0">
                <a:latin typeface="Arial" pitchFamily="34" charset="0"/>
              </a:defRPr>
            </a:lvl3pPr>
            <a:lvl4pPr>
              <a:defRPr sz="900" baseline="0">
                <a:latin typeface="Arial" pitchFamily="34" charset="0"/>
              </a:defRPr>
            </a:lvl4pPr>
            <a:lvl5pPr>
              <a:defRPr sz="9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7"/>
          <p:cNvSpPr>
            <a:spLocks noGrp="1"/>
          </p:cNvSpPr>
          <p:nvPr>
            <p:ph type="body" sz="quarter" idx="20"/>
          </p:nvPr>
        </p:nvSpPr>
        <p:spPr>
          <a:xfrm>
            <a:off x="438151" y="2019300"/>
            <a:ext cx="18288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B0AC1651-679E-F444-9932-326657929C5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1761276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HIGHLIGHT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/>
          <p:cNvSpPr>
            <a:spLocks noGrp="1"/>
          </p:cNvSpPr>
          <p:nvPr>
            <p:ph type="body" sz="quarter" idx="102"/>
          </p:nvPr>
        </p:nvSpPr>
        <p:spPr>
          <a:xfrm>
            <a:off x="450850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103"/>
          </p:nvPr>
        </p:nvSpPr>
        <p:spPr>
          <a:xfrm>
            <a:off x="450850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6"/>
          <p:cNvSpPr>
            <a:spLocks noGrp="1"/>
          </p:cNvSpPr>
          <p:nvPr>
            <p:ph type="body" sz="quarter" idx="104"/>
          </p:nvPr>
        </p:nvSpPr>
        <p:spPr>
          <a:xfrm>
            <a:off x="2111456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6"/>
          <p:cNvSpPr>
            <a:spLocks noGrp="1"/>
          </p:cNvSpPr>
          <p:nvPr>
            <p:ph type="body" sz="quarter" idx="105"/>
          </p:nvPr>
        </p:nvSpPr>
        <p:spPr>
          <a:xfrm>
            <a:off x="2111456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6"/>
          <p:cNvSpPr>
            <a:spLocks noGrp="1"/>
          </p:cNvSpPr>
          <p:nvPr>
            <p:ph type="body" sz="quarter" idx="106"/>
          </p:nvPr>
        </p:nvSpPr>
        <p:spPr>
          <a:xfrm>
            <a:off x="3772062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6"/>
          <p:cNvSpPr>
            <a:spLocks noGrp="1"/>
          </p:cNvSpPr>
          <p:nvPr>
            <p:ph type="body" sz="quarter" idx="107"/>
          </p:nvPr>
        </p:nvSpPr>
        <p:spPr>
          <a:xfrm>
            <a:off x="3772062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6"/>
          <p:cNvSpPr>
            <a:spLocks noGrp="1"/>
          </p:cNvSpPr>
          <p:nvPr>
            <p:ph type="body" sz="quarter" idx="108"/>
          </p:nvPr>
        </p:nvSpPr>
        <p:spPr>
          <a:xfrm>
            <a:off x="5432668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6"/>
          <p:cNvSpPr>
            <a:spLocks noGrp="1"/>
          </p:cNvSpPr>
          <p:nvPr>
            <p:ph type="body" sz="quarter" idx="109"/>
          </p:nvPr>
        </p:nvSpPr>
        <p:spPr>
          <a:xfrm>
            <a:off x="5432668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6"/>
          <p:cNvSpPr>
            <a:spLocks noGrp="1"/>
          </p:cNvSpPr>
          <p:nvPr>
            <p:ph type="body" sz="quarter" idx="110"/>
          </p:nvPr>
        </p:nvSpPr>
        <p:spPr>
          <a:xfrm>
            <a:off x="7105650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6"/>
          <p:cNvSpPr>
            <a:spLocks noGrp="1"/>
          </p:cNvSpPr>
          <p:nvPr>
            <p:ph type="body" sz="quarter" idx="111"/>
          </p:nvPr>
        </p:nvSpPr>
        <p:spPr>
          <a:xfrm>
            <a:off x="7105650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6"/>
          <p:cNvSpPr>
            <a:spLocks noGrp="1"/>
          </p:cNvSpPr>
          <p:nvPr>
            <p:ph type="body" sz="quarter" idx="112"/>
          </p:nvPr>
        </p:nvSpPr>
        <p:spPr>
          <a:xfrm>
            <a:off x="450850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36"/>
          <p:cNvSpPr>
            <a:spLocks noGrp="1"/>
          </p:cNvSpPr>
          <p:nvPr>
            <p:ph type="body" sz="quarter" idx="113"/>
          </p:nvPr>
        </p:nvSpPr>
        <p:spPr>
          <a:xfrm>
            <a:off x="450850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6"/>
          <p:cNvSpPr>
            <a:spLocks noGrp="1"/>
          </p:cNvSpPr>
          <p:nvPr>
            <p:ph type="body" sz="quarter" idx="114"/>
          </p:nvPr>
        </p:nvSpPr>
        <p:spPr>
          <a:xfrm>
            <a:off x="2111456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3" name="Text Placeholder 36"/>
          <p:cNvSpPr>
            <a:spLocks noGrp="1"/>
          </p:cNvSpPr>
          <p:nvPr>
            <p:ph type="body" sz="quarter" idx="115"/>
          </p:nvPr>
        </p:nvSpPr>
        <p:spPr>
          <a:xfrm>
            <a:off x="2111456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36"/>
          <p:cNvSpPr>
            <a:spLocks noGrp="1"/>
          </p:cNvSpPr>
          <p:nvPr>
            <p:ph type="body" sz="quarter" idx="116"/>
          </p:nvPr>
        </p:nvSpPr>
        <p:spPr>
          <a:xfrm>
            <a:off x="3772062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Text Placeholder 36"/>
          <p:cNvSpPr>
            <a:spLocks noGrp="1"/>
          </p:cNvSpPr>
          <p:nvPr>
            <p:ph type="body" sz="quarter" idx="117"/>
          </p:nvPr>
        </p:nvSpPr>
        <p:spPr>
          <a:xfrm>
            <a:off x="3772062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36"/>
          <p:cNvSpPr>
            <a:spLocks noGrp="1"/>
          </p:cNvSpPr>
          <p:nvPr>
            <p:ph type="body" sz="quarter" idx="118"/>
          </p:nvPr>
        </p:nvSpPr>
        <p:spPr>
          <a:xfrm>
            <a:off x="5432668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7" name="Text Placeholder 36"/>
          <p:cNvSpPr>
            <a:spLocks noGrp="1"/>
          </p:cNvSpPr>
          <p:nvPr>
            <p:ph type="body" sz="quarter" idx="119"/>
          </p:nvPr>
        </p:nvSpPr>
        <p:spPr>
          <a:xfrm>
            <a:off x="5432668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36"/>
          <p:cNvSpPr>
            <a:spLocks noGrp="1"/>
          </p:cNvSpPr>
          <p:nvPr>
            <p:ph type="body" sz="quarter" idx="120"/>
          </p:nvPr>
        </p:nvSpPr>
        <p:spPr>
          <a:xfrm>
            <a:off x="7105650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Text Placeholder 36"/>
          <p:cNvSpPr>
            <a:spLocks noGrp="1"/>
          </p:cNvSpPr>
          <p:nvPr>
            <p:ph type="body" sz="quarter" idx="121"/>
          </p:nvPr>
        </p:nvSpPr>
        <p:spPr>
          <a:xfrm>
            <a:off x="7105650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36"/>
          <p:cNvSpPr>
            <a:spLocks noGrp="1"/>
          </p:cNvSpPr>
          <p:nvPr>
            <p:ph type="body" sz="quarter" idx="122"/>
          </p:nvPr>
        </p:nvSpPr>
        <p:spPr>
          <a:xfrm>
            <a:off x="450850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1" name="Text Placeholder 36"/>
          <p:cNvSpPr>
            <a:spLocks noGrp="1"/>
          </p:cNvSpPr>
          <p:nvPr>
            <p:ph type="body" sz="quarter" idx="123"/>
          </p:nvPr>
        </p:nvSpPr>
        <p:spPr>
          <a:xfrm>
            <a:off x="450850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36"/>
          <p:cNvSpPr>
            <a:spLocks noGrp="1"/>
          </p:cNvSpPr>
          <p:nvPr>
            <p:ph type="body" sz="quarter" idx="124"/>
          </p:nvPr>
        </p:nvSpPr>
        <p:spPr>
          <a:xfrm>
            <a:off x="2111456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3" name="Text Placeholder 36"/>
          <p:cNvSpPr>
            <a:spLocks noGrp="1"/>
          </p:cNvSpPr>
          <p:nvPr>
            <p:ph type="body" sz="quarter" idx="125"/>
          </p:nvPr>
        </p:nvSpPr>
        <p:spPr>
          <a:xfrm>
            <a:off x="2111456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36"/>
          <p:cNvSpPr>
            <a:spLocks noGrp="1"/>
          </p:cNvSpPr>
          <p:nvPr>
            <p:ph type="body" sz="quarter" idx="126"/>
          </p:nvPr>
        </p:nvSpPr>
        <p:spPr>
          <a:xfrm>
            <a:off x="3772062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5" name="Text Placeholder 36"/>
          <p:cNvSpPr>
            <a:spLocks noGrp="1"/>
          </p:cNvSpPr>
          <p:nvPr>
            <p:ph type="body" sz="quarter" idx="127"/>
          </p:nvPr>
        </p:nvSpPr>
        <p:spPr>
          <a:xfrm>
            <a:off x="3772062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36"/>
          <p:cNvSpPr>
            <a:spLocks noGrp="1"/>
          </p:cNvSpPr>
          <p:nvPr>
            <p:ph type="body" sz="quarter" idx="128"/>
          </p:nvPr>
        </p:nvSpPr>
        <p:spPr>
          <a:xfrm>
            <a:off x="5432668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7" name="Text Placeholder 36"/>
          <p:cNvSpPr>
            <a:spLocks noGrp="1"/>
          </p:cNvSpPr>
          <p:nvPr>
            <p:ph type="body" sz="quarter" idx="129"/>
          </p:nvPr>
        </p:nvSpPr>
        <p:spPr>
          <a:xfrm>
            <a:off x="5432668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36"/>
          <p:cNvSpPr>
            <a:spLocks noGrp="1"/>
          </p:cNvSpPr>
          <p:nvPr>
            <p:ph type="body" sz="quarter" idx="130"/>
          </p:nvPr>
        </p:nvSpPr>
        <p:spPr>
          <a:xfrm>
            <a:off x="7105650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Text Placeholder 36"/>
          <p:cNvSpPr>
            <a:spLocks noGrp="1"/>
          </p:cNvSpPr>
          <p:nvPr>
            <p:ph type="body" sz="quarter" idx="131"/>
          </p:nvPr>
        </p:nvSpPr>
        <p:spPr>
          <a:xfrm>
            <a:off x="7105650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47676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3" name="Slide Number Placeholder 9"/>
          <p:cNvSpPr>
            <a:spLocks noGrp="1"/>
          </p:cNvSpPr>
          <p:nvPr>
            <p:ph type="sldNum" sz="quarter" idx="132"/>
          </p:nvPr>
        </p:nvSpPr>
        <p:spPr/>
        <p:txBody>
          <a:bodyPr/>
          <a:lstStyle>
            <a:lvl1pPr>
              <a:defRPr/>
            </a:lvl1pPr>
          </a:lstStyle>
          <a:p>
            <a:fld id="{77461BCF-BBA5-5E4A-ABD5-3E5D9382F9D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4" name="Footer Placeholder 12"/>
          <p:cNvSpPr>
            <a:spLocks noGrp="1"/>
          </p:cNvSpPr>
          <p:nvPr>
            <p:ph type="ftr" sz="quarter" idx="13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121487464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HIGHLIGHT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/>
          <p:cNvSpPr>
            <a:spLocks noGrp="1"/>
          </p:cNvSpPr>
          <p:nvPr>
            <p:ph type="body" sz="quarter" idx="102"/>
          </p:nvPr>
        </p:nvSpPr>
        <p:spPr>
          <a:xfrm>
            <a:off x="450850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103"/>
          </p:nvPr>
        </p:nvSpPr>
        <p:spPr>
          <a:xfrm>
            <a:off x="450850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6"/>
          <p:cNvSpPr>
            <a:spLocks noGrp="1"/>
          </p:cNvSpPr>
          <p:nvPr>
            <p:ph type="body" sz="quarter" idx="104"/>
          </p:nvPr>
        </p:nvSpPr>
        <p:spPr>
          <a:xfrm>
            <a:off x="2111456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6"/>
          <p:cNvSpPr>
            <a:spLocks noGrp="1"/>
          </p:cNvSpPr>
          <p:nvPr>
            <p:ph type="body" sz="quarter" idx="105"/>
          </p:nvPr>
        </p:nvSpPr>
        <p:spPr>
          <a:xfrm>
            <a:off x="2111456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6"/>
          <p:cNvSpPr>
            <a:spLocks noGrp="1"/>
          </p:cNvSpPr>
          <p:nvPr>
            <p:ph type="body" sz="quarter" idx="106"/>
          </p:nvPr>
        </p:nvSpPr>
        <p:spPr>
          <a:xfrm>
            <a:off x="3772062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6"/>
          <p:cNvSpPr>
            <a:spLocks noGrp="1"/>
          </p:cNvSpPr>
          <p:nvPr>
            <p:ph type="body" sz="quarter" idx="107"/>
          </p:nvPr>
        </p:nvSpPr>
        <p:spPr>
          <a:xfrm>
            <a:off x="3772062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6"/>
          <p:cNvSpPr>
            <a:spLocks noGrp="1"/>
          </p:cNvSpPr>
          <p:nvPr>
            <p:ph type="body" sz="quarter" idx="108"/>
          </p:nvPr>
        </p:nvSpPr>
        <p:spPr>
          <a:xfrm>
            <a:off x="5432668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6"/>
          <p:cNvSpPr>
            <a:spLocks noGrp="1"/>
          </p:cNvSpPr>
          <p:nvPr>
            <p:ph type="body" sz="quarter" idx="109"/>
          </p:nvPr>
        </p:nvSpPr>
        <p:spPr>
          <a:xfrm>
            <a:off x="5432668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6"/>
          <p:cNvSpPr>
            <a:spLocks noGrp="1"/>
          </p:cNvSpPr>
          <p:nvPr>
            <p:ph type="body" sz="quarter" idx="110"/>
          </p:nvPr>
        </p:nvSpPr>
        <p:spPr>
          <a:xfrm>
            <a:off x="7105650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6"/>
          <p:cNvSpPr>
            <a:spLocks noGrp="1"/>
          </p:cNvSpPr>
          <p:nvPr>
            <p:ph type="body" sz="quarter" idx="111"/>
          </p:nvPr>
        </p:nvSpPr>
        <p:spPr>
          <a:xfrm>
            <a:off x="7105650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6"/>
          <p:cNvSpPr>
            <a:spLocks noGrp="1"/>
          </p:cNvSpPr>
          <p:nvPr>
            <p:ph type="body" sz="quarter" idx="112"/>
          </p:nvPr>
        </p:nvSpPr>
        <p:spPr>
          <a:xfrm>
            <a:off x="450850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36"/>
          <p:cNvSpPr>
            <a:spLocks noGrp="1"/>
          </p:cNvSpPr>
          <p:nvPr>
            <p:ph type="body" sz="quarter" idx="113"/>
          </p:nvPr>
        </p:nvSpPr>
        <p:spPr>
          <a:xfrm>
            <a:off x="450850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6"/>
          <p:cNvSpPr>
            <a:spLocks noGrp="1"/>
          </p:cNvSpPr>
          <p:nvPr>
            <p:ph type="body" sz="quarter" idx="114"/>
          </p:nvPr>
        </p:nvSpPr>
        <p:spPr>
          <a:xfrm>
            <a:off x="450850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36"/>
          <p:cNvSpPr>
            <a:spLocks noGrp="1"/>
          </p:cNvSpPr>
          <p:nvPr>
            <p:ph type="body" sz="quarter" idx="115"/>
          </p:nvPr>
        </p:nvSpPr>
        <p:spPr>
          <a:xfrm>
            <a:off x="450850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6"/>
          <p:cNvSpPr>
            <a:spLocks noGrp="1"/>
          </p:cNvSpPr>
          <p:nvPr>
            <p:ph type="body" sz="quarter" idx="116"/>
          </p:nvPr>
        </p:nvSpPr>
        <p:spPr>
          <a:xfrm>
            <a:off x="2111456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36"/>
          <p:cNvSpPr>
            <a:spLocks noGrp="1"/>
          </p:cNvSpPr>
          <p:nvPr>
            <p:ph type="body" sz="quarter" idx="117"/>
          </p:nvPr>
        </p:nvSpPr>
        <p:spPr>
          <a:xfrm>
            <a:off x="2111456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6"/>
          <p:cNvSpPr>
            <a:spLocks noGrp="1"/>
          </p:cNvSpPr>
          <p:nvPr>
            <p:ph type="body" sz="quarter" idx="118"/>
          </p:nvPr>
        </p:nvSpPr>
        <p:spPr>
          <a:xfrm>
            <a:off x="2111456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36"/>
          <p:cNvSpPr>
            <a:spLocks noGrp="1"/>
          </p:cNvSpPr>
          <p:nvPr>
            <p:ph type="body" sz="quarter" idx="119"/>
          </p:nvPr>
        </p:nvSpPr>
        <p:spPr>
          <a:xfrm>
            <a:off x="2111456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6"/>
          <p:cNvSpPr>
            <a:spLocks noGrp="1"/>
          </p:cNvSpPr>
          <p:nvPr>
            <p:ph type="body" sz="quarter" idx="120"/>
          </p:nvPr>
        </p:nvSpPr>
        <p:spPr>
          <a:xfrm>
            <a:off x="3772062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Text Placeholder 36"/>
          <p:cNvSpPr>
            <a:spLocks noGrp="1"/>
          </p:cNvSpPr>
          <p:nvPr>
            <p:ph type="body" sz="quarter" idx="121"/>
          </p:nvPr>
        </p:nvSpPr>
        <p:spPr>
          <a:xfrm>
            <a:off x="3772062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6"/>
          <p:cNvSpPr>
            <a:spLocks noGrp="1"/>
          </p:cNvSpPr>
          <p:nvPr>
            <p:ph type="body" sz="quarter" idx="122"/>
          </p:nvPr>
        </p:nvSpPr>
        <p:spPr>
          <a:xfrm>
            <a:off x="3772062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7" name="Text Placeholder 36"/>
          <p:cNvSpPr>
            <a:spLocks noGrp="1"/>
          </p:cNvSpPr>
          <p:nvPr>
            <p:ph type="body" sz="quarter" idx="123"/>
          </p:nvPr>
        </p:nvSpPr>
        <p:spPr>
          <a:xfrm>
            <a:off x="3772062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6"/>
          <p:cNvSpPr>
            <a:spLocks noGrp="1"/>
          </p:cNvSpPr>
          <p:nvPr>
            <p:ph type="body" sz="quarter" idx="124"/>
          </p:nvPr>
        </p:nvSpPr>
        <p:spPr>
          <a:xfrm>
            <a:off x="5432668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Text Placeholder 36"/>
          <p:cNvSpPr>
            <a:spLocks noGrp="1"/>
          </p:cNvSpPr>
          <p:nvPr>
            <p:ph type="body" sz="quarter" idx="125"/>
          </p:nvPr>
        </p:nvSpPr>
        <p:spPr>
          <a:xfrm>
            <a:off x="5432668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6"/>
          <p:cNvSpPr>
            <a:spLocks noGrp="1"/>
          </p:cNvSpPr>
          <p:nvPr>
            <p:ph type="body" sz="quarter" idx="126"/>
          </p:nvPr>
        </p:nvSpPr>
        <p:spPr>
          <a:xfrm>
            <a:off x="5432668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36"/>
          <p:cNvSpPr>
            <a:spLocks noGrp="1"/>
          </p:cNvSpPr>
          <p:nvPr>
            <p:ph type="body" sz="quarter" idx="127"/>
          </p:nvPr>
        </p:nvSpPr>
        <p:spPr>
          <a:xfrm>
            <a:off x="5432668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6"/>
          <p:cNvSpPr>
            <a:spLocks noGrp="1"/>
          </p:cNvSpPr>
          <p:nvPr>
            <p:ph type="body" sz="quarter" idx="128"/>
          </p:nvPr>
        </p:nvSpPr>
        <p:spPr>
          <a:xfrm>
            <a:off x="7105650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36"/>
          <p:cNvSpPr>
            <a:spLocks noGrp="1"/>
          </p:cNvSpPr>
          <p:nvPr>
            <p:ph type="body" sz="quarter" idx="129"/>
          </p:nvPr>
        </p:nvSpPr>
        <p:spPr>
          <a:xfrm>
            <a:off x="7105650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6"/>
          <p:cNvSpPr>
            <a:spLocks noGrp="1"/>
          </p:cNvSpPr>
          <p:nvPr>
            <p:ph type="body" sz="quarter" idx="130"/>
          </p:nvPr>
        </p:nvSpPr>
        <p:spPr>
          <a:xfrm>
            <a:off x="7105650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36"/>
          <p:cNvSpPr>
            <a:spLocks noGrp="1"/>
          </p:cNvSpPr>
          <p:nvPr>
            <p:ph type="body" sz="quarter" idx="131"/>
          </p:nvPr>
        </p:nvSpPr>
        <p:spPr>
          <a:xfrm>
            <a:off x="7105650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47676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2"/>
          </p:nvPr>
        </p:nvSpPr>
        <p:spPr/>
        <p:txBody>
          <a:bodyPr/>
          <a:lstStyle>
            <a:lvl1pPr>
              <a:defRPr/>
            </a:lvl1pPr>
          </a:lstStyle>
          <a:p>
            <a:fld id="{31BEBA66-216E-7243-B012-B44CAA5F986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31860742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450850" y="291465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450850" y="462280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9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450850" y="121920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0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113838" y="121920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3776826" y="121920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2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5439814" y="121920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3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7102800" y="121920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4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113838" y="291465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113838" y="4626864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 u="none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 u="none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 u="none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 u="none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 u="none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6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3776826" y="291465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7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3776826" y="4626864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8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5439814" y="291465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5439814" y="4626864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0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7102800" y="291465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1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7102800" y="4626864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8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450850" y="431368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450850" y="6020181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450850" y="261823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5" b="1" i="1"/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1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2113838" y="261823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3776826" y="261823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5439814" y="261823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7102800" y="261823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5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2113838" y="431368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2113838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3776826" y="431368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3776826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5439814" y="431368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5439814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7102800" y="431368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7102800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47676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3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44A3DAED-98CA-ED44-BD8D-010557C4E8A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4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78405292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450850" y="2914650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450850" y="4622800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450850" y="1219200"/>
            <a:ext cx="1584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113838" y="1219200"/>
            <a:ext cx="1584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3776826" y="1219200"/>
            <a:ext cx="1584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5439814" y="1219200"/>
            <a:ext cx="1584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7102800" y="1219200"/>
            <a:ext cx="1584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113838" y="2914650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113838" y="4626864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3776826" y="2914650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3776826" y="4626864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5439814" y="2914650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5439814" y="4626864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7102800" y="2914650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7102800" y="4626864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450850" y="251235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2113837" y="251460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3776824" y="251460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5439811" y="251460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7102800" y="251460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450850" y="421005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2113837" y="421005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3776824" y="421005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5439811" y="421005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7102800" y="421005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450850" y="5919125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2113837" y="5919125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3776824" y="5919125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5439811" y="5919125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7102800" y="5919125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47676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465CD288-24B3-4B48-8EA0-67784588A8A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189835593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450850" y="291465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450850" y="4626864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450850" y="121920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113838" y="121920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3776826" y="121920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5439814" y="121920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7102800" y="121920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113838" y="291465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113838" y="4626864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3776826" y="291465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3776826" y="4626864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5439814" y="291465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5439814" y="4626864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7102800" y="291465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7102800" y="4626864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450850" y="2432304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2113837" y="2432304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3776824" y="2432304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5439811" y="2432304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7102800" y="2432304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450850" y="4133088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2113837" y="4133088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3776824" y="4133088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5439811" y="4133088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7102800" y="4133088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450850" y="5843016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2113837" y="5843016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3776824" y="5843016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5439811" y="5843016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7102800" y="5843016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47676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90FE7E78-F63E-6945-90BC-87516667A72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41439053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609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914400"/>
            <a:ext cx="7772400" cy="5410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Historical Returns</a:t>
            </a:r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latin typeface="Calibri"/>
            </a:endParaRPr>
          </a:p>
          <a:p>
            <a:fld id="{32A47CA8-1D40-3C49-82CF-CF2201A41E4F}" type="slidenum">
              <a:rPr lang="en-US" smtClean="0">
                <a:latin typeface="Calibri"/>
              </a:rPr>
              <a:pPr/>
              <a:t>‹#›</a:t>
            </a:fld>
            <a:endParaRPr lang="en-US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6192115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371601"/>
            <a:ext cx="4038600" cy="47545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1601"/>
            <a:ext cx="4038600" cy="47545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Historical Returns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BEE2D7-1F05-0540-AD0D-C8F6AEBAE5C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621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Line 88"/>
          <p:cNvSpPr>
            <a:spLocks noChangeShapeType="1"/>
          </p:cNvSpPr>
          <p:nvPr/>
        </p:nvSpPr>
        <p:spPr bwMode="gray">
          <a:xfrm>
            <a:off x="0" y="6423027"/>
            <a:ext cx="9144000" cy="0"/>
          </a:xfrm>
          <a:prstGeom prst="line">
            <a:avLst/>
          </a:prstGeom>
          <a:noFill/>
          <a:ln w="158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8610600" y="6436635"/>
            <a:ext cx="457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600" b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algn="r"/>
            <a:fld id="{D9D5F7EB-196B-A148-8812-2A4F7A2FBBD6}" type="slidenum">
              <a:rPr lang="en-US" altLang="en-US" smtClean="0"/>
              <a:pPr algn="r"/>
              <a:t>‹#›</a:t>
            </a:fld>
            <a:endParaRPr lang="en-US" altLang="en-US" b="1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3"/>
          </p:nvPr>
        </p:nvSpPr>
        <p:spPr>
          <a:xfrm>
            <a:off x="3124200" y="6442488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000" b="1" smtClean="0">
                <a:solidFill>
                  <a:srgbClr val="898989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dirty="0"/>
              <a:t>Historical Returns</a:t>
            </a:r>
          </a:p>
        </p:txBody>
      </p:sp>
      <p:sp>
        <p:nvSpPr>
          <p:cNvPr id="9" name="Footer Placeholder 3"/>
          <p:cNvSpPr txBox="1">
            <a:spLocks/>
          </p:cNvSpPr>
          <p:nvPr userDrawn="1"/>
        </p:nvSpPr>
        <p:spPr>
          <a:xfrm>
            <a:off x="72409" y="6423029"/>
            <a:ext cx="2362200" cy="365125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l">
              <a:defRPr/>
            </a:pPr>
            <a:r>
              <a:rPr lang="en-US" sz="600" b="1" i="0" dirty="0">
                <a:latin typeface="+mn-lt"/>
                <a:cs typeface="Calibri Regular" charset="0"/>
              </a:rPr>
              <a:t>CF_Ch7_HistRet_26</a:t>
            </a:r>
          </a:p>
        </p:txBody>
      </p:sp>
    </p:spTree>
    <p:extLst>
      <p:ext uri="{BB962C8B-B14F-4D97-AF65-F5344CB8AC3E}">
        <p14:creationId xmlns:p14="http://schemas.microsoft.com/office/powerpoint/2010/main" val="1036346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3" r:id="rId19"/>
    <p:sldLayoutId id="2147483694" r:id="rId20"/>
    <p:sldLayoutId id="2147483695" r:id="rId21"/>
    <p:sldLayoutId id="2147483696" r:id="rId22"/>
    <p:sldLayoutId id="2147483697" r:id="rId23"/>
    <p:sldLayoutId id="2147483698" r:id="rId24"/>
    <p:sldLayoutId id="2147483699" r:id="rId25"/>
    <p:sldLayoutId id="2147483700" r:id="rId26"/>
    <p:sldLayoutId id="2147483701" r:id="rId27"/>
    <p:sldLayoutId id="2147483702" r:id="rId28"/>
    <p:sldLayoutId id="2147483703" r:id="rId29"/>
    <p:sldLayoutId id="2147483704" r:id="rId30"/>
    <p:sldLayoutId id="2147483705" r:id="rId31"/>
    <p:sldLayoutId id="2147483706" r:id="rId32"/>
    <p:sldLayoutId id="2147483707" r:id="rId33"/>
    <p:sldLayoutId id="2147483708" r:id="rId34"/>
    <p:sldLayoutId id="2147483709" r:id="rId35"/>
    <p:sldLayoutId id="2147483710" r:id="rId36"/>
    <p:sldLayoutId id="2147483711" r:id="rId37"/>
    <p:sldLayoutId id="2147483712" r:id="rId38"/>
    <p:sldLayoutId id="2147483713" r:id="rId39"/>
    <p:sldLayoutId id="2147483714" r:id="rId40"/>
    <p:sldLayoutId id="2147483715" r:id="rId41"/>
    <p:sldLayoutId id="2147483716" r:id="rId42"/>
    <p:sldLayoutId id="2147483717" r:id="rId43"/>
    <p:sldLayoutId id="2147483718" r:id="rId44"/>
    <p:sldLayoutId id="2147483719" r:id="rId45"/>
    <p:sldLayoutId id="2147483720" r:id="rId46"/>
    <p:sldLayoutId id="2147483721" r:id="rId47"/>
    <p:sldLayoutId id="2147483722" r:id="rId48"/>
    <p:sldLayoutId id="2147483723" r:id="rId49"/>
    <p:sldLayoutId id="2147483724" r:id="rId50"/>
    <p:sldLayoutId id="2147483725" r:id="rId51"/>
    <p:sldLayoutId id="2147483726" r:id="rId52"/>
    <p:sldLayoutId id="2147483727" r:id="rId53"/>
    <p:sldLayoutId id="2147483728" r:id="rId54"/>
    <p:sldLayoutId id="2147483729" r:id="rId55"/>
    <p:sldLayoutId id="2147483730" r:id="rId56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0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23.e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sv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sv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jpeg"/><Relationship Id="rId4" Type="http://schemas.openxmlformats.org/officeDocument/2006/relationships/image" Target="../media/image35.sv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6B908C-B5CB-4D61-9AAA-0E6FA8ADAB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5527EB-3756-C241-BFD3-DBB1E111190F}" type="slidenum">
              <a:rPr lang="en-US" altLang="en-US" smtClean="0"/>
              <a:pPr/>
              <a:t>1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26835F-3425-4D22-A3BF-7A8DB7F9F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Historical Returns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ED9786-58D6-4467-A340-9C08B3251F1F}"/>
              </a:ext>
            </a:extLst>
          </p:cNvPr>
          <p:cNvSpPr/>
          <p:nvPr/>
        </p:nvSpPr>
        <p:spPr>
          <a:xfrm>
            <a:off x="641839" y="2111043"/>
            <a:ext cx="808892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Corporate Finance</a:t>
            </a:r>
          </a:p>
          <a:p>
            <a:pPr algn="ctr"/>
            <a:r>
              <a:rPr lang="en-US" sz="2700" b="1" dirty="0"/>
              <a:t>First Look at Investments: Historical Returns</a:t>
            </a:r>
          </a:p>
          <a:p>
            <a:pPr algn="ctr"/>
            <a:endParaRPr lang="en-US" sz="2700" b="1" dirty="0"/>
          </a:p>
          <a:p>
            <a:pPr algn="ctr"/>
            <a:endParaRPr lang="en-US" sz="2700" b="1" dirty="0"/>
          </a:p>
          <a:p>
            <a:pPr algn="ctr"/>
            <a:endParaRPr lang="en-US" b="1" dirty="0">
              <a:ea typeface="ＭＳ Ｐゴシック" charset="0"/>
              <a:cs typeface="ＭＳ Ｐゴシック" charset="0"/>
            </a:endParaRPr>
          </a:p>
          <a:p>
            <a:pPr algn="ctr"/>
            <a:endParaRPr lang="en-US" b="1" dirty="0"/>
          </a:p>
          <a:p>
            <a:pPr algn="ctr">
              <a:buNone/>
            </a:pPr>
            <a:r>
              <a:rPr lang="en-US" b="1" dirty="0"/>
              <a:t>Fall 2026</a:t>
            </a:r>
          </a:p>
          <a:p>
            <a:pPr algn="ctr"/>
            <a:r>
              <a:rPr lang="en-US" b="1" dirty="0"/>
              <a:t>Prof. Jeffrey Colón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871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2900" indent="-342900" eaLnBrk="1" hangingPunct="1"/>
            <a:r>
              <a:rPr lang="en-US" sz="2400" dirty="0">
                <a:solidFill>
                  <a:srgbClr val="010004"/>
                </a:solidFill>
                <a:ea typeface="ＭＳ Ｐゴシック" charset="0"/>
                <a:cs typeface="ＭＳ Ｐゴシック" charset="0"/>
              </a:rPr>
              <a:t>Historical US and global returns and volatility</a:t>
            </a:r>
          </a:p>
          <a:p>
            <a:pPr marL="342900" indent="-342900" eaLnBrk="1" hangingPunct="1"/>
            <a:r>
              <a:rPr lang="en-US" sz="2400" dirty="0">
                <a:solidFill>
                  <a:srgbClr val="010004"/>
                </a:solidFill>
                <a:ea typeface="ＭＳ Ｐゴシック" charset="0"/>
                <a:cs typeface="ＭＳ Ｐゴシック" charset="0"/>
              </a:rPr>
              <a:t>How to estimate and measure risk and return</a:t>
            </a:r>
          </a:p>
          <a:p>
            <a:pPr marL="742950" lvl="1" indent="-285750" eaLnBrk="1" hangingPunct="1"/>
            <a:r>
              <a:rPr lang="en-US" sz="2000" dirty="0">
                <a:solidFill>
                  <a:srgbClr val="010004"/>
                </a:solidFill>
                <a:ea typeface="ＭＳ Ｐゴシック" charset="0"/>
              </a:rPr>
              <a:t>Single assets</a:t>
            </a:r>
          </a:p>
          <a:p>
            <a:pPr marL="742950" lvl="1" indent="-285750" eaLnBrk="1" hangingPunct="1"/>
            <a:r>
              <a:rPr lang="en-US" sz="2000" dirty="0">
                <a:solidFill>
                  <a:srgbClr val="010004"/>
                </a:solidFill>
                <a:ea typeface="ＭＳ Ｐゴシック" charset="0"/>
              </a:rPr>
              <a:t>Portfolio of assets</a:t>
            </a:r>
          </a:p>
          <a:p>
            <a:pPr marL="742950" lvl="1" indent="-285750" eaLnBrk="1" hangingPunct="1"/>
            <a:r>
              <a:rPr lang="en-US" sz="2000" dirty="0">
                <a:solidFill>
                  <a:srgbClr val="010004"/>
                </a:solidFill>
                <a:ea typeface="ＭＳ Ｐゴシック" charset="0"/>
              </a:rPr>
              <a:t>Role of </a:t>
            </a:r>
            <a:r>
              <a:rPr lang="en-US" sz="2000" i="1" dirty="0">
                <a:solidFill>
                  <a:srgbClr val="010004"/>
                </a:solidFill>
                <a:ea typeface="ＭＳ Ｐゴシック" charset="0"/>
              </a:rPr>
              <a:t>Risk aversion</a:t>
            </a:r>
          </a:p>
          <a:p>
            <a:pPr marL="742950" lvl="1" indent="-285750" eaLnBrk="1" hangingPunct="1"/>
            <a:r>
              <a:rPr lang="en-US" sz="2000" dirty="0">
                <a:solidFill>
                  <a:srgbClr val="010004"/>
                </a:solidFill>
                <a:ea typeface="ＭＳ Ｐゴシック" charset="0"/>
              </a:rPr>
              <a:t>Examine sample asset returns and variances</a:t>
            </a:r>
          </a:p>
          <a:p>
            <a:pPr marL="342900" indent="-342900" eaLnBrk="1" hangingPunct="1"/>
            <a:r>
              <a:rPr lang="en-US" sz="2400" dirty="0">
                <a:solidFill>
                  <a:srgbClr val="010004"/>
                </a:solidFill>
                <a:ea typeface="ＭＳ Ｐゴシック" charset="0"/>
                <a:cs typeface="ＭＳ Ｐゴシック" charset="0"/>
              </a:rPr>
              <a:t>Portfolios and diversification</a:t>
            </a:r>
          </a:p>
          <a:p>
            <a:pPr marL="742950" lvl="1" indent="-285750" eaLnBrk="1" hangingPunct="1"/>
            <a:r>
              <a:rPr lang="en-US" sz="2000" dirty="0">
                <a:ea typeface="ＭＳ Ｐゴシック" charset="0"/>
              </a:rPr>
              <a:t>How to measure the benefits of diversification</a:t>
            </a:r>
          </a:p>
          <a:p>
            <a:pPr marL="742950" lvl="1" indent="-285750" eaLnBrk="1" hangingPunct="1"/>
            <a:r>
              <a:rPr lang="en-US" sz="2000" dirty="0">
                <a:ea typeface="ＭＳ Ｐゴシック" charset="0"/>
              </a:rPr>
              <a:t>How to measure the trade-off between risk and return</a:t>
            </a:r>
          </a:p>
          <a:p>
            <a:pPr marL="742950" lvl="1" indent="-285750" eaLnBrk="1" hangingPunct="1"/>
            <a:r>
              <a:rPr lang="en-US" sz="2000" dirty="0">
                <a:ea typeface="ＭＳ Ｐゴシック" charset="0"/>
              </a:rPr>
              <a:t>Construction of diverse portfolios</a:t>
            </a:r>
          </a:p>
          <a:p>
            <a:pPr marL="742950" lvl="1" indent="-285750" eaLnBrk="1" hangingPunct="1"/>
            <a:r>
              <a:rPr lang="en-US" sz="2000" dirty="0">
                <a:ea typeface="ＭＳ Ｐゴシック" charset="0"/>
              </a:rPr>
              <a:t>Limits</a:t>
            </a:r>
          </a:p>
          <a:p>
            <a:pPr marL="342900" indent="-342900" eaLnBrk="1" hangingPunct="1"/>
            <a:r>
              <a:rPr lang="en-US" sz="2400" b="1" dirty="0">
                <a:ea typeface="ＭＳ Ｐゴシック" charset="0"/>
                <a:cs typeface="ＭＳ Ｐゴシック" charset="0"/>
              </a:rPr>
              <a:t>Importance:  Determine the Cost of Capital </a:t>
            </a:r>
            <a:r>
              <a:rPr lang="en-US" sz="2400" b="1" dirty="0">
                <a:ea typeface="ＭＳ Ｐゴシック" charset="0"/>
                <a:cs typeface="ＭＳ Ｐゴシック" charset="0"/>
                <a:sym typeface="Wingdings" charset="0"/>
              </a:rPr>
              <a:t></a:t>
            </a:r>
            <a:endParaRPr lang="en-US" sz="2400" b="1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solidFill>
                  <a:schemeClr val="tx1"/>
                </a:solidFill>
                <a:ea typeface="ＭＳ Ｐゴシック" charset="0"/>
                <a:cs typeface="ＭＳ Ｐゴシック" charset="0"/>
              </a:rPr>
              <a:t>Risk and Return:  Overview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16387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700">
                <a:latin typeface="Calibri"/>
              </a:rPr>
              <a:t>Historical Returns</a:t>
            </a:r>
          </a:p>
        </p:txBody>
      </p:sp>
      <p:graphicFrame>
        <p:nvGraphicFramePr>
          <p:cNvPr id="1638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8544915"/>
              </p:ext>
            </p:extLst>
          </p:nvPr>
        </p:nvGraphicFramePr>
        <p:xfrm>
          <a:off x="6629400" y="4800600"/>
          <a:ext cx="609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29040" imgH="155160" progId="Equation.3">
                  <p:embed/>
                </p:oleObj>
              </mc:Choice>
              <mc:Fallback>
                <p:oleObj name="Equation" r:id="rId3" imgW="329040" imgH="155160" progId="Equation.3">
                  <p:embed/>
                  <p:pic>
                    <p:nvPicPr>
                      <p:cNvPr id="1638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4800600"/>
                        <a:ext cx="6096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7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</a:t>
            </a:fld>
            <a:endParaRPr lang="en-US" altLang="en-US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1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1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1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1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1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1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1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1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1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1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1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1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41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1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1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41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41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1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41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1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1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41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41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41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41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41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1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41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41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41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413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413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413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413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13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413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15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37C88F-AE1F-0A48-B9F7-1CACE55E8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41934"/>
            <a:ext cx="8458200" cy="365127"/>
          </a:xfrm>
        </p:spPr>
        <p:txBody>
          <a:bodyPr/>
          <a:lstStyle/>
          <a:p>
            <a:r>
              <a:rPr lang="en-US" i="1" dirty="0">
                <a:ea typeface="ＭＳ Ｐゴシック" charset="0"/>
                <a:cs typeface="ＭＳ Ｐゴシック" charset="0"/>
              </a:rPr>
              <a:t>Nominal</a:t>
            </a:r>
            <a:r>
              <a:rPr lang="en-US" dirty="0">
                <a:ea typeface="ＭＳ Ｐゴシック" charset="0"/>
                <a:cs typeface="ＭＳ Ｐゴシック" charset="0"/>
              </a:rPr>
              <a:t> Value of an Investment of $1 in 1926 Through 2025 (U.S.)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5279F9-6FBB-3A4F-B828-D57CFDEDEB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3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C7717-E918-F347-9CF4-4803CE136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Historical Returns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89B06E-E42F-2823-96A2-F875A60D81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609600"/>
            <a:ext cx="8537448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378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568A9-70B5-C9A6-7CEA-41A90D4BF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59CD64A-FA9B-F229-EFD9-552DF2BA5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Value of an Investment of $1 (</a:t>
            </a:r>
            <a:r>
              <a:rPr lang="en-US" i="1" dirty="0">
                <a:ea typeface="ＭＳ Ｐゴシック" charset="0"/>
                <a:cs typeface="ＭＳ Ｐゴシック" charset="0"/>
              </a:rPr>
              <a:t>after taxes</a:t>
            </a:r>
            <a:r>
              <a:rPr lang="en-US" dirty="0">
                <a:ea typeface="ＭＳ Ｐゴシック" charset="0"/>
                <a:cs typeface="ＭＳ Ｐゴシック" charset="0"/>
              </a:rPr>
              <a:t>) in 1926 Through 2024 (U.S.)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ADDD48-DD41-472B-5DA6-445AB9E91E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4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99FD6-B3E5-A0BB-8BBF-CFA4D660E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Historical Returns</a:t>
            </a:r>
            <a:endParaRPr lang="en-US" dirty="0"/>
          </a:p>
        </p:txBody>
      </p:sp>
      <p:pic>
        <p:nvPicPr>
          <p:cNvPr id="7" name="Picture 6" descr="A graph of growth of stocks&#10;&#10;AI-generated content may be incorrect.">
            <a:extLst>
              <a:ext uri="{FF2B5EF4-FFF2-40B4-BE49-F238E27FC236}">
                <a16:creationId xmlns:a16="http://schemas.microsoft.com/office/drawing/2014/main" id="{8098B8B9-600B-F1F4-A637-D187B1D50F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38" y="609600"/>
            <a:ext cx="8453610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33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89F2188-D467-A646-B290-05A167C61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ea typeface="ＭＳ Ｐゴシック" charset="0"/>
                <a:cs typeface="ＭＳ Ｐゴシック" charset="0"/>
              </a:rPr>
              <a:t>Real (after inflation &amp; taxes) </a:t>
            </a:r>
            <a:r>
              <a:rPr lang="en-US" dirty="0">
                <a:ea typeface="ＭＳ Ｐゴシック" charset="0"/>
                <a:cs typeface="ＭＳ Ｐゴシック" charset="0"/>
              </a:rPr>
              <a:t>Value of an Investment of $1 in 1926 Through 2024 (U.S.)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CC196B-017A-C640-8BA9-6BB9024F2B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5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83675-9427-5049-831D-683F50A20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Historical Returns</a:t>
            </a:r>
            <a:endParaRPr lang="en-US" dirty="0"/>
          </a:p>
        </p:txBody>
      </p:sp>
      <p:pic>
        <p:nvPicPr>
          <p:cNvPr id="7" name="Picture 6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CBB52651-E8B1-30B0-54F4-E2EFAE284A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948" y="609600"/>
            <a:ext cx="8468299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744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E6A2BA2-0FC8-154D-BA15-B6B39BA78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Series: US Stock Returns  (1900-2025)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EB1AEA-3CEF-E142-AA80-89F0F78532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6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E278B-A057-364C-AE23-A4BD69554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Historical Returns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08A203-0F19-B235-0697-2CE129E08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66" y="762001"/>
            <a:ext cx="8458199" cy="5486400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6F1C7E1C-4DF3-1641-BABB-65E0F688BD5A}"/>
              </a:ext>
            </a:extLst>
          </p:cNvPr>
          <p:cNvSpPr/>
          <p:nvPr/>
        </p:nvSpPr>
        <p:spPr>
          <a:xfrm>
            <a:off x="319835" y="762001"/>
            <a:ext cx="606552" cy="24622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109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E03A09B-F0F4-7ACD-1D4E-D51875323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Series: US Bond (10-yr) Returns  (1900-2025)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DE49E4-BCB2-DD14-25C6-C75DE5988C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7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97647-3905-83D5-2A70-84DE64B69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Historical Returns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60EFCC-A594-6220-B72A-8E6303ACB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492" y="762000"/>
            <a:ext cx="8327756" cy="5486400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485EC496-6E43-113F-D6AC-D9D0C9E01064}"/>
              </a:ext>
            </a:extLst>
          </p:cNvPr>
          <p:cNvSpPr/>
          <p:nvPr/>
        </p:nvSpPr>
        <p:spPr>
          <a:xfrm>
            <a:off x="384048" y="914400"/>
            <a:ext cx="606552" cy="36512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680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6A42780-9245-EF10-4B52-CD5548338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Series: T-Bill Returns (1900-2025)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B263C9-22F8-C048-3B05-6C5381B555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8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0106E4-1164-22F5-B37E-B97D0CBF3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Historical Returns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325A07-D947-750E-1DF2-63705437D0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762000"/>
            <a:ext cx="8229600" cy="5680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83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6699CD6-A317-A710-462F-30FD2D9D6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Histogram:  US Stock Returns (1900-2025)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D5CEEF-F51F-748C-E222-1AE898A212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9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5CEC2B-F97C-83BA-DCCB-772598585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Historical Returns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83AF7E6-DEC4-C55E-C25C-B6C187BF6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75334"/>
            <a:ext cx="8458200" cy="574926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99F0DB6-09FB-1B60-2439-CB4C6DC432DF}"/>
              </a:ext>
            </a:extLst>
          </p:cNvPr>
          <p:cNvSpPr txBox="1"/>
          <p:nvPr/>
        </p:nvSpPr>
        <p:spPr>
          <a:xfrm>
            <a:off x="5789908" y="1524000"/>
            <a:ext cx="220980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Mean: 11.73%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ADE67B7-0D23-4A96-D72C-353CF04F79A9}"/>
              </a:ext>
            </a:extLst>
          </p:cNvPr>
          <p:cNvCxnSpPr>
            <a:cxnSpLocks/>
          </p:cNvCxnSpPr>
          <p:nvPr/>
        </p:nvCxnSpPr>
        <p:spPr>
          <a:xfrm flipH="1">
            <a:off x="4714714" y="1708666"/>
            <a:ext cx="1000286" cy="18466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5653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A86A080-4F34-E668-F14E-460FC0CC6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Histogram:  US 10-YR Bond Returns  (1900-2024)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3288F2-E807-6F6F-6CAD-942032ADEB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10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3BC90-07AA-7FC1-1DED-3EBDFD107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Historical Returns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E7F18AB-5A88-654E-39C5-4EE21A43C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059" y="619684"/>
            <a:ext cx="8458200" cy="5638799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B098DCC-F05F-0519-4179-9F2133C94133}"/>
              </a:ext>
            </a:extLst>
          </p:cNvPr>
          <p:cNvCxnSpPr>
            <a:cxnSpLocks/>
          </p:cNvCxnSpPr>
          <p:nvPr/>
        </p:nvCxnSpPr>
        <p:spPr>
          <a:xfrm flipH="1">
            <a:off x="3010989" y="1463569"/>
            <a:ext cx="951411" cy="16472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471A193-B346-4634-5A18-342395867393}"/>
              </a:ext>
            </a:extLst>
          </p:cNvPr>
          <p:cNvSpPr txBox="1"/>
          <p:nvPr/>
        </p:nvSpPr>
        <p:spPr>
          <a:xfrm>
            <a:off x="3962400" y="1295400"/>
            <a:ext cx="220980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Mean: 4.75%</a:t>
            </a:r>
          </a:p>
        </p:txBody>
      </p:sp>
    </p:spTree>
    <p:extLst>
      <p:ext uri="{BB962C8B-B14F-4D97-AF65-F5344CB8AC3E}">
        <p14:creationId xmlns:p14="http://schemas.microsoft.com/office/powerpoint/2010/main" val="977841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Histogram:  T-Bill Return (1900-2024) 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2457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700">
                <a:latin typeface="Calibri"/>
              </a:rPr>
              <a:t>Historical Returns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11</a:t>
            </a:fld>
            <a:endParaRPr lang="en-US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FF8659-5F8E-2244-D205-E8555A597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685800"/>
            <a:ext cx="8458200" cy="556260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BEA5AFD-F827-39DB-8BCA-37488B844850}"/>
              </a:ext>
            </a:extLst>
          </p:cNvPr>
          <p:cNvCxnSpPr>
            <a:cxnSpLocks/>
          </p:cNvCxnSpPr>
          <p:nvPr/>
        </p:nvCxnSpPr>
        <p:spPr>
          <a:xfrm flipH="1">
            <a:off x="2648493" y="1981200"/>
            <a:ext cx="951411" cy="16472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59BB0B3-F97F-2719-83DA-0016320E5156}"/>
              </a:ext>
            </a:extLst>
          </p:cNvPr>
          <p:cNvSpPr txBox="1"/>
          <p:nvPr/>
        </p:nvSpPr>
        <p:spPr>
          <a:xfrm>
            <a:off x="3810000" y="1694232"/>
            <a:ext cx="220980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Mean: 3.66%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1AB08-20A4-7F09-99B5-3E636D3C6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639C580-2E42-F590-9911-05B2BF3E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Histogram: Returns of US Stocks, Bonds, and T-Bills (1900-2025)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2D6C69-E407-604A-C6AF-34FFB76FC8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12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5762A9-F5EB-AA56-572E-DE55B92D8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Historical Returns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3C2BB2-D394-67E7-2760-719F21EAD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762000"/>
            <a:ext cx="8458200" cy="5486400"/>
          </a:xfrm>
          <a:prstGeom prst="rect">
            <a:avLst/>
          </a:prstGeom>
        </p:spPr>
      </p:pic>
      <p:sp>
        <p:nvSpPr>
          <p:cNvPr id="2" name="Text Box 15">
            <a:extLst>
              <a:ext uri="{FF2B5EF4-FFF2-40B4-BE49-F238E27FC236}">
                <a16:creationId xmlns:a16="http://schemas.microsoft.com/office/drawing/2014/main" id="{32963C04-9291-61AA-A7C7-CF87D56E51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2799" y="1280496"/>
            <a:ext cx="685800" cy="223838"/>
          </a:xfrm>
          <a:prstGeom prst="rect">
            <a:avLst/>
          </a:prstGeom>
          <a:solidFill>
            <a:srgbClr val="FFE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8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3" name="Text Box 16">
            <a:extLst>
              <a:ext uri="{FF2B5EF4-FFF2-40B4-BE49-F238E27FC236}">
                <a16:creationId xmlns:a16="http://schemas.microsoft.com/office/drawing/2014/main" id="{523D54B7-9F52-B984-6363-090AD3CF9C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2799" y="1834380"/>
            <a:ext cx="685800" cy="223838"/>
          </a:xfrm>
          <a:prstGeom prst="rect">
            <a:avLst/>
          </a:prstGeom>
          <a:solidFill>
            <a:srgbClr val="DFFFD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800" dirty="0"/>
          </a:p>
        </p:txBody>
      </p:sp>
      <p:sp>
        <p:nvSpPr>
          <p:cNvPr id="14" name="Text Box 17">
            <a:extLst>
              <a:ext uri="{FF2B5EF4-FFF2-40B4-BE49-F238E27FC236}">
                <a16:creationId xmlns:a16="http://schemas.microsoft.com/office/drawing/2014/main" id="{0318619B-E4FD-48E1-C9CE-A804DA0616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2677" y="2343035"/>
            <a:ext cx="685800" cy="223838"/>
          </a:xfrm>
          <a:prstGeom prst="rect">
            <a:avLst/>
          </a:prstGeom>
          <a:solidFill>
            <a:srgbClr val="E6E8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800">
              <a:solidFill>
                <a:srgbClr val="FF0000"/>
              </a:solidFill>
            </a:endParaRPr>
          </a:p>
        </p:txBody>
      </p:sp>
      <p:sp>
        <p:nvSpPr>
          <p:cNvPr id="15" name="Text Box 18">
            <a:extLst>
              <a:ext uri="{FF2B5EF4-FFF2-40B4-BE49-F238E27FC236}">
                <a16:creationId xmlns:a16="http://schemas.microsoft.com/office/drawing/2014/main" id="{A1F7F449-8AFB-C1B1-1295-7C3FFBED1F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4569" y="1306980"/>
            <a:ext cx="59574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200" b="1" dirty="0">
                <a:latin typeface="Calibri"/>
              </a:rPr>
              <a:t>T-Bills </a:t>
            </a:r>
          </a:p>
        </p:txBody>
      </p:sp>
      <p:sp>
        <p:nvSpPr>
          <p:cNvPr id="16" name="Text Box 19">
            <a:extLst>
              <a:ext uri="{FF2B5EF4-FFF2-40B4-BE49-F238E27FC236}">
                <a16:creationId xmlns:a16="http://schemas.microsoft.com/office/drawing/2014/main" id="{C76169A8-7C92-7050-26B1-FB7623AB5B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4569" y="1807799"/>
            <a:ext cx="58221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200" b="1" dirty="0">
                <a:latin typeface="Calibri"/>
              </a:rPr>
              <a:t>Bonds</a:t>
            </a:r>
          </a:p>
        </p:txBody>
      </p:sp>
      <p:sp>
        <p:nvSpPr>
          <p:cNvPr id="17" name="Text Box 20">
            <a:extLst>
              <a:ext uri="{FF2B5EF4-FFF2-40B4-BE49-F238E27FC236}">
                <a16:creationId xmlns:a16="http://schemas.microsoft.com/office/drawing/2014/main" id="{7912768B-39AF-1F38-B159-A31A8EB0DF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4490" y="2289874"/>
            <a:ext cx="58907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200" b="1" dirty="0">
                <a:latin typeface="Calibri"/>
              </a:rPr>
              <a:t>Stocks</a:t>
            </a:r>
          </a:p>
        </p:txBody>
      </p:sp>
    </p:spTree>
    <p:extLst>
      <p:ext uri="{BB962C8B-B14F-4D97-AF65-F5344CB8AC3E}">
        <p14:creationId xmlns:p14="http://schemas.microsoft.com/office/powerpoint/2010/main" val="11991620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U.S. Equity Nominal Returns </a:t>
            </a:r>
          </a:p>
        </p:txBody>
      </p:sp>
      <p:sp>
        <p:nvSpPr>
          <p:cNvPr id="2867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700">
                <a:latin typeface="Calibri"/>
              </a:rPr>
              <a:t>Historical Returns</a:t>
            </a:r>
          </a:p>
        </p:txBody>
      </p:sp>
      <p:sp>
        <p:nvSpPr>
          <p:cNvPr id="28677" name="Text Box 15"/>
          <p:cNvSpPr txBox="1">
            <a:spLocks noChangeArrowheads="1"/>
          </p:cNvSpPr>
          <p:nvPr/>
        </p:nvSpPr>
        <p:spPr bwMode="auto">
          <a:xfrm>
            <a:off x="4343400" y="-2743200"/>
            <a:ext cx="685800" cy="223838"/>
          </a:xfrm>
          <a:prstGeom prst="rect">
            <a:avLst/>
          </a:prstGeom>
          <a:solidFill>
            <a:srgbClr val="FF7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800"/>
          </a:p>
        </p:txBody>
      </p:sp>
      <p:sp>
        <p:nvSpPr>
          <p:cNvPr id="28678" name="Text Box 16"/>
          <p:cNvSpPr txBox="1">
            <a:spLocks noChangeArrowheads="1"/>
          </p:cNvSpPr>
          <p:nvPr/>
        </p:nvSpPr>
        <p:spPr bwMode="auto">
          <a:xfrm>
            <a:off x="4343400" y="-2314839"/>
            <a:ext cx="685800" cy="223838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800"/>
          </a:p>
        </p:txBody>
      </p:sp>
      <p:sp>
        <p:nvSpPr>
          <p:cNvPr id="28679" name="Text Box 17"/>
          <p:cNvSpPr txBox="1">
            <a:spLocks noChangeArrowheads="1"/>
          </p:cNvSpPr>
          <p:nvPr/>
        </p:nvSpPr>
        <p:spPr bwMode="auto">
          <a:xfrm>
            <a:off x="4343400" y="-1965511"/>
            <a:ext cx="685800" cy="223838"/>
          </a:xfrm>
          <a:prstGeom prst="rect">
            <a:avLst/>
          </a:prstGeom>
          <a:solidFill>
            <a:srgbClr val="44D74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800">
              <a:solidFill>
                <a:srgbClr val="FF0000"/>
              </a:solidFill>
            </a:endParaRPr>
          </a:p>
        </p:txBody>
      </p:sp>
      <p:sp>
        <p:nvSpPr>
          <p:cNvPr id="28680" name="Text Box 18"/>
          <p:cNvSpPr txBox="1">
            <a:spLocks noChangeArrowheads="1"/>
          </p:cNvSpPr>
          <p:nvPr/>
        </p:nvSpPr>
        <p:spPr bwMode="auto">
          <a:xfrm>
            <a:off x="5174877" y="-2755246"/>
            <a:ext cx="201208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200" b="1" dirty="0">
                <a:latin typeface="Calibri"/>
              </a:rPr>
              <a:t>1900-2025 (Mean = 11.73%) </a:t>
            </a:r>
          </a:p>
        </p:txBody>
      </p:sp>
      <p:sp>
        <p:nvSpPr>
          <p:cNvPr id="28681" name="Text Box 19"/>
          <p:cNvSpPr txBox="1">
            <a:spLocks noChangeArrowheads="1"/>
          </p:cNvSpPr>
          <p:nvPr/>
        </p:nvSpPr>
        <p:spPr bwMode="auto">
          <a:xfrm>
            <a:off x="5181600" y="-2366476"/>
            <a:ext cx="197682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200" b="1" dirty="0">
                <a:latin typeface="Calibri"/>
              </a:rPr>
              <a:t>1976-2025 (Mean = 13.40%)</a:t>
            </a:r>
          </a:p>
        </p:txBody>
      </p:sp>
      <p:sp>
        <p:nvSpPr>
          <p:cNvPr id="28682" name="Text Box 20"/>
          <p:cNvSpPr txBox="1">
            <a:spLocks noChangeArrowheads="1"/>
          </p:cNvSpPr>
          <p:nvPr/>
        </p:nvSpPr>
        <p:spPr bwMode="auto">
          <a:xfrm>
            <a:off x="5181600" y="-2003874"/>
            <a:ext cx="197682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200" b="1" dirty="0">
                <a:latin typeface="Calibri"/>
              </a:rPr>
              <a:t>2016-2025 (Mean = 14.11%)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13</a:t>
            </a:fld>
            <a:endParaRPr lang="en-US" alt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C2AC47C-C5D1-EF99-F893-DA9D72CCB9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609600"/>
            <a:ext cx="8458200" cy="5715000"/>
          </a:xfrm>
          <a:prstGeom prst="rect">
            <a:avLst/>
          </a:prstGeom>
        </p:spPr>
      </p:pic>
      <p:sp>
        <p:nvSpPr>
          <p:cNvPr id="11" name="Text Box 15">
            <a:extLst>
              <a:ext uri="{FF2B5EF4-FFF2-40B4-BE49-F238E27FC236}">
                <a16:creationId xmlns:a16="http://schemas.microsoft.com/office/drawing/2014/main" id="{9BEFD872-4F47-93C0-078F-D1B5176AE2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9760" y="808665"/>
            <a:ext cx="685800" cy="223838"/>
          </a:xfrm>
          <a:prstGeom prst="rect">
            <a:avLst/>
          </a:prstGeom>
          <a:solidFill>
            <a:srgbClr val="FF7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800"/>
          </a:p>
        </p:txBody>
      </p:sp>
      <p:sp>
        <p:nvSpPr>
          <p:cNvPr id="12" name="Text Box 16">
            <a:extLst>
              <a:ext uri="{FF2B5EF4-FFF2-40B4-BE49-F238E27FC236}">
                <a16:creationId xmlns:a16="http://schemas.microsoft.com/office/drawing/2014/main" id="{AB009679-63C5-EE12-A883-0A1786AE9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9760" y="1237026"/>
            <a:ext cx="685800" cy="223838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800"/>
          </a:p>
        </p:txBody>
      </p:sp>
      <p:sp>
        <p:nvSpPr>
          <p:cNvPr id="13" name="Text Box 17">
            <a:extLst>
              <a:ext uri="{FF2B5EF4-FFF2-40B4-BE49-F238E27FC236}">
                <a16:creationId xmlns:a16="http://schemas.microsoft.com/office/drawing/2014/main" id="{F752275A-EBDC-8CBE-987F-F023D3AD2F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9760" y="1586354"/>
            <a:ext cx="685800" cy="223838"/>
          </a:xfrm>
          <a:prstGeom prst="rect">
            <a:avLst/>
          </a:prstGeom>
          <a:solidFill>
            <a:srgbClr val="44D74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800">
              <a:solidFill>
                <a:srgbClr val="FF0000"/>
              </a:solidFill>
            </a:endParaRPr>
          </a:p>
        </p:txBody>
      </p:sp>
      <p:sp>
        <p:nvSpPr>
          <p:cNvPr id="14" name="Text Box 18">
            <a:extLst>
              <a:ext uri="{FF2B5EF4-FFF2-40B4-BE49-F238E27FC236}">
                <a16:creationId xmlns:a16="http://schemas.microsoft.com/office/drawing/2014/main" id="{26EA642D-BE10-471F-03C5-289674EE42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1237" y="796619"/>
            <a:ext cx="201208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200" b="1" dirty="0">
                <a:latin typeface="Calibri"/>
              </a:rPr>
              <a:t>1900-2025 (Mean = 11.73%) </a:t>
            </a:r>
          </a:p>
        </p:txBody>
      </p:sp>
      <p:sp>
        <p:nvSpPr>
          <p:cNvPr id="15" name="Text Box 19">
            <a:extLst>
              <a:ext uri="{FF2B5EF4-FFF2-40B4-BE49-F238E27FC236}">
                <a16:creationId xmlns:a16="http://schemas.microsoft.com/office/drawing/2014/main" id="{810AC398-3091-8941-93CB-79755529C7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7960" y="1185389"/>
            <a:ext cx="197682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200" b="1" dirty="0">
                <a:latin typeface="Calibri"/>
              </a:rPr>
              <a:t>1976-2025 (Mean = 13.40%)</a:t>
            </a:r>
          </a:p>
        </p:txBody>
      </p:sp>
      <p:sp>
        <p:nvSpPr>
          <p:cNvPr id="16" name="Text Box 20">
            <a:extLst>
              <a:ext uri="{FF2B5EF4-FFF2-40B4-BE49-F238E27FC236}">
                <a16:creationId xmlns:a16="http://schemas.microsoft.com/office/drawing/2014/main" id="{F05DD714-E945-E141-8E75-4C88C22171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7960" y="1547991"/>
            <a:ext cx="197682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200" b="1" dirty="0">
                <a:latin typeface="Calibri"/>
              </a:rPr>
              <a:t>2016-2025 (Mean = 14.11%)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ＭＳ Ｐゴシック" charset="0"/>
                <a:cs typeface="ＭＳ Ｐゴシック" charset="0"/>
              </a:rPr>
              <a:t>Annual </a:t>
            </a:r>
            <a:r>
              <a:rPr lang="en-US" b="1" i="1" dirty="0">
                <a:ea typeface="ＭＳ Ｐゴシック" charset="0"/>
                <a:cs typeface="ＭＳ Ｐゴシック" charset="0"/>
              </a:rPr>
              <a:t>Nominal</a:t>
            </a:r>
            <a:r>
              <a:rPr lang="en-US" b="1" dirty="0">
                <a:ea typeface="ＭＳ Ｐゴシック" charset="0"/>
                <a:cs typeface="ＭＳ Ｐゴシック" charset="0"/>
              </a:rPr>
              <a:t> Returns: SP500, T-Bills, T-Bonds</a:t>
            </a:r>
          </a:p>
        </p:txBody>
      </p:sp>
      <p:sp>
        <p:nvSpPr>
          <p:cNvPr id="30723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700">
                <a:latin typeface="Calibri"/>
              </a:rPr>
              <a:t>Historical Returns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8211636"/>
              </p:ext>
            </p:extLst>
          </p:nvPr>
        </p:nvGraphicFramePr>
        <p:xfrm>
          <a:off x="1143000" y="762001"/>
          <a:ext cx="7093268" cy="53477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2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6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6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57338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Calibri"/>
                        </a:rPr>
                        <a:t>SP500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Calibri"/>
                        </a:rPr>
                        <a:t>T-Bills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Calibri"/>
                        </a:rPr>
                        <a:t>T-Bonds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Baa Corp Bond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621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Calibri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Calibri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Arithmetic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761"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1928-2025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11.85%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3.41%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4.82%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6.90%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477"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1976-2025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13.17%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4.37%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6.60%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8.86%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477"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2016-2025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15.75%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2.25%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1.22%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4.66%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5621"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1" i="0" u="sng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Geometric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1800" b="1" i="0" u="sng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0477">
                <a:tc>
                  <a:txBody>
                    <a:bodyPr/>
                    <a:lstStyle/>
                    <a:p>
                      <a:pPr marL="0" algn="ctr" defTabSz="685800" rtl="0" eaLnBrk="1" fontAlgn="b" latinLnBrk="0" hangingPunct="1"/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1928-2025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10.02%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3.37%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4.53%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6.63%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0477">
                <a:tc>
                  <a:txBody>
                    <a:bodyPr/>
                    <a:lstStyle/>
                    <a:p>
                      <a:pPr marL="0" algn="ctr" defTabSz="685800" rtl="0" eaLnBrk="1" fontAlgn="b" latinLnBrk="0" hangingPunct="1"/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1976-2025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11.92%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4.31%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6.13%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8.54%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0477">
                <a:tc>
                  <a:txBody>
                    <a:bodyPr/>
                    <a:lstStyle/>
                    <a:p>
                      <a:pPr marL="0" algn="ctr" defTabSz="685800" rtl="0" eaLnBrk="1" fontAlgn="b" latinLnBrk="0" hangingPunct="1"/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2016-2025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14.68%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2.23%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4.29%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939054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Calibri"/>
                        </a:rPr>
                        <a:t>2001-2010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Calibri"/>
                        </a:rPr>
                        <a:t>1.38%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Calibri"/>
                        </a:rPr>
                        <a:t>2.16%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Calibri"/>
                        </a:rPr>
                        <a:t>5.49%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0780" name="Rectangle 6"/>
          <p:cNvSpPr>
            <a:spLocks noChangeArrowheads="1"/>
          </p:cNvSpPr>
          <p:nvPr/>
        </p:nvSpPr>
        <p:spPr bwMode="auto">
          <a:xfrm>
            <a:off x="3810000" y="6109781"/>
            <a:ext cx="113685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900" dirty="0">
                <a:latin typeface="Calibri"/>
              </a:rPr>
              <a:t>Source:  </a:t>
            </a:r>
            <a:r>
              <a:rPr lang="en-US" sz="900" dirty="0" err="1">
                <a:latin typeface="Calibri"/>
              </a:rPr>
              <a:t>Damodaran</a:t>
            </a:r>
            <a:endParaRPr lang="en-US" sz="900" dirty="0">
              <a:latin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14</a:t>
            </a:fld>
            <a:endParaRPr lang="en-US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E1CB265-F90A-D449-B9AD-E7D134BC1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b">
            <a:normAutofit/>
          </a:bodyPr>
          <a:lstStyle/>
          <a:p>
            <a:r>
              <a:rPr lang="en-US" sz="2000" dirty="0"/>
              <a:t>The Ride Can be Rough (1980 - 2026 3Q)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643854-B2E2-8741-B8ED-36D0837E37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fld id="{7B3E355C-57B9-BC4B-95D8-406A1F834537}" type="slidenum">
              <a:rPr lang="en-US" altLang="en-US" smtClean="0"/>
              <a:pPr>
                <a:spcAft>
                  <a:spcPts val="600"/>
                </a:spcAft>
              </a:pPr>
              <a:t>15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33259F-34E0-EE4E-BEB7-1E9B394D5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/>
              <a:t>Historical Returns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720E51C-76A7-CFF3-87CF-30A39F3807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0735" y="685800"/>
            <a:ext cx="84582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6117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Reduction of Risk Over Time: 1950-2025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16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Historical Returns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962400" y="6207712"/>
            <a:ext cx="101021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>
                <a:latin typeface="Calibri"/>
              </a:rPr>
              <a:t>Source: JPM GTM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D44011-4843-96A9-2B8F-CC82AC857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170" y="593418"/>
            <a:ext cx="8458200" cy="5511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6233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895970E-1B7F-4FFC-80D4-E83E08A85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 Stock Market Total Returns: Rolling Periods (1872 – 2024)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24EF1D-2778-7871-FB3B-D75D34AB72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17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70CAC-A0D5-8CFC-F98D-F01548DF3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Historical Returns</a:t>
            </a:r>
            <a:endParaRPr lang="en-US" dirty="0"/>
          </a:p>
        </p:txBody>
      </p:sp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7DB48A2E-A10F-3226-C5ED-9DDBA56D0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536254"/>
            <a:ext cx="8458200" cy="555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5159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1447186-6C6C-F04C-B24F-769A07821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Asset-Class Winners &amp; Losers: 2011 – 2026 (3rdQ)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6449B-ABCF-2D4B-96CE-08D214A12C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18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C7D22-8F22-5D4E-9EF8-DC622EA65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Historical Returns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48EED8-1D66-3C41-A7DC-C9B651F4F5B0}"/>
              </a:ext>
            </a:extLst>
          </p:cNvPr>
          <p:cNvSpPr/>
          <p:nvPr/>
        </p:nvSpPr>
        <p:spPr>
          <a:xfrm>
            <a:off x="4000369" y="6197601"/>
            <a:ext cx="130676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>
                <a:latin typeface="Calibri"/>
              </a:rPr>
              <a:t>Source: JP Morgan GTM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E1F7A0-6E95-9861-9F30-5B555A7BF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482" y="609600"/>
            <a:ext cx="8458199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3791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graph of stock market performance&#10;&#10;Description automatically generated with medium confidence">
            <a:extLst>
              <a:ext uri="{FF2B5EF4-FFF2-40B4-BE49-F238E27FC236}">
                <a16:creationId xmlns:a16="http://schemas.microsoft.com/office/drawing/2014/main" id="{07CA8194-0EAA-6AC3-EFF6-1F40905A04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4048" y="533400"/>
            <a:ext cx="8458200" cy="56388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1864C00-F9E8-D92A-DA6F-34BF0A70E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Stocks beat bonds, but not always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F7B545-DC38-0DAC-F10A-8E8C371E90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19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27030-BB9D-4254-D65C-DC2F332A6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Historical Returns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4E9C2E-AC08-9CCE-6F38-DA6014FE0456}"/>
              </a:ext>
            </a:extLst>
          </p:cNvPr>
          <p:cNvSpPr txBox="1"/>
          <p:nvPr/>
        </p:nvSpPr>
        <p:spPr>
          <a:xfrm>
            <a:off x="5802290" y="6185313"/>
            <a:ext cx="32528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effectLst/>
                <a:latin typeface="OpenSans"/>
              </a:rPr>
              <a:t>McQuarrie</a:t>
            </a:r>
            <a:r>
              <a:rPr lang="en-US" sz="800" b="1" dirty="0">
                <a:effectLst/>
                <a:latin typeface="OpenSans"/>
              </a:rPr>
              <a:t> </a:t>
            </a:r>
            <a:r>
              <a:rPr lang="en-US" sz="800" i="1" dirty="0">
                <a:effectLst/>
                <a:latin typeface="OpenSans"/>
              </a:rPr>
              <a:t>Stocks for the Long Run? Sometimes Yes, Sometimes No </a:t>
            </a:r>
            <a:r>
              <a:rPr lang="en-US" sz="800" dirty="0">
                <a:effectLst/>
                <a:latin typeface="OpenSans"/>
              </a:rPr>
              <a:t>(2023)</a:t>
            </a:r>
            <a:r>
              <a:rPr lang="en-US" sz="800" i="1" dirty="0">
                <a:effectLst/>
                <a:latin typeface="OpenSans"/>
              </a:rPr>
              <a:t> </a:t>
            </a:r>
            <a:endParaRPr lang="en-US" sz="800" i="1" dirty="0"/>
          </a:p>
        </p:txBody>
      </p:sp>
    </p:spTree>
    <p:extLst>
      <p:ext uri="{BB962C8B-B14F-4D97-AF65-F5344CB8AC3E}">
        <p14:creationId xmlns:p14="http://schemas.microsoft.com/office/powerpoint/2010/main" val="28714477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close-up of a graph&#10;&#10;Description automatically generated">
            <a:extLst>
              <a:ext uri="{FF2B5EF4-FFF2-40B4-BE49-F238E27FC236}">
                <a16:creationId xmlns:a16="http://schemas.microsoft.com/office/drawing/2014/main" id="{AF461178-C41A-B8BB-5B16-CDF4C3357C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4048" y="1066800"/>
            <a:ext cx="8458327" cy="39624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B377946-8A43-08CE-6BB5-B676FDC05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World Stock Markets: 1899 vs. 2024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8A3684-D5E9-75AB-2BBE-F705DB6581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20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851425-D177-4B82-6390-24E0FDBA3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Historical Returns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6595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ADF9E71-955F-FC4F-8228-4DB2E28F7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Industry Weighting in the US: 1900 and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4069CD-55AF-C04D-B91F-A3EC01090B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21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BF89B-1A35-A348-A92F-574F5148F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Historical Returns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E6365B-D042-4146-AE58-A5C5795AF648}"/>
              </a:ext>
            </a:extLst>
          </p:cNvPr>
          <p:cNvSpPr txBox="1"/>
          <p:nvPr/>
        </p:nvSpPr>
        <p:spPr>
          <a:xfrm>
            <a:off x="3276600" y="6117595"/>
            <a:ext cx="326403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Source: Credit Swiss Global Invest. Returns YB 2021</a:t>
            </a:r>
          </a:p>
        </p:txBody>
      </p:sp>
      <p:pic>
        <p:nvPicPr>
          <p:cNvPr id="7" name="Picture 6" descr="A diagram of different types of industry&#10;&#10;AI-generated content may be incorrect.">
            <a:extLst>
              <a:ext uri="{FF2B5EF4-FFF2-40B4-BE49-F238E27FC236}">
                <a16:creationId xmlns:a16="http://schemas.microsoft.com/office/drawing/2014/main" id="{EBFEC240-BE34-FB5F-E790-386E4EE5B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1" y="603634"/>
            <a:ext cx="6400799" cy="574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9588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cs typeface="Calibri"/>
              </a:rPr>
              <a:t>Stocks had higher returns than bonds, which beat cash</a:t>
            </a:r>
          </a:p>
          <a:p>
            <a:r>
              <a:rPr lang="en-US" sz="2000" dirty="0">
                <a:cs typeface="Calibri"/>
              </a:rPr>
              <a:t>Cash was the safest investment, followed by bonds and stocks.</a:t>
            </a:r>
          </a:p>
          <a:p>
            <a:r>
              <a:rPr lang="en-US" sz="2000" dirty="0">
                <a:cs typeface="Calibri"/>
              </a:rPr>
              <a:t>Portfolios generally have less than risk than individual stocks</a:t>
            </a:r>
          </a:p>
          <a:p>
            <a:r>
              <a:rPr lang="en-US" sz="2000" dirty="0">
                <a:cs typeface="Calibri"/>
              </a:rPr>
              <a:t>Average return is always greater than geometric return</a:t>
            </a:r>
          </a:p>
          <a:p>
            <a:r>
              <a:rPr lang="en-US" sz="2000" dirty="0">
                <a:cs typeface="Calibri"/>
              </a:rPr>
              <a:t>Correlation between stock market and cash/bond is low (10%), but around 50% -70% for individual stocks and the market.</a:t>
            </a:r>
          </a:p>
          <a:p>
            <a:r>
              <a:rPr lang="en-US" sz="2000" dirty="0">
                <a:cs typeface="Calibri"/>
              </a:rPr>
              <a:t>Historical risk measures (correlation, </a:t>
            </a:r>
            <a:r>
              <a:rPr lang="en-US" sz="2000" dirty="0" err="1">
                <a:cs typeface="Calibri"/>
              </a:rPr>
              <a:t>Sdev</a:t>
            </a:r>
            <a:r>
              <a:rPr lang="en-US" sz="2000" dirty="0">
                <a:cs typeface="Calibri"/>
              </a:rPr>
              <a:t>, Beta) are more stable than historical returns</a:t>
            </a:r>
          </a:p>
          <a:p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 Step Back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Historical Returns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1233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287338" indent="-287338" eaLnBrk="1" hangingPunct="1"/>
            <a:endParaRPr lang="en-US" dirty="0">
              <a:ea typeface="ＭＳ Ｐゴシック" charset="0"/>
              <a:cs typeface="ＭＳ Ｐゴシック" charset="0"/>
            </a:endParaRPr>
          </a:p>
          <a:p>
            <a:pPr marL="287338" indent="-287338" eaLnBrk="1" hangingPunct="1"/>
            <a:endParaRPr lang="en-US" dirty="0">
              <a:ea typeface="ＭＳ Ｐゴシック" charset="0"/>
              <a:cs typeface="ＭＳ Ｐゴシック" charset="0"/>
            </a:endParaRPr>
          </a:p>
          <a:p>
            <a:pPr marL="287338" indent="-287338" eaLnBrk="1" hangingPunct="1"/>
            <a:r>
              <a:rPr lang="en-US" dirty="0">
                <a:ea typeface="ＭＳ Ｐゴシック" charset="0"/>
                <a:cs typeface="ＭＳ Ｐゴシック" charset="0"/>
              </a:rPr>
              <a:t>Return of asset </a:t>
            </a:r>
            <a:r>
              <a:rPr lang="ja-JP" altLang="en-US" dirty="0">
                <a:ea typeface="ＭＳ Ｐゴシック" charset="0"/>
                <a:cs typeface="ＭＳ Ｐゴシック" charset="0"/>
              </a:rPr>
              <a:t>“</a:t>
            </a:r>
            <a:r>
              <a:rPr lang="en-US" dirty="0">
                <a:ea typeface="ＭＳ Ｐゴシック" charset="0"/>
                <a:cs typeface="ＭＳ Ｐゴシック" charset="0"/>
              </a:rPr>
              <a:t>j</a:t>
            </a:r>
            <a:r>
              <a:rPr lang="ja-JP" altLang="en-US" dirty="0">
                <a:ea typeface="ＭＳ Ｐゴシック" charset="0"/>
                <a:cs typeface="ＭＳ Ｐゴシック" charset="0"/>
              </a:rPr>
              <a:t>”</a:t>
            </a:r>
            <a:r>
              <a:rPr lang="en-US" dirty="0">
                <a:ea typeface="ＭＳ Ｐゴシック" charset="0"/>
                <a:cs typeface="ＭＳ Ｐゴシック" charset="0"/>
              </a:rPr>
              <a:t> at time t=</a:t>
            </a:r>
          </a:p>
          <a:p>
            <a:pPr marL="287338" indent="-287338" eaLnBrk="1" hangingPunct="1"/>
            <a:endParaRPr lang="en-US" dirty="0">
              <a:ea typeface="ＭＳ Ｐゴシック" charset="0"/>
              <a:cs typeface="ＭＳ Ｐゴシック" charset="0"/>
            </a:endParaRPr>
          </a:p>
          <a:p>
            <a:pPr marL="287338" indent="-287338" eaLnBrk="1" hangingPunct="1"/>
            <a:endParaRPr lang="en-US" dirty="0">
              <a:ea typeface="ＭＳ Ｐゴシック" charset="0"/>
              <a:cs typeface="ＭＳ Ｐゴシック" charset="0"/>
            </a:endParaRPr>
          </a:p>
          <a:p>
            <a:pPr marL="287338" indent="-287338" eaLnBrk="1" hangingPunct="1"/>
            <a:r>
              <a:rPr lang="en-US" dirty="0">
                <a:ea typeface="ＭＳ Ｐゴシック" charset="0"/>
                <a:cs typeface="ＭＳ Ｐゴシック" charset="0"/>
              </a:rPr>
              <a:t>Sample Average Return</a:t>
            </a:r>
          </a:p>
          <a:p>
            <a:pPr marL="287338" indent="-287338" eaLnBrk="1" hangingPunct="1">
              <a:buFontTx/>
              <a:buNone/>
            </a:pPr>
            <a:r>
              <a:rPr lang="en-US" dirty="0">
                <a:ea typeface="ＭＳ Ｐゴシック" charset="0"/>
                <a:cs typeface="ＭＳ Ｐゴシック" charset="0"/>
              </a:rPr>
              <a:t>	(Arithmetic Mean): </a:t>
            </a:r>
          </a:p>
          <a:p>
            <a:pPr marL="287338" indent="-287338" eaLnBrk="1" hangingPunct="1">
              <a:buFontTx/>
              <a:buNone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 marL="287338" indent="-287338" eaLnBrk="1" hangingPunct="1"/>
            <a:r>
              <a:rPr lang="en-US" dirty="0">
                <a:ea typeface="ＭＳ Ｐゴシック" charset="0"/>
                <a:cs typeface="ＭＳ Ｐゴシック" charset="0"/>
              </a:rPr>
              <a:t>Sample Average Return</a:t>
            </a:r>
          </a:p>
          <a:p>
            <a:pPr marL="287338" indent="-287338" eaLnBrk="1" hangingPunct="1">
              <a:buFontTx/>
              <a:buNone/>
            </a:pPr>
            <a:r>
              <a:rPr lang="en-US" dirty="0">
                <a:ea typeface="ＭＳ Ｐゴシック" charset="0"/>
                <a:cs typeface="ＭＳ Ｐゴシック" charset="0"/>
              </a:rPr>
              <a:t>	(Geometric Mean): </a:t>
            </a:r>
          </a:p>
        </p:txBody>
      </p:sp>
      <p:sp>
        <p:nvSpPr>
          <p:cNvPr id="460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Returns:  Single Asset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46085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700">
                <a:latin typeface="Calibri"/>
              </a:rPr>
              <a:t>Historical Returns</a:t>
            </a:r>
          </a:p>
        </p:txBody>
      </p:sp>
      <p:graphicFrame>
        <p:nvGraphicFramePr>
          <p:cNvPr id="4608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5195520"/>
              </p:ext>
            </p:extLst>
          </p:nvPr>
        </p:nvGraphicFramePr>
        <p:xfrm>
          <a:off x="3962400" y="1143000"/>
          <a:ext cx="32258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70800" imgH="393120" progId="Equation.3">
                  <p:embed/>
                </p:oleObj>
              </mc:Choice>
              <mc:Fallback>
                <p:oleObj name="Equation" r:id="rId3" imgW="1270800" imgH="393120" progId="Equation.3">
                  <p:embed/>
                  <p:pic>
                    <p:nvPicPr>
                      <p:cNvPr id="4608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1143000"/>
                        <a:ext cx="32258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7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3166248"/>
              </p:ext>
            </p:extLst>
          </p:nvPr>
        </p:nvGraphicFramePr>
        <p:xfrm>
          <a:off x="4114800" y="2329316"/>
          <a:ext cx="19050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51200" imgH="420480" progId="Equation.3">
                  <p:embed/>
                </p:oleObj>
              </mc:Choice>
              <mc:Fallback>
                <p:oleObj name="Equation" r:id="rId5" imgW="1051200" imgH="420480" progId="Equation.3">
                  <p:embed/>
                  <p:pic>
                    <p:nvPicPr>
                      <p:cNvPr id="4608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2329316"/>
                        <a:ext cx="19050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7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9212805"/>
              </p:ext>
            </p:extLst>
          </p:nvPr>
        </p:nvGraphicFramePr>
        <p:xfrm>
          <a:off x="3314700" y="3363232"/>
          <a:ext cx="54102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697120" imgH="237600" progId="Equation.3">
                  <p:embed/>
                </p:oleObj>
              </mc:Choice>
              <mc:Fallback>
                <p:oleObj name="Equation" r:id="rId7" imgW="2697120" imgH="237600" progId="Equation.3">
                  <p:embed/>
                  <p:pic>
                    <p:nvPicPr>
                      <p:cNvPr id="4608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4700" y="3363232"/>
                        <a:ext cx="5410200" cy="30480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7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23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8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38138" indent="-338138" eaLnBrk="1" hangingPunct="1"/>
            <a:endParaRPr lang="en-US" b="1" dirty="0">
              <a:ea typeface="ＭＳ Ｐゴシック" charset="0"/>
              <a:cs typeface="ＭＳ Ｐゴシック" charset="0"/>
            </a:endParaRPr>
          </a:p>
          <a:p>
            <a:pPr marL="338138" indent="-338138" eaLnBrk="1" hangingPunct="1"/>
            <a:r>
              <a:rPr lang="en-US" sz="2000" b="1" dirty="0">
                <a:ea typeface="ＭＳ Ｐゴシック" charset="0"/>
                <a:cs typeface="ＭＳ Ｐゴシック" charset="0"/>
              </a:rPr>
              <a:t>Variance</a:t>
            </a:r>
            <a:r>
              <a:rPr lang="en-US" dirty="0">
                <a:ea typeface="ＭＳ Ｐゴシック" charset="0"/>
                <a:cs typeface="ＭＳ Ｐゴシック" charset="0"/>
              </a:rPr>
              <a:t>:</a:t>
            </a:r>
          </a:p>
          <a:p>
            <a:pPr marL="338138" indent="-338138" eaLnBrk="1" hangingPunct="1"/>
            <a:endParaRPr lang="en-US" dirty="0">
              <a:ea typeface="ＭＳ Ｐゴシック" charset="0"/>
              <a:cs typeface="ＭＳ Ｐゴシック" charset="0"/>
            </a:endParaRPr>
          </a:p>
          <a:p>
            <a:pPr marL="338138" indent="-338138" eaLnBrk="1" hangingPunct="1"/>
            <a:endParaRPr lang="en-US" b="1" dirty="0">
              <a:ea typeface="ＭＳ Ｐゴシック" charset="0"/>
              <a:cs typeface="ＭＳ Ｐゴシック" charset="0"/>
            </a:endParaRPr>
          </a:p>
          <a:p>
            <a:pPr marL="338138" indent="-338138" eaLnBrk="1" hangingPunct="1"/>
            <a:endParaRPr lang="en-US" b="1" dirty="0">
              <a:ea typeface="ＭＳ Ｐゴシック" charset="0"/>
              <a:cs typeface="ＭＳ Ｐゴシック" charset="0"/>
            </a:endParaRPr>
          </a:p>
          <a:p>
            <a:pPr marL="338138" indent="-338138"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Standard </a:t>
            </a:r>
            <a:r>
              <a:rPr lang="en-US" sz="2000" b="1" dirty="0">
                <a:ea typeface="ＭＳ Ｐゴシック" charset="0"/>
                <a:cs typeface="ＭＳ Ｐゴシック" charset="0"/>
              </a:rPr>
              <a:t>Deviation</a:t>
            </a:r>
            <a:r>
              <a:rPr lang="en-US" dirty="0">
                <a:ea typeface="ＭＳ Ｐゴシック" charset="0"/>
                <a:cs typeface="ＭＳ Ｐゴシック" charset="0"/>
              </a:rPr>
              <a:t>: </a:t>
            </a:r>
          </a:p>
          <a:p>
            <a:pPr marL="338138" indent="-338138" eaLnBrk="1" hangingPunct="1"/>
            <a:endParaRPr lang="en-US" dirty="0">
              <a:ea typeface="ＭＳ Ｐゴシック" charset="0"/>
              <a:cs typeface="ＭＳ Ｐゴシック" charset="0"/>
            </a:endParaRPr>
          </a:p>
          <a:p>
            <a:pPr marL="338138" indent="-338138" algn="ctr" eaLnBrk="1" hangingPunct="1">
              <a:buFontTx/>
              <a:buNone/>
            </a:pPr>
            <a:r>
              <a:rPr lang="en-US" sz="2000" b="1" u="sng" dirty="0">
                <a:ea typeface="ＭＳ Ｐゴシック" charset="0"/>
                <a:cs typeface="ＭＳ Ｐゴシック" charset="0"/>
              </a:rPr>
              <a:t>Example</a:t>
            </a:r>
          </a:p>
          <a:p>
            <a:pPr marL="338138" indent="-338138" eaLnBrk="1" hangingPunct="1"/>
            <a:r>
              <a:rPr lang="en-US" sz="2000" dirty="0">
                <a:ea typeface="ＭＳ Ｐゴシック" charset="0"/>
                <a:cs typeface="ＭＳ Ｐゴシック" charset="0"/>
              </a:rPr>
              <a:t>A stock has the following returns (in %):  8, -10, 24, 5, and -2.  Find the mean and SD of the returns.</a:t>
            </a:r>
          </a:p>
          <a:p>
            <a:pPr marL="635000" lvl="1" indent="-342900" eaLnBrk="1" hangingPunct="1"/>
            <a:r>
              <a:rPr lang="en-US" sz="1800" i="1" dirty="0">
                <a:ea typeface="ＭＳ Ｐゴシック" charset="0"/>
              </a:rPr>
              <a:t>Mean</a:t>
            </a:r>
            <a:r>
              <a:rPr lang="en-US" sz="1800" dirty="0">
                <a:ea typeface="ＭＳ Ｐゴシック" charset="0"/>
              </a:rPr>
              <a:t>:  (8-10+24+5-2) / 5 = 5%</a:t>
            </a:r>
          </a:p>
          <a:p>
            <a:pPr marL="635000" lvl="1" indent="-342900" eaLnBrk="1" hangingPunct="1"/>
            <a:r>
              <a:rPr lang="en-US" sz="1800" i="1" dirty="0" err="1">
                <a:ea typeface="ＭＳ Ｐゴシック" charset="0"/>
              </a:rPr>
              <a:t>Var</a:t>
            </a:r>
            <a:r>
              <a:rPr lang="en-US" sz="1800" dirty="0">
                <a:ea typeface="ＭＳ Ｐゴシック" charset="0"/>
              </a:rPr>
              <a:t>: 1/5*[(8-5)</a:t>
            </a:r>
            <a:r>
              <a:rPr lang="en-US" sz="1800" baseline="30000" dirty="0">
                <a:ea typeface="ＭＳ Ｐゴシック" charset="0"/>
              </a:rPr>
              <a:t>2</a:t>
            </a:r>
            <a:r>
              <a:rPr lang="en-US" sz="1800" dirty="0">
                <a:ea typeface="ＭＳ Ｐゴシック" charset="0"/>
              </a:rPr>
              <a:t>+(-10-5)</a:t>
            </a:r>
            <a:r>
              <a:rPr lang="en-US" sz="1800" baseline="30000" dirty="0">
                <a:ea typeface="ＭＳ Ｐゴシック" charset="0"/>
              </a:rPr>
              <a:t>2</a:t>
            </a:r>
            <a:r>
              <a:rPr lang="en-US" sz="1800" dirty="0">
                <a:ea typeface="ＭＳ Ｐゴシック" charset="0"/>
              </a:rPr>
              <a:t>+(24-5)</a:t>
            </a:r>
            <a:r>
              <a:rPr lang="en-US" sz="1800" baseline="30000" dirty="0">
                <a:ea typeface="ＭＳ Ｐゴシック" charset="0"/>
              </a:rPr>
              <a:t>2</a:t>
            </a:r>
            <a:r>
              <a:rPr lang="en-US" sz="1800" dirty="0">
                <a:ea typeface="ＭＳ Ｐゴシック" charset="0"/>
              </a:rPr>
              <a:t>+(5-5)</a:t>
            </a:r>
            <a:r>
              <a:rPr lang="en-US" sz="1800" baseline="30000" dirty="0">
                <a:ea typeface="ＭＳ Ｐゴシック" charset="0"/>
              </a:rPr>
              <a:t>2</a:t>
            </a:r>
            <a:r>
              <a:rPr lang="en-US" sz="1800" dirty="0">
                <a:ea typeface="ＭＳ Ｐゴシック" charset="0"/>
              </a:rPr>
              <a:t>+(-2-5)</a:t>
            </a:r>
            <a:r>
              <a:rPr lang="en-US" sz="1800" baseline="30000" dirty="0">
                <a:ea typeface="ＭＳ Ｐゴシック" charset="0"/>
              </a:rPr>
              <a:t>2</a:t>
            </a:r>
            <a:r>
              <a:rPr lang="en-US" sz="1800" dirty="0">
                <a:ea typeface="ＭＳ Ｐゴシック" charset="0"/>
              </a:rPr>
              <a:t>] = 128.8%</a:t>
            </a:r>
            <a:r>
              <a:rPr lang="en-US" sz="1800" baseline="30000" dirty="0">
                <a:ea typeface="ＭＳ Ｐゴシック" charset="0"/>
              </a:rPr>
              <a:t>2</a:t>
            </a:r>
          </a:p>
          <a:p>
            <a:pPr marL="635000" lvl="1" indent="-342900" eaLnBrk="1" hangingPunct="1"/>
            <a:r>
              <a:rPr lang="en-US" sz="1800" i="1" dirty="0">
                <a:ea typeface="ＭＳ Ｐゴシック" charset="0"/>
              </a:rPr>
              <a:t>SD</a:t>
            </a:r>
            <a:r>
              <a:rPr lang="en-US" sz="1800" dirty="0">
                <a:ea typeface="ＭＳ Ｐゴシック" charset="0"/>
              </a:rPr>
              <a:t>: √</a:t>
            </a:r>
            <a:r>
              <a:rPr lang="en-US" sz="1800" dirty="0" err="1">
                <a:ea typeface="ＭＳ Ｐゴシック" charset="0"/>
              </a:rPr>
              <a:t>Var</a:t>
            </a:r>
            <a:r>
              <a:rPr lang="en-US" sz="1800" dirty="0">
                <a:ea typeface="ＭＳ Ｐゴシック" charset="0"/>
              </a:rPr>
              <a:t> = 11.35% </a:t>
            </a:r>
          </a:p>
          <a:p>
            <a:pPr marL="635000" lvl="1" indent="-342900" eaLnBrk="1" hangingPunct="1"/>
            <a:endParaRPr lang="en-US" sz="1800" dirty="0">
              <a:ea typeface="ＭＳ Ｐゴシック" charset="0"/>
            </a:endParaRPr>
          </a:p>
        </p:txBody>
      </p:sp>
      <p:sp>
        <p:nvSpPr>
          <p:cNvPr id="481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>
                <a:ea typeface="ＭＳ Ｐゴシック" charset="0"/>
                <a:cs typeface="ＭＳ Ｐゴシック" charset="0"/>
              </a:rPr>
              <a:t>Measuring Risk (Volatility):  Single Asset</a:t>
            </a:r>
          </a:p>
        </p:txBody>
      </p:sp>
      <p:sp>
        <p:nvSpPr>
          <p:cNvPr id="4813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700">
                <a:latin typeface="Calibri"/>
              </a:rPr>
              <a:t>Historical Returns</a:t>
            </a:r>
          </a:p>
        </p:txBody>
      </p:sp>
      <p:graphicFrame>
        <p:nvGraphicFramePr>
          <p:cNvPr id="4813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3098"/>
              </p:ext>
            </p:extLst>
          </p:nvPr>
        </p:nvGraphicFramePr>
        <p:xfrm>
          <a:off x="1908025" y="821917"/>
          <a:ext cx="321223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28440" imgH="420480" progId="Equation.3">
                  <p:embed/>
                </p:oleObj>
              </mc:Choice>
              <mc:Fallback>
                <p:oleObj name="Equation" r:id="rId3" imgW="1828440" imgH="420480" progId="Equation.3">
                  <p:embed/>
                  <p:pic>
                    <p:nvPicPr>
                      <p:cNvPr id="4813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025" y="821917"/>
                        <a:ext cx="3212238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7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4355093"/>
              </p:ext>
            </p:extLst>
          </p:nvPr>
        </p:nvGraphicFramePr>
        <p:xfrm>
          <a:off x="2971800" y="2133601"/>
          <a:ext cx="2362200" cy="4998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36560" imgH="237600" progId="Equation.3">
                  <p:embed/>
                </p:oleObj>
              </mc:Choice>
              <mc:Fallback>
                <p:oleObj name="Equation" r:id="rId5" imgW="1636560" imgH="237600" progId="Equation.3">
                  <p:embed/>
                  <p:pic>
                    <p:nvPicPr>
                      <p:cNvPr id="4813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2133601"/>
                        <a:ext cx="2362200" cy="4998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7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6" name="Oval 6"/>
          <p:cNvSpPr>
            <a:spLocks noChangeArrowheads="1"/>
          </p:cNvSpPr>
          <p:nvPr/>
        </p:nvSpPr>
        <p:spPr bwMode="auto">
          <a:xfrm>
            <a:off x="3514144" y="1139368"/>
            <a:ext cx="457200" cy="313122"/>
          </a:xfrm>
          <a:prstGeom prst="ellipse">
            <a:avLst/>
          </a:prstGeom>
          <a:solidFill>
            <a:schemeClr val="accent2">
              <a:alpha val="16078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37" name="Line 7"/>
          <p:cNvSpPr>
            <a:spLocks noChangeShapeType="1"/>
          </p:cNvSpPr>
          <p:nvPr/>
        </p:nvSpPr>
        <p:spPr bwMode="auto">
          <a:xfrm flipV="1">
            <a:off x="2895599" y="1482347"/>
            <a:ext cx="618545" cy="36285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24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6" grpId="0" animBg="1"/>
      <p:bldP spid="4813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800" dirty="0">
                <a:ea typeface="ＭＳ Ｐゴシック" charset="0"/>
                <a:cs typeface="ＭＳ Ｐゴシック" charset="0"/>
              </a:rPr>
              <a:t>As investors, for wealth we don’t consume today, we aim generally to maximize expected future consumption or maximize expected future utility of wealth</a:t>
            </a:r>
          </a:p>
          <a:p>
            <a:pPr lvl="1" eaLnBrk="1" hangingPunct="1"/>
            <a:r>
              <a:rPr lang="en-US" sz="2400" dirty="0">
                <a:ea typeface="ＭＳ Ｐゴシック" charset="0"/>
              </a:rPr>
              <a:t>We generally prefer more to less, and</a:t>
            </a:r>
          </a:p>
          <a:p>
            <a:pPr lvl="1" eaLnBrk="1" hangingPunct="1"/>
            <a:r>
              <a:rPr lang="en-US" sz="2400" dirty="0">
                <a:ea typeface="ＭＳ Ｐゴシック" charset="0"/>
              </a:rPr>
              <a:t>Our utility increases as wealth increases, but at a decreasing rate</a:t>
            </a:r>
          </a:p>
          <a:p>
            <a:pPr eaLnBrk="1" hangingPunct="1"/>
            <a:r>
              <a:rPr lang="en-US" sz="2800" dirty="0">
                <a:ea typeface="ＭＳ Ｐゴシック" charset="0"/>
                <a:cs typeface="ＭＳ Ｐゴシック" charset="0"/>
              </a:rPr>
              <a:t>Different representations of utility curves:</a:t>
            </a:r>
          </a:p>
          <a:p>
            <a:pPr lvl="1" eaLnBrk="1" hangingPunct="1"/>
            <a:r>
              <a:rPr lang="en-US" sz="2400" dirty="0">
                <a:ea typeface="ＭＳ Ｐゴシック" charset="0"/>
              </a:rPr>
              <a:t>Logarithm</a:t>
            </a:r>
          </a:p>
          <a:p>
            <a:pPr lvl="1" eaLnBrk="1" hangingPunct="1"/>
            <a:r>
              <a:rPr lang="en-US" sz="2400" dirty="0">
                <a:ea typeface="ＭＳ Ｐゴシック" charset="0"/>
              </a:rPr>
              <a:t>Square Root</a:t>
            </a:r>
            <a:endParaRPr lang="en-US" dirty="0">
              <a:ea typeface="ＭＳ Ｐゴシック" charset="0"/>
            </a:endParaRPr>
          </a:p>
        </p:txBody>
      </p:sp>
      <p:sp>
        <p:nvSpPr>
          <p:cNvPr id="501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>
                <a:ea typeface="ＭＳ Ｐゴシック" charset="0"/>
                <a:cs typeface="ＭＳ Ｐゴシック" charset="0"/>
              </a:rPr>
              <a:t>Risk and Risk Aversion</a:t>
            </a:r>
          </a:p>
        </p:txBody>
      </p:sp>
      <p:sp>
        <p:nvSpPr>
          <p:cNvPr id="5017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700">
                <a:latin typeface="Calibri"/>
              </a:rPr>
              <a:t>Historical Returns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25</a:t>
            </a:fld>
            <a:endParaRPr lang="en-US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b="1" dirty="0"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Risk Averse</a:t>
            </a:r>
            <a:r>
              <a:rPr lang="en-US" dirty="0">
                <a:ea typeface="ＭＳ Ｐゴシック" charset="0"/>
                <a:cs typeface="ＭＳ Ｐゴシック" charset="0"/>
              </a:rPr>
              <a:t>:  </a:t>
            </a:r>
          </a:p>
          <a:p>
            <a:pPr lvl="1" eaLnBrk="1" hangingPunct="1"/>
            <a:r>
              <a:rPr lang="en-US" dirty="0">
                <a:ea typeface="ＭＳ Ｐゴシック" charset="0"/>
              </a:rPr>
              <a:t>rejects fair bets; </a:t>
            </a:r>
          </a:p>
          <a:p>
            <a:pPr lvl="1" eaLnBrk="1" hangingPunct="1"/>
            <a:r>
              <a:rPr lang="en-US" dirty="0">
                <a:ea typeface="ＭＳ Ｐゴシック" charset="0"/>
              </a:rPr>
              <a:t>pays premium (more than expected value) for insurance</a:t>
            </a:r>
          </a:p>
          <a:p>
            <a:pPr eaLnBrk="1" hangingPunct="1"/>
            <a:endParaRPr lang="en-US" b="1" dirty="0">
              <a:ea typeface="ＭＳ Ｐゴシック" charset="0"/>
              <a:cs typeface="ＭＳ Ｐゴシック" charset="0"/>
            </a:endParaRPr>
          </a:p>
          <a:p>
            <a:pPr eaLnBrk="1" hangingPunct="1"/>
            <a:endParaRPr lang="en-US" b="1" dirty="0"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Risk Neutral</a:t>
            </a:r>
            <a:r>
              <a:rPr lang="en-US" dirty="0">
                <a:ea typeface="ＭＳ Ｐゴシック" charset="0"/>
                <a:cs typeface="ＭＳ Ｐゴシック" charset="0"/>
              </a:rPr>
              <a:t>:  </a:t>
            </a:r>
          </a:p>
          <a:p>
            <a:pPr lvl="1" eaLnBrk="1" hangingPunct="1"/>
            <a:r>
              <a:rPr lang="en-US" dirty="0">
                <a:ea typeface="ＭＳ Ｐゴシック" charset="0"/>
              </a:rPr>
              <a:t>is indifferent about fair bets; </a:t>
            </a:r>
          </a:p>
          <a:p>
            <a:pPr lvl="1" eaLnBrk="1" hangingPunct="1"/>
            <a:r>
              <a:rPr lang="en-US" dirty="0">
                <a:ea typeface="ＭＳ Ｐゴシック" charset="0"/>
              </a:rPr>
              <a:t>does not pay a premium for insurance</a:t>
            </a:r>
          </a:p>
          <a:p>
            <a:pPr eaLnBrk="1" hangingPunct="1"/>
            <a:endParaRPr lang="en-US" b="1" dirty="0">
              <a:ea typeface="ＭＳ Ｐゴシック" charset="0"/>
              <a:cs typeface="ＭＳ Ｐゴシック" charset="0"/>
            </a:endParaRPr>
          </a:p>
          <a:p>
            <a:pPr eaLnBrk="1" hangingPunct="1"/>
            <a:endParaRPr lang="en-US" b="1" dirty="0"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Risk Lover</a:t>
            </a:r>
            <a:r>
              <a:rPr lang="en-US" dirty="0">
                <a:ea typeface="ＭＳ Ｐゴシック" charset="0"/>
                <a:cs typeface="ＭＳ Ｐゴシック" charset="0"/>
              </a:rPr>
              <a:t>:  </a:t>
            </a:r>
          </a:p>
          <a:p>
            <a:pPr lvl="1" eaLnBrk="1" hangingPunct="1"/>
            <a:r>
              <a:rPr lang="en-US" dirty="0">
                <a:ea typeface="ＭＳ Ｐゴシック" charset="0"/>
              </a:rPr>
              <a:t>accepts all fair (and some unfair) bets; </a:t>
            </a:r>
          </a:p>
          <a:p>
            <a:pPr lvl="1" eaLnBrk="1" hangingPunct="1"/>
            <a:r>
              <a:rPr lang="en-US" dirty="0">
                <a:ea typeface="ＭＳ Ｐゴシック" charset="0"/>
              </a:rPr>
              <a:t>never purchases insurance</a:t>
            </a:r>
          </a:p>
        </p:txBody>
      </p:sp>
      <p:sp>
        <p:nvSpPr>
          <p:cNvPr id="522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>
                <a:ea typeface="ＭＳ Ｐゴシック" charset="0"/>
                <a:cs typeface="ＭＳ Ｐゴシック" charset="0"/>
              </a:rPr>
              <a:t>Risk Lover, Risk Averse, and Risk Neutral</a:t>
            </a:r>
          </a:p>
        </p:txBody>
      </p:sp>
      <p:sp>
        <p:nvSpPr>
          <p:cNvPr id="5222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700">
                <a:latin typeface="Calibri"/>
              </a:rPr>
              <a:t>Historical Returns</a:t>
            </a:r>
          </a:p>
        </p:txBody>
      </p:sp>
      <p:sp>
        <p:nvSpPr>
          <p:cNvPr id="52230" name="Oval 4"/>
          <p:cNvSpPr>
            <a:spLocks noChangeArrowheads="1"/>
          </p:cNvSpPr>
          <p:nvPr/>
        </p:nvSpPr>
        <p:spPr bwMode="auto">
          <a:xfrm>
            <a:off x="152400" y="685800"/>
            <a:ext cx="2209800" cy="533400"/>
          </a:xfrm>
          <a:prstGeom prst="ellipse">
            <a:avLst/>
          </a:prstGeom>
          <a:solidFill>
            <a:schemeClr val="hlink">
              <a:alpha val="16078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26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3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/>
            <a:r>
              <a:rPr lang="en-US" sz="2400" dirty="0">
                <a:ea typeface="ＭＳ Ｐゴシック" charset="0"/>
                <a:cs typeface="ＭＳ Ｐゴシック" charset="0"/>
              </a:rPr>
              <a:t>What happens to </a:t>
            </a:r>
            <a:r>
              <a:rPr lang="en-US" sz="2400" i="1" dirty="0">
                <a:ea typeface="ＭＳ Ｐゴシック" charset="0"/>
                <a:cs typeface="ＭＳ Ｐゴシック" charset="0"/>
              </a:rPr>
              <a:t>expected returns 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when assets are combined to form portfolios?</a:t>
            </a:r>
          </a:p>
          <a:p>
            <a:pPr marL="628650" lvl="1" indent="-457200"/>
            <a:r>
              <a:rPr lang="en-US" sz="1850" dirty="0">
                <a:ea typeface="ＭＳ Ｐゴシック" charset="0"/>
              </a:rPr>
              <a:t>E(</a:t>
            </a:r>
            <a:r>
              <a:rPr lang="en-US" sz="1850" i="1" dirty="0" err="1">
                <a:ea typeface="ＭＳ Ｐゴシック" charset="0"/>
              </a:rPr>
              <a:t>w</a:t>
            </a:r>
            <a:r>
              <a:rPr lang="en-US" sz="1850" dirty="0" err="1">
                <a:ea typeface="ＭＳ Ｐゴシック" charset="0"/>
              </a:rPr>
              <a:t>AMZN</a:t>
            </a:r>
            <a:r>
              <a:rPr lang="en-US" sz="1850" dirty="0">
                <a:ea typeface="ＭＳ Ｐゴシック" charset="0"/>
              </a:rPr>
              <a:t> + </a:t>
            </a:r>
            <a:r>
              <a:rPr lang="en-US" sz="1850" i="1" dirty="0" err="1">
                <a:ea typeface="ＭＳ Ｐゴシック" charset="0"/>
              </a:rPr>
              <a:t>w</a:t>
            </a:r>
            <a:r>
              <a:rPr lang="en-US" sz="1850" dirty="0" err="1">
                <a:ea typeface="ＭＳ Ｐゴシック" charset="0"/>
              </a:rPr>
              <a:t>BABA</a:t>
            </a:r>
            <a:r>
              <a:rPr lang="en-US" sz="1850" dirty="0">
                <a:ea typeface="ＭＳ Ｐゴシック" charset="0"/>
              </a:rPr>
              <a:t> + </a:t>
            </a:r>
            <a:r>
              <a:rPr lang="en-US" sz="1850" i="1" dirty="0" err="1">
                <a:ea typeface="ＭＳ Ｐゴシック" charset="0"/>
              </a:rPr>
              <a:t>w</a:t>
            </a:r>
            <a:r>
              <a:rPr lang="en-US" sz="1850" dirty="0" err="1">
                <a:ea typeface="ＭＳ Ｐゴシック" charset="0"/>
              </a:rPr>
              <a:t>TBill</a:t>
            </a:r>
            <a:r>
              <a:rPr lang="en-US" sz="1850" dirty="0">
                <a:ea typeface="ＭＳ Ｐゴシック" charset="0"/>
              </a:rPr>
              <a:t>) ?=? </a:t>
            </a:r>
            <a:r>
              <a:rPr lang="en-US" sz="1850" i="1" dirty="0" err="1">
                <a:ea typeface="ＭＳ Ｐゴシック" charset="0"/>
              </a:rPr>
              <a:t>w</a:t>
            </a:r>
            <a:r>
              <a:rPr lang="en-US" sz="1850" dirty="0" err="1">
                <a:ea typeface="ＭＳ Ｐゴシック" charset="0"/>
              </a:rPr>
              <a:t>E</a:t>
            </a:r>
            <a:r>
              <a:rPr lang="en-US" sz="1850" dirty="0">
                <a:ea typeface="ＭＳ Ｐゴシック" charset="0"/>
              </a:rPr>
              <a:t>(</a:t>
            </a:r>
            <a:r>
              <a:rPr lang="en-US" sz="1850" dirty="0" err="1">
                <a:ea typeface="ＭＳ Ｐゴシック" charset="0"/>
              </a:rPr>
              <a:t>AMZN</a:t>
            </a:r>
            <a:r>
              <a:rPr lang="en-US" sz="1850" dirty="0">
                <a:ea typeface="ＭＳ Ｐゴシック" charset="0"/>
              </a:rPr>
              <a:t>) +</a:t>
            </a:r>
            <a:r>
              <a:rPr lang="en-US" sz="1850" i="1" dirty="0" err="1">
                <a:ea typeface="ＭＳ Ｐゴシック" charset="0"/>
              </a:rPr>
              <a:t>w</a:t>
            </a:r>
            <a:r>
              <a:rPr lang="en-US" sz="1850" dirty="0" err="1">
                <a:ea typeface="ＭＳ Ｐゴシック" charset="0"/>
              </a:rPr>
              <a:t>E</a:t>
            </a:r>
            <a:r>
              <a:rPr lang="en-US" sz="1850" dirty="0">
                <a:ea typeface="ＭＳ Ｐゴシック" charset="0"/>
              </a:rPr>
              <a:t>(BABA) + </a:t>
            </a:r>
            <a:r>
              <a:rPr lang="en-US" sz="1850" i="1" dirty="0" err="1">
                <a:ea typeface="ＭＳ Ｐゴシック" charset="0"/>
              </a:rPr>
              <a:t>w</a:t>
            </a:r>
            <a:r>
              <a:rPr lang="en-US" sz="1850" dirty="0" err="1">
                <a:ea typeface="ＭＳ Ｐゴシック" charset="0"/>
              </a:rPr>
              <a:t>E</a:t>
            </a:r>
            <a:r>
              <a:rPr lang="en-US" sz="1850" dirty="0">
                <a:ea typeface="ＭＳ Ｐゴシック" charset="0"/>
              </a:rPr>
              <a:t>(</a:t>
            </a:r>
            <a:r>
              <a:rPr lang="en-US" sz="1850" dirty="0" err="1">
                <a:ea typeface="ＭＳ Ｐゴシック" charset="0"/>
              </a:rPr>
              <a:t>TBill</a:t>
            </a:r>
            <a:r>
              <a:rPr lang="en-US" sz="1850" dirty="0">
                <a:ea typeface="ＭＳ Ｐゴシック" charset="0"/>
              </a:rPr>
              <a:t>)</a:t>
            </a:r>
          </a:p>
          <a:p>
            <a:pPr marL="177800" indent="-177800" eaLnBrk="1" hangingPunct="1"/>
            <a:endParaRPr lang="en-US" sz="2400" dirty="0">
              <a:ea typeface="ＭＳ Ｐゴシック" charset="0"/>
              <a:cs typeface="ＭＳ Ｐゴシック" charset="0"/>
            </a:endParaRPr>
          </a:p>
          <a:p>
            <a:pPr marL="520700" indent="-520700" eaLnBrk="1" hangingPunct="1"/>
            <a:r>
              <a:rPr lang="en-US" sz="2400" dirty="0">
                <a:ea typeface="ＭＳ Ｐゴシック" charset="0"/>
                <a:cs typeface="ＭＳ Ｐゴシック" charset="0"/>
              </a:rPr>
              <a:t>What happens to </a:t>
            </a:r>
            <a:r>
              <a:rPr lang="en-US" sz="2400" i="1" dirty="0">
                <a:ea typeface="ＭＳ Ｐゴシック" charset="0"/>
                <a:cs typeface="ＭＳ Ｐゴシック" charset="0"/>
              </a:rPr>
              <a:t>risk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 (</a:t>
            </a:r>
            <a:r>
              <a:rPr lang="en-US" sz="2400" i="1" dirty="0">
                <a:ea typeface="ＭＳ Ｐゴシック" charset="0"/>
                <a:cs typeface="ＭＳ Ｐゴシック" charset="0"/>
              </a:rPr>
              <a:t>standard deviation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)</a:t>
            </a:r>
            <a:r>
              <a:rPr lang="en-US" sz="2400" i="1" dirty="0"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when assets are combined to form portfolios?</a:t>
            </a:r>
          </a:p>
          <a:p>
            <a:pPr marL="692150" lvl="1" indent="-520700"/>
            <a:r>
              <a:rPr lang="en-US" sz="1850" dirty="0">
                <a:ea typeface="ＭＳ Ｐゴシック" charset="0"/>
              </a:rPr>
              <a:t>SD(</a:t>
            </a:r>
            <a:r>
              <a:rPr lang="en-US" sz="1850" i="1" dirty="0" err="1">
                <a:ea typeface="ＭＳ Ｐゴシック" charset="0"/>
              </a:rPr>
              <a:t>w</a:t>
            </a:r>
            <a:r>
              <a:rPr lang="en-US" sz="1850" dirty="0" err="1">
                <a:ea typeface="ＭＳ Ｐゴシック" charset="0"/>
              </a:rPr>
              <a:t>AMZN</a:t>
            </a:r>
            <a:r>
              <a:rPr lang="en-US" sz="1850" dirty="0">
                <a:ea typeface="ＭＳ Ｐゴシック" charset="0"/>
              </a:rPr>
              <a:t> + </a:t>
            </a:r>
            <a:r>
              <a:rPr lang="en-US" sz="1850" i="1" dirty="0" err="1">
                <a:ea typeface="ＭＳ Ｐゴシック" charset="0"/>
              </a:rPr>
              <a:t>w</a:t>
            </a:r>
            <a:r>
              <a:rPr lang="en-US" sz="1850" dirty="0" err="1">
                <a:ea typeface="ＭＳ Ｐゴシック" charset="0"/>
              </a:rPr>
              <a:t>BABA</a:t>
            </a:r>
            <a:r>
              <a:rPr lang="en-US" sz="1850" dirty="0">
                <a:ea typeface="ＭＳ Ｐゴシック" charset="0"/>
              </a:rPr>
              <a:t> + </a:t>
            </a:r>
            <a:r>
              <a:rPr lang="en-US" sz="1850" i="1" dirty="0" err="1">
                <a:ea typeface="ＭＳ Ｐゴシック" charset="0"/>
              </a:rPr>
              <a:t>w</a:t>
            </a:r>
            <a:r>
              <a:rPr lang="en-US" sz="1850" dirty="0" err="1">
                <a:ea typeface="ＭＳ Ｐゴシック" charset="0"/>
              </a:rPr>
              <a:t>TBill</a:t>
            </a:r>
            <a:r>
              <a:rPr lang="en-US" sz="1850" dirty="0">
                <a:ea typeface="ＭＳ Ｐゴシック" charset="0"/>
              </a:rPr>
              <a:t>) ?=? </a:t>
            </a:r>
            <a:r>
              <a:rPr lang="en-US" sz="1850" i="1" dirty="0" err="1">
                <a:ea typeface="ＭＳ Ｐゴシック" charset="0"/>
              </a:rPr>
              <a:t>w</a:t>
            </a:r>
            <a:r>
              <a:rPr lang="en-US" sz="1850" dirty="0" err="1">
                <a:ea typeface="ＭＳ Ｐゴシック" charset="0"/>
              </a:rPr>
              <a:t>SD</a:t>
            </a:r>
            <a:r>
              <a:rPr lang="en-US" sz="1850" dirty="0">
                <a:ea typeface="ＭＳ Ｐゴシック" charset="0"/>
              </a:rPr>
              <a:t>(</a:t>
            </a:r>
            <a:r>
              <a:rPr lang="en-US" sz="1850" dirty="0" err="1">
                <a:ea typeface="ＭＳ Ｐゴシック" charset="0"/>
              </a:rPr>
              <a:t>AMZN</a:t>
            </a:r>
            <a:r>
              <a:rPr lang="en-US" sz="1850" dirty="0">
                <a:ea typeface="ＭＳ Ｐゴシック" charset="0"/>
              </a:rPr>
              <a:t>) + </a:t>
            </a:r>
            <a:r>
              <a:rPr lang="en-US" sz="1850" i="1" dirty="0" err="1">
                <a:ea typeface="ＭＳ Ｐゴシック" charset="0"/>
              </a:rPr>
              <a:t>w</a:t>
            </a:r>
            <a:r>
              <a:rPr lang="en-US" sz="1850" dirty="0" err="1">
                <a:ea typeface="ＭＳ Ｐゴシック" charset="0"/>
              </a:rPr>
              <a:t>SD</a:t>
            </a:r>
            <a:r>
              <a:rPr lang="en-US" sz="1850" dirty="0">
                <a:ea typeface="ＭＳ Ｐゴシック" charset="0"/>
              </a:rPr>
              <a:t>(BABA) + </a:t>
            </a:r>
            <a:r>
              <a:rPr lang="en-US" sz="1850" i="1" dirty="0" err="1">
                <a:ea typeface="ＭＳ Ｐゴシック" charset="0"/>
              </a:rPr>
              <a:t>w</a:t>
            </a:r>
            <a:r>
              <a:rPr lang="en-US" sz="1850" dirty="0" err="1">
                <a:ea typeface="ＭＳ Ｐゴシック" charset="0"/>
              </a:rPr>
              <a:t>SD</a:t>
            </a:r>
            <a:r>
              <a:rPr lang="en-US" sz="1850" dirty="0">
                <a:ea typeface="ＭＳ Ｐゴシック" charset="0"/>
              </a:rPr>
              <a:t>(</a:t>
            </a:r>
            <a:r>
              <a:rPr lang="en-US" sz="1850" dirty="0" err="1">
                <a:ea typeface="ＭＳ Ｐゴシック" charset="0"/>
              </a:rPr>
              <a:t>TBill</a:t>
            </a:r>
            <a:r>
              <a:rPr lang="en-US" sz="1850" dirty="0">
                <a:ea typeface="ＭＳ Ｐゴシック" charset="0"/>
              </a:rPr>
              <a:t>)</a:t>
            </a:r>
          </a:p>
          <a:p>
            <a:pPr marL="177800" indent="-177800" eaLnBrk="1" hangingPunct="1"/>
            <a:endParaRPr lang="en-US" sz="2400" b="1" dirty="0">
              <a:ea typeface="ＭＳ Ｐゴシック" charset="0"/>
              <a:cs typeface="ＭＳ Ｐゴシック" charset="0"/>
            </a:endParaRPr>
          </a:p>
          <a:p>
            <a:pPr marL="457200" indent="-457200" eaLnBrk="1" hangingPunct="1"/>
            <a:r>
              <a:rPr lang="en-US" sz="2400" b="1" dirty="0">
                <a:ea typeface="ＭＳ Ｐゴシック" charset="0"/>
                <a:cs typeface="ＭＳ Ｐゴシック" charset="0"/>
              </a:rPr>
              <a:t>Efficient Portfolio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:  portfolio whose return is maximized for a given level of risk </a:t>
            </a:r>
            <a:r>
              <a:rPr lang="en-US" sz="2400" b="1" dirty="0">
                <a:ea typeface="ＭＳ Ｐゴシック" charset="0"/>
                <a:cs typeface="ＭＳ Ｐゴシック" charset="0"/>
              </a:rPr>
              <a:t>or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 whose risk is minimized for a given level of return</a:t>
            </a:r>
          </a:p>
        </p:txBody>
      </p:sp>
      <p:sp>
        <p:nvSpPr>
          <p:cNvPr id="5427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700">
                <a:latin typeface="Calibri"/>
              </a:rPr>
              <a:t>Historical Returns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27</a:t>
            </a:fld>
            <a:endParaRPr lang="en-US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Diversification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ea typeface="ＭＳ Ｐゴシック" charset="0"/>
                <a:cs typeface="ＭＳ Ｐゴシック" charset="0"/>
              </a:rPr>
              <a:t>Diversification can lower an investor’s overall risk to the extent that the returns of the assets in a portfolio don’t move together.</a:t>
            </a:r>
          </a:p>
          <a:p>
            <a:r>
              <a:rPr lang="en-US" sz="2800" dirty="0">
                <a:ea typeface="ＭＳ Ｐゴシック" charset="0"/>
                <a:cs typeface="ＭＳ Ｐゴシック" charset="0"/>
              </a:rPr>
              <a:t>Measures of co-movement:  </a:t>
            </a:r>
            <a:r>
              <a:rPr lang="en-US" sz="2800" i="1" dirty="0">
                <a:ea typeface="ＭＳ Ｐゴシック" charset="0"/>
                <a:cs typeface="ＭＳ Ｐゴシック" charset="0"/>
              </a:rPr>
              <a:t>correlation, covariance, and beta (</a:t>
            </a:r>
            <a:r>
              <a:rPr lang="en-US" sz="2800" i="1" dirty="0">
                <a:ea typeface="ＭＳ Ｐゴシック" charset="0"/>
                <a:cs typeface="ＭＳ Ｐゴシック" charset="0"/>
                <a:sym typeface="Symbol" charset="0"/>
              </a:rPr>
              <a:t>)</a:t>
            </a:r>
            <a:endParaRPr lang="en-US" sz="2800" i="1" dirty="0">
              <a:ea typeface="ＭＳ Ｐゴシック" charset="0"/>
              <a:cs typeface="ＭＳ Ｐゴシック" charset="0"/>
            </a:endParaRPr>
          </a:p>
          <a:p>
            <a:r>
              <a:rPr lang="en-US" sz="2800" dirty="0">
                <a:ea typeface="ＭＳ Ｐゴシック" charset="0"/>
                <a:cs typeface="ＭＳ Ｐゴシック" charset="0"/>
              </a:rPr>
              <a:t>The market beta (</a:t>
            </a:r>
            <a:r>
              <a:rPr lang="en-US" sz="2800" dirty="0">
                <a:ea typeface="ＭＳ Ｐゴシック" charset="0"/>
                <a:cs typeface="ＭＳ Ｐゴシック" charset="0"/>
                <a:sym typeface="Symbol" charset="0"/>
              </a:rPr>
              <a:t>) of a stock measures a stock’s co-movement with the market portfolio</a:t>
            </a:r>
          </a:p>
          <a:p>
            <a:pPr lvl="1"/>
            <a:r>
              <a:rPr lang="en-US" sz="2400" dirty="0">
                <a:ea typeface="ＭＳ Ｐゴシック" charset="0"/>
                <a:sym typeface="Symbol" charset="0"/>
              </a:rPr>
              <a:t>A stock with a negative beta functions like insurance </a:t>
            </a:r>
          </a:p>
          <a:p>
            <a:endParaRPr lang="en-US" sz="2400" dirty="0">
              <a:ea typeface="ＭＳ Ｐゴシック" charset="0"/>
              <a:cs typeface="ＭＳ Ｐゴシック" charset="0"/>
              <a:sym typeface="Symbol" charset="0"/>
            </a:endParaRPr>
          </a:p>
          <a:p>
            <a:endParaRPr lang="en-US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5632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ＭＳ Ｐゴシック" charset="0"/>
                <a:cs typeface="ＭＳ Ｐゴシック" charset="0"/>
              </a:rPr>
              <a:t>Diversification</a:t>
            </a:r>
          </a:p>
        </p:txBody>
      </p:sp>
      <p:sp>
        <p:nvSpPr>
          <p:cNvPr id="56325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700">
                <a:latin typeface="Calibri"/>
              </a:rPr>
              <a:t>Historical Returns</a:t>
            </a:r>
          </a:p>
        </p:txBody>
      </p:sp>
      <p:graphicFrame>
        <p:nvGraphicFramePr>
          <p:cNvPr id="5632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0677082"/>
              </p:ext>
            </p:extLst>
          </p:nvPr>
        </p:nvGraphicFramePr>
        <p:xfrm>
          <a:off x="1143000" y="4419600"/>
          <a:ext cx="6202363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55800" imgH="219240" progId="Equation.3">
                  <p:embed/>
                </p:oleObj>
              </mc:Choice>
              <mc:Fallback>
                <p:oleObj name="Equation" r:id="rId2" imgW="1855800" imgH="219240" progId="Equation.3">
                  <p:embed/>
                  <p:pic>
                    <p:nvPicPr>
                      <p:cNvPr id="5632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419600"/>
                        <a:ext cx="6202363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7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28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ea typeface="ＭＳ Ｐゴシック" charset="0"/>
                <a:cs typeface="ＭＳ Ｐゴシック" charset="0"/>
              </a:rPr>
              <a:t>Beta</a:t>
            </a:r>
            <a:r>
              <a:rPr lang="en-US" dirty="0">
                <a:ea typeface="ＭＳ Ｐゴシック" charset="0"/>
                <a:cs typeface="ＭＳ Ｐゴシック" charset="0"/>
              </a:rPr>
              <a:t> (</a:t>
            </a:r>
            <a:r>
              <a:rPr lang="en-US" dirty="0">
                <a:ea typeface="ＭＳ Ｐゴシック" charset="0"/>
                <a:cs typeface="ＭＳ Ｐゴシック" charset="0"/>
                <a:sym typeface="Symbol" charset="0"/>
              </a:rPr>
              <a:t>) </a:t>
            </a:r>
            <a:r>
              <a:rPr lang="en-US" dirty="0">
                <a:ea typeface="ＭＳ Ｐゴシック" charset="0"/>
                <a:cs typeface="ＭＳ Ｐゴシック" charset="0"/>
              </a:rPr>
              <a:t>of COST-SP500 (Sept 2026, past 2 years)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Historical Returns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1D7504-105E-7AB4-7510-ABE23B7DA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424" y="762000"/>
            <a:ext cx="6169152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1243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150" dirty="0"/>
              <a:t>Investment Companies</a:t>
            </a:r>
          </a:p>
          <a:p>
            <a:pPr lvl="1"/>
            <a:r>
              <a:rPr lang="en-US" sz="2000" dirty="0"/>
              <a:t>Open-end Mutual Funds</a:t>
            </a:r>
          </a:p>
          <a:p>
            <a:pPr lvl="1"/>
            <a:r>
              <a:rPr lang="en-US" sz="2000" dirty="0"/>
              <a:t>Exchange Traded Funds (ETFs)</a:t>
            </a:r>
          </a:p>
          <a:p>
            <a:pPr lvl="1"/>
            <a:r>
              <a:rPr lang="en-US" sz="2000" dirty="0"/>
              <a:t>Closed-end Funds</a:t>
            </a:r>
          </a:p>
          <a:p>
            <a:endParaRPr lang="en-US" sz="2400" dirty="0"/>
          </a:p>
          <a:p>
            <a:r>
              <a:rPr lang="en-US" sz="2400" dirty="0"/>
              <a:t>Regulation</a:t>
            </a:r>
          </a:p>
          <a:p>
            <a:pPr lvl="1"/>
            <a:r>
              <a:rPr lang="en-US" sz="2000" dirty="0"/>
              <a:t>Investment Company Act of 1940</a:t>
            </a:r>
          </a:p>
          <a:p>
            <a:pPr lvl="1"/>
            <a:r>
              <a:rPr lang="en-US" sz="2000" dirty="0"/>
              <a:t>Investment Advisers Act of 1940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Public Investment Companies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Historical Returns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30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22277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Content Placeholder 17" descr="Children">
            <a:extLst>
              <a:ext uri="{FF2B5EF4-FFF2-40B4-BE49-F238E27FC236}">
                <a16:creationId xmlns:a16="http://schemas.microsoft.com/office/drawing/2014/main" id="{EE653E94-BBE4-1742-8F71-F4C3FD554B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45052" y="1051560"/>
            <a:ext cx="914400" cy="9144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31EAD26-72D3-3B44-8E29-EC98379AC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Open-End Mutual Fund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7CD9F7-9734-404E-A63D-CED3C6396D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31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DBF9A-95FE-5840-AD66-26B1E23D9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Historical Returns</a:t>
            </a:r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CA42B01-F766-124E-85AB-A6AD018B8C9D}"/>
              </a:ext>
            </a:extLst>
          </p:cNvPr>
          <p:cNvSpPr/>
          <p:nvPr/>
        </p:nvSpPr>
        <p:spPr>
          <a:xfrm>
            <a:off x="3349754" y="4758985"/>
            <a:ext cx="2060446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Assets: Stocks, Bonds, 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AC8FF2-1644-304A-909C-B6B5C239242B}"/>
              </a:ext>
            </a:extLst>
          </p:cNvPr>
          <p:cNvSpPr/>
          <p:nvPr/>
        </p:nvSpPr>
        <p:spPr>
          <a:xfrm>
            <a:off x="3273553" y="2590800"/>
            <a:ext cx="2209800" cy="13031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Mutual Fund</a:t>
            </a:r>
            <a:br>
              <a:rPr lang="en-US" dirty="0"/>
            </a:br>
            <a:r>
              <a:rPr lang="en-US" dirty="0"/>
              <a:t>Regulated Invest. Co.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FB9F7CE-AF4C-8E40-A61A-8E00FAF7A045}"/>
              </a:ext>
            </a:extLst>
          </p:cNvPr>
          <p:cNvCxnSpPr>
            <a:cxnSpLocks/>
            <a:stCxn id="12" idx="2"/>
            <a:endCxn id="9" idx="0"/>
          </p:cNvCxnSpPr>
          <p:nvPr/>
        </p:nvCxnSpPr>
        <p:spPr>
          <a:xfrm>
            <a:off x="4378453" y="3893938"/>
            <a:ext cx="1524" cy="8650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0F6DF17E-04A2-A141-B3EF-A4DE1F7E3E85}"/>
              </a:ext>
            </a:extLst>
          </p:cNvPr>
          <p:cNvCxnSpPr>
            <a:stCxn id="18" idx="1"/>
            <a:endCxn id="12" idx="1"/>
          </p:cNvCxnSpPr>
          <p:nvPr/>
        </p:nvCxnSpPr>
        <p:spPr>
          <a:xfrm rot="10800000" flipV="1">
            <a:off x="3273554" y="1508759"/>
            <a:ext cx="571499" cy="1733609"/>
          </a:xfrm>
          <a:prstGeom prst="bentConnector3">
            <a:avLst>
              <a:gd name="adj1" fmla="val 14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E3FE56A6-4603-8341-A3B4-6693F527C754}"/>
              </a:ext>
            </a:extLst>
          </p:cNvPr>
          <p:cNvCxnSpPr>
            <a:cxnSpLocks/>
            <a:stCxn id="12" idx="3"/>
            <a:endCxn id="18" idx="3"/>
          </p:cNvCxnSpPr>
          <p:nvPr/>
        </p:nvCxnSpPr>
        <p:spPr>
          <a:xfrm flipH="1" flipV="1">
            <a:off x="4759452" y="1508760"/>
            <a:ext cx="723901" cy="1733609"/>
          </a:xfrm>
          <a:prstGeom prst="bentConnector3">
            <a:avLst>
              <a:gd name="adj1" fmla="val -3157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586EF00-A168-5E4C-BA2D-8921C9413F8F}"/>
              </a:ext>
            </a:extLst>
          </p:cNvPr>
          <p:cNvSpPr txBox="1"/>
          <p:nvPr/>
        </p:nvSpPr>
        <p:spPr>
          <a:xfrm>
            <a:off x="2103395" y="1944469"/>
            <a:ext cx="7922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$$ @</a:t>
            </a:r>
            <a:br>
              <a:rPr lang="en-US" dirty="0"/>
            </a:br>
            <a:r>
              <a:rPr lang="en-US" dirty="0"/>
              <a:t>NAV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FBABF6F-3727-064D-A0E5-8984C09E279F}"/>
              </a:ext>
            </a:extLst>
          </p:cNvPr>
          <p:cNvSpPr txBox="1"/>
          <p:nvPr/>
        </p:nvSpPr>
        <p:spPr>
          <a:xfrm>
            <a:off x="5837195" y="2052397"/>
            <a:ext cx="7922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$$ @</a:t>
            </a:r>
            <a:br>
              <a:rPr lang="en-US" dirty="0"/>
            </a:br>
            <a:r>
              <a:rPr lang="en-US" dirty="0"/>
              <a:t>NAV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F11FFB4-3408-A649-A77B-639A42D53F6B}"/>
              </a:ext>
            </a:extLst>
          </p:cNvPr>
          <p:cNvSpPr txBox="1"/>
          <p:nvPr/>
        </p:nvSpPr>
        <p:spPr>
          <a:xfrm>
            <a:off x="2110741" y="1683065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Buy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64DFAD9-86FC-434D-BACC-5D174CD2DEAC}"/>
              </a:ext>
            </a:extLst>
          </p:cNvPr>
          <p:cNvSpPr txBox="1"/>
          <p:nvPr/>
        </p:nvSpPr>
        <p:spPr>
          <a:xfrm>
            <a:off x="5847863" y="1724943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Sell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DC80D41-02D7-1347-A4B6-775D0B7C2F4D}"/>
              </a:ext>
            </a:extLst>
          </p:cNvPr>
          <p:cNvSpPr txBox="1"/>
          <p:nvPr/>
        </p:nvSpPr>
        <p:spPr>
          <a:xfrm>
            <a:off x="4247869" y="5838035"/>
            <a:ext cx="4674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NAV: Net Assets (Ass-</a:t>
            </a:r>
            <a:r>
              <a:rPr lang="en-US" dirty="0" err="1"/>
              <a:t>Liab</a:t>
            </a:r>
            <a:r>
              <a:rPr lang="en-US" dirty="0"/>
              <a:t>) / # Shares</a:t>
            </a:r>
          </a:p>
        </p:txBody>
      </p:sp>
    </p:spTree>
    <p:extLst>
      <p:ext uri="{BB962C8B-B14F-4D97-AF65-F5344CB8AC3E}">
        <p14:creationId xmlns:p14="http://schemas.microsoft.com/office/powerpoint/2010/main" val="2978666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30" grpId="0"/>
      <p:bldP spid="31" grpId="0"/>
      <p:bldP spid="32" grpId="0"/>
      <p:bldP spid="33" grpId="0"/>
      <p:bldP spid="3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91B2019-1EEA-A240-BD8F-86433E497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41934"/>
            <a:ext cx="8458200" cy="365127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Open-End Mutual Fund: VTSAX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73695A-BE77-4443-A0A6-70B7A74055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385048" y="6471106"/>
            <a:ext cx="457200" cy="365125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fld id="{7B3E355C-57B9-BC4B-95D8-406A1F834537}" type="slidenum">
              <a:rPr lang="en-US" altLang="en-US" smtClean="0"/>
              <a:pPr>
                <a:spcAft>
                  <a:spcPts val="600"/>
                </a:spcAft>
              </a:pPr>
              <a:t>32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D7C5A-DB37-884A-BDDE-BA6E1F6EE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442488"/>
            <a:ext cx="2895600" cy="365125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/>
              <a:t>Historical Returns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F0C9911-581C-72D4-CE7B-D05C62935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148" y="603723"/>
            <a:ext cx="8458200" cy="209742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5926C3B-85BA-D966-B645-2B45909D2D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" y="2707587"/>
            <a:ext cx="7289292" cy="60203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B180789-1871-4D73-B87A-1CF22D5043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9800" y="3657600"/>
            <a:ext cx="2692908" cy="22655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2729B69-CF04-AD53-FE82-0E74EB3598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648" y="3657599"/>
            <a:ext cx="4772152" cy="2596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5496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D7895AF-1AA9-D503-C5D8-0C0950560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Open-End Mutual Fund: VTSAX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2E0D0F-AF24-3699-88E3-72956AB8BF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33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7A910-4258-B101-4E29-DAE4CB19E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Historical Returns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262DFE-2528-7500-0124-3BEF4B573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43000"/>
            <a:ext cx="3733800" cy="4343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8C768C-7FF0-DCBE-3350-F659CD140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143000"/>
            <a:ext cx="4346448" cy="422148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8EE629A-CBA1-DA53-8C6A-79310649B1D0}"/>
              </a:ext>
            </a:extLst>
          </p:cNvPr>
          <p:cNvCxnSpPr>
            <a:cxnSpLocks/>
          </p:cNvCxnSpPr>
          <p:nvPr/>
        </p:nvCxnSpPr>
        <p:spPr>
          <a:xfrm>
            <a:off x="4114800" y="1143000"/>
            <a:ext cx="0" cy="44958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89328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1D0AD71-EF5D-554B-B920-5520D6DB8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Exchanged Traded Funds (ETFs)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B3CD2-6EC2-AA4E-A31E-44AF64BAB0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34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CFAD97-58A0-0149-A22E-A144D53C3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Historical Returns</a:t>
            </a:r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559D4D2-A74E-674A-9AE1-AA8CA7BA55EA}"/>
              </a:ext>
            </a:extLst>
          </p:cNvPr>
          <p:cNvSpPr/>
          <p:nvPr/>
        </p:nvSpPr>
        <p:spPr>
          <a:xfrm>
            <a:off x="2262192" y="4758985"/>
            <a:ext cx="2060446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Assets: Stocks, Bonds, 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97FE5B-9FCE-F247-9529-14216B01F7BA}"/>
              </a:ext>
            </a:extLst>
          </p:cNvPr>
          <p:cNvSpPr/>
          <p:nvPr/>
        </p:nvSpPr>
        <p:spPr>
          <a:xfrm>
            <a:off x="2185991" y="2590800"/>
            <a:ext cx="2209800" cy="13031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ETF</a:t>
            </a:r>
            <a:br>
              <a:rPr lang="en-US" dirty="0"/>
            </a:br>
            <a:r>
              <a:rPr lang="en-US" dirty="0"/>
              <a:t>Regulated Invest. Co.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47E3CDD-623B-0C45-9FE6-E23B9C67AD55}"/>
              </a:ext>
            </a:extLst>
          </p:cNvPr>
          <p:cNvCxnSpPr>
            <a:cxnSpLocks/>
            <a:stCxn id="8" idx="2"/>
            <a:endCxn id="7" idx="0"/>
          </p:cNvCxnSpPr>
          <p:nvPr/>
        </p:nvCxnSpPr>
        <p:spPr>
          <a:xfrm>
            <a:off x="3290891" y="3893938"/>
            <a:ext cx="1524" cy="8650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2CC433F3-CC89-044A-87C0-501F6D9405B9}"/>
              </a:ext>
            </a:extLst>
          </p:cNvPr>
          <p:cNvCxnSpPr>
            <a:cxnSpLocks/>
            <a:endCxn id="8" idx="1"/>
          </p:cNvCxnSpPr>
          <p:nvPr/>
        </p:nvCxnSpPr>
        <p:spPr>
          <a:xfrm rot="10800000" flipV="1">
            <a:off x="2185992" y="1508759"/>
            <a:ext cx="571499" cy="1733609"/>
          </a:xfrm>
          <a:prstGeom prst="bentConnector3">
            <a:avLst>
              <a:gd name="adj1" fmla="val 14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885F2AAC-F247-984A-876F-0BADFD735356}"/>
              </a:ext>
            </a:extLst>
          </p:cNvPr>
          <p:cNvCxnSpPr>
            <a:cxnSpLocks/>
            <a:stCxn id="8" idx="3"/>
          </p:cNvCxnSpPr>
          <p:nvPr/>
        </p:nvCxnSpPr>
        <p:spPr>
          <a:xfrm flipH="1" flipV="1">
            <a:off x="3671890" y="1508760"/>
            <a:ext cx="723901" cy="1733609"/>
          </a:xfrm>
          <a:prstGeom prst="bentConnector3">
            <a:avLst>
              <a:gd name="adj1" fmla="val -3157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A87B183-DD5F-9940-B6A6-0CD5512379B9}"/>
              </a:ext>
            </a:extLst>
          </p:cNvPr>
          <p:cNvSpPr txBox="1"/>
          <p:nvPr/>
        </p:nvSpPr>
        <p:spPr>
          <a:xfrm>
            <a:off x="354493" y="1983777"/>
            <a:ext cx="14045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Contribute</a:t>
            </a:r>
          </a:p>
          <a:p>
            <a:r>
              <a:rPr lang="en-US" dirty="0"/>
              <a:t>portfolio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5AFBAE-5F34-2240-B209-B2CE48420667}"/>
              </a:ext>
            </a:extLst>
          </p:cNvPr>
          <p:cNvSpPr txBox="1"/>
          <p:nvPr/>
        </p:nvSpPr>
        <p:spPr>
          <a:xfrm>
            <a:off x="5181600" y="2052397"/>
            <a:ext cx="2032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Portfolio (not $)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FA64BF-1976-4048-8F27-70A65C1B29CB}"/>
              </a:ext>
            </a:extLst>
          </p:cNvPr>
          <p:cNvSpPr txBox="1"/>
          <p:nvPr/>
        </p:nvSpPr>
        <p:spPr>
          <a:xfrm>
            <a:off x="304800" y="1649010"/>
            <a:ext cx="1503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Buy Shares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8ED784-C417-AA4A-A60D-89FCDF68AF82}"/>
              </a:ext>
            </a:extLst>
          </p:cNvPr>
          <p:cNvSpPr txBox="1"/>
          <p:nvPr/>
        </p:nvSpPr>
        <p:spPr>
          <a:xfrm>
            <a:off x="5192268" y="1724943"/>
            <a:ext cx="2000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Redeem Shares</a:t>
            </a:r>
          </a:p>
        </p:txBody>
      </p:sp>
      <p:pic>
        <p:nvPicPr>
          <p:cNvPr id="18" name="Content Placeholder 17" descr="Children">
            <a:extLst>
              <a:ext uri="{FF2B5EF4-FFF2-40B4-BE49-F238E27FC236}">
                <a16:creationId xmlns:a16="http://schemas.microsoft.com/office/drawing/2014/main" id="{F7F174B2-A85A-9D4E-B8AB-D90B184D3F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64076" y="734610"/>
            <a:ext cx="914400" cy="9144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E9C3A2B-1BEA-CC43-BEA2-DDB1594F2428}"/>
              </a:ext>
            </a:extLst>
          </p:cNvPr>
          <p:cNvSpPr txBox="1"/>
          <p:nvPr/>
        </p:nvSpPr>
        <p:spPr>
          <a:xfrm>
            <a:off x="2660442" y="1258268"/>
            <a:ext cx="11833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Authorized </a:t>
            </a:r>
            <a:br>
              <a:rPr lang="en-US" sz="1200" b="1" dirty="0"/>
            </a:br>
            <a:r>
              <a:rPr lang="en-US" sz="1200" b="1" dirty="0"/>
              <a:t>Participant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0DB2EFF-9864-424A-8196-80E3DBE433D3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4109058" y="1191810"/>
            <a:ext cx="2555018" cy="0"/>
          </a:xfrm>
          <a:prstGeom prst="straightConnector1">
            <a:avLst/>
          </a:prstGeom>
          <a:ln w="28575">
            <a:solidFill>
              <a:schemeClr val="accent3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EBE02BD-C910-544B-AC0C-38B4EC586DA3}"/>
              </a:ext>
            </a:extLst>
          </p:cNvPr>
          <p:cNvSpPr txBox="1"/>
          <p:nvPr/>
        </p:nvSpPr>
        <p:spPr>
          <a:xfrm>
            <a:off x="3914014" y="570209"/>
            <a:ext cx="28536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Sale/purchase of </a:t>
            </a:r>
          </a:p>
          <a:p>
            <a:r>
              <a:rPr lang="en-US" sz="1400" b="1" dirty="0"/>
              <a:t>ETF shares @ </a:t>
            </a:r>
            <a:r>
              <a:rPr lang="en-US" sz="1400" b="1" dirty="0">
                <a:highlight>
                  <a:srgbClr val="FF00FF"/>
                </a:highlight>
              </a:rPr>
              <a:t>market price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FF12D6B-8954-7A43-9A70-9F6A6E11A3FD}"/>
              </a:ext>
            </a:extLst>
          </p:cNvPr>
          <p:cNvSpPr txBox="1"/>
          <p:nvPr/>
        </p:nvSpPr>
        <p:spPr>
          <a:xfrm>
            <a:off x="5036820" y="3026638"/>
            <a:ext cx="3878580" cy="2862322"/>
          </a:xfrm>
          <a:prstGeom prst="rect">
            <a:avLst/>
          </a:prstGeom>
          <a:noFill/>
          <a:ln w="22225">
            <a:solidFill>
              <a:schemeClr val="accent3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/>
              <a:t>Creation/Redemption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If NAV (10) &gt; </a:t>
            </a:r>
            <a:r>
              <a:rPr lang="en-US" i="1" dirty="0" err="1"/>
              <a:t>mrkt</a:t>
            </a:r>
            <a:r>
              <a:rPr lang="en-US" i="1" dirty="0"/>
              <a:t> price (9)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Buy shares at 9, redeem, and sell portfolio for 10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If NAV (9) &lt; </a:t>
            </a:r>
            <a:r>
              <a:rPr lang="en-US" i="1" dirty="0" err="1"/>
              <a:t>mrkt</a:t>
            </a:r>
            <a:r>
              <a:rPr lang="en-US" i="1" dirty="0"/>
              <a:t> price (10)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Buy portfolio at 9, create shares, and sell to public for 10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158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2" grpId="0"/>
      <p:bldP spid="13" grpId="0"/>
      <p:bldP spid="14" grpId="0"/>
      <p:bldP spid="15" grpId="0"/>
      <p:bldP spid="19" grpId="0"/>
      <p:bldP spid="24" grpId="0"/>
      <p:bldP spid="25" grpId="0" uiExpand="1" build="allAtOnce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believe that Apple stock is overvalued.  How can I make money if my beliefs are correct?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Shorting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Historical Returns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35</a:t>
            </a:fld>
            <a:endParaRPr lang="en-US" altLang="en-US" dirty="0"/>
          </a:p>
        </p:txBody>
      </p:sp>
      <p:pic>
        <p:nvPicPr>
          <p:cNvPr id="7" name="Graphic 6" descr="Woman">
            <a:extLst>
              <a:ext uri="{FF2B5EF4-FFF2-40B4-BE49-F238E27FC236}">
                <a16:creationId xmlns:a16="http://schemas.microsoft.com/office/drawing/2014/main" id="{8FEEED13-C658-F140-BF5B-7ECB6F680B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" y="1418734"/>
            <a:ext cx="914400" cy="914400"/>
          </a:xfrm>
          <a:prstGeom prst="rect">
            <a:avLst/>
          </a:prstGeom>
        </p:spPr>
      </p:pic>
      <p:pic>
        <p:nvPicPr>
          <p:cNvPr id="9" name="Graphic 8" descr="Confused person">
            <a:extLst>
              <a:ext uri="{FF2B5EF4-FFF2-40B4-BE49-F238E27FC236}">
                <a16:creationId xmlns:a16="http://schemas.microsoft.com/office/drawing/2014/main" id="{1A4C85E5-0528-224B-979F-4394F66BF7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4000" y="1418734"/>
            <a:ext cx="914400" cy="914400"/>
          </a:xfrm>
          <a:prstGeom prst="rect">
            <a:avLst/>
          </a:prstGeom>
        </p:spPr>
      </p:pic>
      <p:pic>
        <p:nvPicPr>
          <p:cNvPr id="57348" name="Picture 4" descr="Fred Design | So why an apple? The history of the apple logo">
            <a:extLst>
              <a:ext uri="{FF2B5EF4-FFF2-40B4-BE49-F238E27FC236}">
                <a16:creationId xmlns:a16="http://schemas.microsoft.com/office/drawing/2014/main" id="{AF0658A1-5CFE-1C4B-933A-FBF64FF210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2959" y="1720004"/>
            <a:ext cx="685799" cy="528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Up Arrow 9">
            <a:extLst>
              <a:ext uri="{FF2B5EF4-FFF2-40B4-BE49-F238E27FC236}">
                <a16:creationId xmlns:a16="http://schemas.microsoft.com/office/drawing/2014/main" id="{63E9D264-3341-E64B-B67B-C2AE5CF76225}"/>
              </a:ext>
            </a:extLst>
          </p:cNvPr>
          <p:cNvSpPr/>
          <p:nvPr/>
        </p:nvSpPr>
        <p:spPr>
          <a:xfrm rot="5400000">
            <a:off x="3505200" y="-108910"/>
            <a:ext cx="228600" cy="34290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Up Arrow 12">
            <a:extLst>
              <a:ext uri="{FF2B5EF4-FFF2-40B4-BE49-F238E27FC236}">
                <a16:creationId xmlns:a16="http://schemas.microsoft.com/office/drawing/2014/main" id="{B13EB7CC-93FB-3F48-AC1C-376392C74748}"/>
              </a:ext>
            </a:extLst>
          </p:cNvPr>
          <p:cNvSpPr/>
          <p:nvPr/>
        </p:nvSpPr>
        <p:spPr>
          <a:xfrm rot="16200000">
            <a:off x="3446116" y="1058776"/>
            <a:ext cx="228600" cy="34290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E86494-2DC7-E54F-9944-DD35EA440112}"/>
              </a:ext>
            </a:extLst>
          </p:cNvPr>
          <p:cNvSpPr txBox="1"/>
          <p:nvPr/>
        </p:nvSpPr>
        <p:spPr>
          <a:xfrm>
            <a:off x="2521568" y="1155006"/>
            <a:ext cx="1848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Borrow shares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4EF9A5-FB19-CD4E-AD84-40E224D250CC}"/>
              </a:ext>
            </a:extLst>
          </p:cNvPr>
          <p:cNvSpPr txBox="1"/>
          <p:nvPr/>
        </p:nvSpPr>
        <p:spPr>
          <a:xfrm>
            <a:off x="1600200" y="2286000"/>
            <a:ext cx="3920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IOU: Return shares + Dividends</a:t>
            </a: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83E56FC2-FD14-984F-89A0-FE612EC899AB}"/>
              </a:ext>
            </a:extLst>
          </p:cNvPr>
          <p:cNvSpPr/>
          <p:nvPr/>
        </p:nvSpPr>
        <p:spPr>
          <a:xfrm>
            <a:off x="6324600" y="1761633"/>
            <a:ext cx="2209800" cy="160019"/>
          </a:xfrm>
          <a:prstGeom prst="rightArrow">
            <a:avLst/>
          </a:prstGeom>
          <a:solidFill>
            <a:schemeClr val="accent3">
              <a:lumMod val="25000"/>
              <a:lumOff val="75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FFFDDB-1E63-B044-B342-494BD5AA5216}"/>
              </a:ext>
            </a:extLst>
          </p:cNvPr>
          <p:cNvSpPr txBox="1"/>
          <p:nvPr/>
        </p:nvSpPr>
        <p:spPr>
          <a:xfrm>
            <a:off x="6403716" y="1392301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Sell shares</a:t>
            </a:r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D3B55996-6E7D-D54D-A937-168654D2C951}"/>
              </a:ext>
            </a:extLst>
          </p:cNvPr>
          <p:cNvSpPr/>
          <p:nvPr/>
        </p:nvSpPr>
        <p:spPr>
          <a:xfrm rot="10800000">
            <a:off x="6324600" y="2333134"/>
            <a:ext cx="2209800" cy="160019"/>
          </a:xfrm>
          <a:prstGeom prst="rightArrow">
            <a:avLst/>
          </a:prstGeom>
          <a:solidFill>
            <a:schemeClr val="accent3">
              <a:lumMod val="25000"/>
              <a:lumOff val="75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35EC8E-D2F5-3045-A425-74AC434231D4}"/>
              </a:ext>
            </a:extLst>
          </p:cNvPr>
          <p:cNvSpPr txBox="1"/>
          <p:nvPr/>
        </p:nvSpPr>
        <p:spPr>
          <a:xfrm>
            <a:off x="6417856" y="2029245"/>
            <a:ext cx="1595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Receive $$$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800129E-9B1D-0D40-A373-22CD314426B3}"/>
              </a:ext>
            </a:extLst>
          </p:cNvPr>
          <p:cNvCxnSpPr>
            <a:cxnSpLocks/>
          </p:cNvCxnSpPr>
          <p:nvPr/>
        </p:nvCxnSpPr>
        <p:spPr>
          <a:xfrm>
            <a:off x="384048" y="3276600"/>
            <a:ext cx="86075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Graphic 22" descr="Confused person">
            <a:extLst>
              <a:ext uri="{FF2B5EF4-FFF2-40B4-BE49-F238E27FC236}">
                <a16:creationId xmlns:a16="http://schemas.microsoft.com/office/drawing/2014/main" id="{3AD9BDD0-9682-D844-B341-C27693FBCD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607" y="3803390"/>
            <a:ext cx="914400" cy="914400"/>
          </a:xfrm>
          <a:prstGeom prst="rect">
            <a:avLst/>
          </a:prstGeom>
        </p:spPr>
      </p:pic>
      <p:sp>
        <p:nvSpPr>
          <p:cNvPr id="24" name="Right Arrow 23">
            <a:extLst>
              <a:ext uri="{FF2B5EF4-FFF2-40B4-BE49-F238E27FC236}">
                <a16:creationId xmlns:a16="http://schemas.microsoft.com/office/drawing/2014/main" id="{51F0B06B-7197-3249-B826-DBADF819D957}"/>
              </a:ext>
            </a:extLst>
          </p:cNvPr>
          <p:cNvSpPr/>
          <p:nvPr/>
        </p:nvSpPr>
        <p:spPr>
          <a:xfrm>
            <a:off x="6343454" y="5021581"/>
            <a:ext cx="2209800" cy="160019"/>
          </a:xfrm>
          <a:prstGeom prst="rightArrow">
            <a:avLst/>
          </a:prstGeom>
          <a:solidFill>
            <a:schemeClr val="accent3">
              <a:lumMod val="25000"/>
              <a:lumOff val="75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99FBE3-EB3B-D542-9CB5-6BEAD3C8ED23}"/>
              </a:ext>
            </a:extLst>
          </p:cNvPr>
          <p:cNvSpPr txBox="1"/>
          <p:nvPr/>
        </p:nvSpPr>
        <p:spPr>
          <a:xfrm>
            <a:off x="6403716" y="4001914"/>
            <a:ext cx="146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Buy shares</a:t>
            </a:r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A6E850A2-9547-7B46-9416-2BDD1D4452D9}"/>
              </a:ext>
            </a:extLst>
          </p:cNvPr>
          <p:cNvSpPr/>
          <p:nvPr/>
        </p:nvSpPr>
        <p:spPr>
          <a:xfrm rot="10800000">
            <a:off x="6398455" y="4367868"/>
            <a:ext cx="2209800" cy="160019"/>
          </a:xfrm>
          <a:prstGeom prst="rightArrow">
            <a:avLst/>
          </a:prstGeom>
          <a:solidFill>
            <a:schemeClr val="accent3">
              <a:lumMod val="25000"/>
              <a:lumOff val="75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389FFF-EFBC-3C4D-9719-2AA86F8D693F}"/>
              </a:ext>
            </a:extLst>
          </p:cNvPr>
          <p:cNvSpPr txBox="1"/>
          <p:nvPr/>
        </p:nvSpPr>
        <p:spPr>
          <a:xfrm>
            <a:off x="7115952" y="4676896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$$$</a:t>
            </a:r>
          </a:p>
        </p:txBody>
      </p:sp>
      <p:pic>
        <p:nvPicPr>
          <p:cNvPr id="28" name="Picture 4" descr="Fred Design | So why an apple? The history of the apple logo">
            <a:extLst>
              <a:ext uri="{FF2B5EF4-FFF2-40B4-BE49-F238E27FC236}">
                <a16:creationId xmlns:a16="http://schemas.microsoft.com/office/drawing/2014/main" id="{CE00BDDD-F3F9-5740-A376-258E30CD1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3376" y="3749983"/>
            <a:ext cx="519852" cy="597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4" descr="Fred Design | So why an apple? The history of the apple logo">
            <a:extLst>
              <a:ext uri="{FF2B5EF4-FFF2-40B4-BE49-F238E27FC236}">
                <a16:creationId xmlns:a16="http://schemas.microsoft.com/office/drawing/2014/main" id="{A156E234-589F-324C-BDA4-C012E7F920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4078" y="1175184"/>
            <a:ext cx="685799" cy="528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Up Arrow 29">
            <a:extLst>
              <a:ext uri="{FF2B5EF4-FFF2-40B4-BE49-F238E27FC236}">
                <a16:creationId xmlns:a16="http://schemas.microsoft.com/office/drawing/2014/main" id="{C90059CE-F7B6-FE45-B56C-F778C8559C31}"/>
              </a:ext>
            </a:extLst>
          </p:cNvPr>
          <p:cNvSpPr/>
          <p:nvPr/>
        </p:nvSpPr>
        <p:spPr>
          <a:xfrm rot="16200000">
            <a:off x="3421638" y="2642267"/>
            <a:ext cx="228600" cy="34290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4D811B7-6B88-A54A-9EA7-3F6B7430250D}"/>
              </a:ext>
            </a:extLst>
          </p:cNvPr>
          <p:cNvSpPr txBox="1"/>
          <p:nvPr/>
        </p:nvSpPr>
        <p:spPr>
          <a:xfrm>
            <a:off x="2750852" y="3923695"/>
            <a:ext cx="179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Return shares</a:t>
            </a:r>
          </a:p>
        </p:txBody>
      </p:sp>
      <p:sp>
        <p:nvSpPr>
          <p:cNvPr id="32" name="Up Arrow 31">
            <a:extLst>
              <a:ext uri="{FF2B5EF4-FFF2-40B4-BE49-F238E27FC236}">
                <a16:creationId xmlns:a16="http://schemas.microsoft.com/office/drawing/2014/main" id="{EC4002E4-FBA3-1048-9CC0-B06274112999}"/>
              </a:ext>
            </a:extLst>
          </p:cNvPr>
          <p:cNvSpPr/>
          <p:nvPr/>
        </p:nvSpPr>
        <p:spPr>
          <a:xfrm rot="5400000">
            <a:off x="3461631" y="3303277"/>
            <a:ext cx="228600" cy="34290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426D050-6F89-A244-8230-FC574F48F521}"/>
              </a:ext>
            </a:extLst>
          </p:cNvPr>
          <p:cNvSpPr txBox="1"/>
          <p:nvPr/>
        </p:nvSpPr>
        <p:spPr>
          <a:xfrm>
            <a:off x="2909934" y="4613854"/>
            <a:ext cx="1481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Cancel IOU</a:t>
            </a:r>
          </a:p>
        </p:txBody>
      </p:sp>
      <p:pic>
        <p:nvPicPr>
          <p:cNvPr id="34" name="Graphic 33" descr="Woman">
            <a:extLst>
              <a:ext uri="{FF2B5EF4-FFF2-40B4-BE49-F238E27FC236}">
                <a16:creationId xmlns:a16="http://schemas.microsoft.com/office/drawing/2014/main" id="{0932B09A-B416-E340-8F76-021EB57E49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591" y="3939236"/>
            <a:ext cx="914400" cy="914400"/>
          </a:xfrm>
          <a:prstGeom prst="rect">
            <a:avLst/>
          </a:prstGeom>
        </p:spPr>
      </p:pic>
      <p:pic>
        <p:nvPicPr>
          <p:cNvPr id="35" name="Picture 4" descr="Fred Design | So why an apple? The history of the apple logo">
            <a:extLst>
              <a:ext uri="{FF2B5EF4-FFF2-40B4-BE49-F238E27FC236}">
                <a16:creationId xmlns:a16="http://schemas.microsoft.com/office/drawing/2014/main" id="{1FD5BAC6-88B3-F142-8EBF-B88AE2E1EC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6293" y="3581400"/>
            <a:ext cx="519852" cy="597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9644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11" grpId="0"/>
      <p:bldP spid="12" grpId="0"/>
      <p:bldP spid="14" grpId="0" animBg="1"/>
      <p:bldP spid="17" grpId="0"/>
      <p:bldP spid="18" grpId="0" animBg="1"/>
      <p:bldP spid="15" grpId="0"/>
      <p:bldP spid="24" grpId="0" animBg="1"/>
      <p:bldP spid="25" grpId="0"/>
      <p:bldP spid="26" grpId="0" animBg="1"/>
      <p:bldP spid="21" grpId="0"/>
      <p:bldP spid="30" grpId="0" animBg="1"/>
      <p:bldP spid="31" grpId="0"/>
      <p:bldP spid="32" grpId="0" animBg="1"/>
      <p:bldP spid="3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CC89F7E-0382-E508-289A-8A414ABC3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Defined benefit (DB) vs. Defined contribution (DC) plans</a:t>
            </a:r>
          </a:p>
          <a:p>
            <a:endParaRPr lang="en-US" dirty="0"/>
          </a:p>
          <a:p>
            <a:r>
              <a:rPr lang="en-US" i="1" dirty="0"/>
              <a:t>Fiduciary duties </a:t>
            </a:r>
            <a:r>
              <a:rPr lang="en-US" dirty="0"/>
              <a:t>apply to apply to plan trustees, administrators, and investment committee</a:t>
            </a:r>
          </a:p>
          <a:p>
            <a:pPr lvl="1"/>
            <a:r>
              <a:rPr lang="en-US" dirty="0"/>
              <a:t>Duty to act prudently—importance of process</a:t>
            </a:r>
          </a:p>
          <a:p>
            <a:pPr lvl="2"/>
            <a:r>
              <a:rPr lang="en-US" dirty="0"/>
              <a:t>Investment selection &amp; continuing monitoring</a:t>
            </a:r>
          </a:p>
          <a:p>
            <a:pPr lvl="1"/>
            <a:r>
              <a:rPr lang="en-US" dirty="0"/>
              <a:t>Duty to diversify plan assets</a:t>
            </a:r>
          </a:p>
          <a:p>
            <a:pPr lvl="2"/>
            <a:r>
              <a:rPr lang="en-US" dirty="0"/>
              <a:t>Exception for participant-directed plans (401(k)) and Qualified Default Investment Alternative (QDIA)</a:t>
            </a:r>
          </a:p>
          <a:p>
            <a:pPr lvl="1"/>
            <a:r>
              <a:rPr lang="en-US" dirty="0"/>
              <a:t>Duty to pay only </a:t>
            </a:r>
            <a:r>
              <a:rPr lang="en-US" b="1" i="1" dirty="0"/>
              <a:t>reasonable</a:t>
            </a:r>
            <a:r>
              <a:rPr lang="en-US" dirty="0"/>
              <a:t> plan expenses</a:t>
            </a:r>
          </a:p>
          <a:p>
            <a:pPr marL="0" indent="0">
              <a:buNone/>
            </a:pPr>
            <a:endParaRPr lang="en-US" sz="1950" dirty="0"/>
          </a:p>
          <a:p>
            <a:r>
              <a:rPr lang="en-US" sz="1950" b="1" dirty="0"/>
              <a:t>Personal</a:t>
            </a:r>
            <a:r>
              <a:rPr lang="en-US" sz="1950" dirty="0"/>
              <a:t> liability for breaches of fiduciary duty</a:t>
            </a:r>
          </a:p>
          <a:p>
            <a:endParaRPr lang="en-US" sz="1950" dirty="0"/>
          </a:p>
          <a:p>
            <a:r>
              <a:rPr lang="en-US" sz="1950" dirty="0"/>
              <a:t>Excessive fee litigation</a:t>
            </a:r>
          </a:p>
          <a:p>
            <a:pPr lvl="1"/>
            <a:r>
              <a:rPr lang="en-US" sz="1800" dirty="0"/>
              <a:t>Recordkeeping fees (% of AUM or fixed fee per capita)</a:t>
            </a:r>
          </a:p>
          <a:p>
            <a:pPr lvl="1"/>
            <a:r>
              <a:rPr lang="en-US" sz="1800" dirty="0"/>
              <a:t>Fund fees (retail vs. institutional classes)</a:t>
            </a:r>
          </a:p>
          <a:p>
            <a:pPr lvl="1"/>
            <a:r>
              <a:rPr lang="en-US" sz="1800" dirty="0"/>
              <a:t>Confusing menu choices (brokerage windows)</a:t>
            </a:r>
          </a:p>
          <a:p>
            <a:pPr lvl="1"/>
            <a:r>
              <a:rPr lang="en-US" sz="1800" i="1" dirty="0"/>
              <a:t>Hughes v. Northwestern</a:t>
            </a:r>
          </a:p>
          <a:p>
            <a:pPr lvl="2"/>
            <a:endParaRPr lang="en-US" sz="1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17D6FB-9FDA-1AB6-737F-7A28F97E4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Employee Retirement Income Security Act (ERISA, 1974)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87A6E8-1C79-E815-0765-1F565AFE63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36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A203B-9CB0-4340-BC40-6D1BD076C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Historical Returns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136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G Body - Standard">
  <a:themeElements>
    <a:clrScheme name="CGS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B01C2E"/>
      </a:accent1>
      <a:accent2>
        <a:srgbClr val="4B2942"/>
      </a:accent2>
      <a:accent3>
        <a:srgbClr val="002F5F"/>
      </a:accent3>
      <a:accent4>
        <a:srgbClr val="495B25"/>
      </a:accent4>
      <a:accent5>
        <a:srgbClr val="E66402"/>
      </a:accent5>
      <a:accent6>
        <a:srgbClr val="FF9933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T_COE_16" id="{671586AA-9BBF-BE44-880F-D824A4D8FE5E}" vid="{5A5CEC7A-9E78-BE40-8F14-2D245F9926EC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HD:Applications:Microsoft Office 2004:Templates:Presentations:Designs:Bar Code</Template>
  <TotalTime>29405</TotalTime>
  <Words>1383</Words>
  <Application>Microsoft Macintosh PowerPoint</Application>
  <PresentationFormat>On-screen Show (4:3)</PresentationFormat>
  <Paragraphs>313</Paragraphs>
  <Slides>36</Slides>
  <Notes>13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9" baseType="lpstr">
      <vt:lpstr>ＭＳ Ｐゴシック</vt:lpstr>
      <vt:lpstr>NSimSun</vt:lpstr>
      <vt:lpstr>Arial</vt:lpstr>
      <vt:lpstr>Calibri</vt:lpstr>
      <vt:lpstr>Calibri Regular</vt:lpstr>
      <vt:lpstr>Courier New</vt:lpstr>
      <vt:lpstr>OpenSans</vt:lpstr>
      <vt:lpstr>Times New Roman</vt:lpstr>
      <vt:lpstr>Verdana</vt:lpstr>
      <vt:lpstr>Wingdings</vt:lpstr>
      <vt:lpstr>Wingdings 2</vt:lpstr>
      <vt:lpstr>CG Body - Standard</vt:lpstr>
      <vt:lpstr>Equation</vt:lpstr>
      <vt:lpstr>PowerPoint Presentation</vt:lpstr>
      <vt:lpstr>Risk and Return:  Overview</vt:lpstr>
      <vt:lpstr>Nominal Value of an Investment of $1 in 1926 Through 2025 (U.S.)</vt:lpstr>
      <vt:lpstr>Value of an Investment of $1 (after taxes) in 1926 Through 2024 (U.S.)</vt:lpstr>
      <vt:lpstr>Real (after inflation &amp; taxes) Value of an Investment of $1 in 1926 Through 2024 (U.S.)</vt:lpstr>
      <vt:lpstr>Time Series: US Stock Returns  (1900-2025)</vt:lpstr>
      <vt:lpstr>Time Series: US Bond (10-yr) Returns  (1900-2025)</vt:lpstr>
      <vt:lpstr>Time Series: T-Bill Returns (1900-2025)</vt:lpstr>
      <vt:lpstr>Histogram:  US Stock Returns (1900-2025) </vt:lpstr>
      <vt:lpstr>Histogram:  US 10-YR Bond Returns  (1900-2024) </vt:lpstr>
      <vt:lpstr>Histogram:  T-Bill Return (1900-2024) </vt:lpstr>
      <vt:lpstr>Histogram: Returns of US Stocks, Bonds, and T-Bills (1900-2025)</vt:lpstr>
      <vt:lpstr>U.S. Equity Nominal Returns </vt:lpstr>
      <vt:lpstr>Annual Nominal Returns: SP500, T-Bills, T-Bonds</vt:lpstr>
      <vt:lpstr>The Ride Can be Rough (1980 - 2026 3Q)</vt:lpstr>
      <vt:lpstr>Reduction of Risk Over Time: 1950-2025</vt:lpstr>
      <vt:lpstr>US Stock Market Total Returns: Rolling Periods (1872 – 2024)</vt:lpstr>
      <vt:lpstr>Asset-Class Winners &amp; Losers: 2011 – 2026 (3rdQ)</vt:lpstr>
      <vt:lpstr> Stocks beat bonds, but not always</vt:lpstr>
      <vt:lpstr>World Stock Markets: 1899 vs. 2024</vt:lpstr>
      <vt:lpstr>Industry Weighting in the US: 1900 and 2025</vt:lpstr>
      <vt:lpstr>A Step Back</vt:lpstr>
      <vt:lpstr>Returns:  Single Asset</vt:lpstr>
      <vt:lpstr>Measuring Risk (Volatility):  Single Asset</vt:lpstr>
      <vt:lpstr>Risk and Risk Aversion</vt:lpstr>
      <vt:lpstr>Risk Lover, Risk Averse, and Risk Neutral</vt:lpstr>
      <vt:lpstr>Diversification</vt:lpstr>
      <vt:lpstr>Diversification</vt:lpstr>
      <vt:lpstr>Beta () of COST-SP500 (Sept 2026, past 2 years)</vt:lpstr>
      <vt:lpstr>Public Investment Companies</vt:lpstr>
      <vt:lpstr>Open-End Mutual Fund</vt:lpstr>
      <vt:lpstr>Open-End Mutual Fund: VTSAX</vt:lpstr>
      <vt:lpstr>Open-End Mutual Fund: VTSAX</vt:lpstr>
      <vt:lpstr>Exchanged Traded Funds (ETFs)</vt:lpstr>
      <vt:lpstr>Shorting</vt:lpstr>
      <vt:lpstr>Employee Retirement Income Security Act (ERISA, 1974)</vt:lpstr>
    </vt:vector>
  </TitlesOfParts>
  <Company>Fordham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XPUser</dc:creator>
  <cp:lastModifiedBy>Colon, Jeffrey M.</cp:lastModifiedBy>
  <cp:revision>490</cp:revision>
  <cp:lastPrinted>2021-09-28T16:26:31Z</cp:lastPrinted>
  <dcterms:created xsi:type="dcterms:W3CDTF">2011-02-19T12:46:58Z</dcterms:created>
  <dcterms:modified xsi:type="dcterms:W3CDTF">2026-09-26T21:53:53Z</dcterms:modified>
</cp:coreProperties>
</file>